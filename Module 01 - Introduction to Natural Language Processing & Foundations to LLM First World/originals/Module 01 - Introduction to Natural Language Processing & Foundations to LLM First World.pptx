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58" r:id="rId4"/>
    <p:sldId id="265" r:id="rId5"/>
    <p:sldId id="288" r:id="rId6"/>
    <p:sldId id="259" r:id="rId7"/>
    <p:sldId id="283" r:id="rId8"/>
    <p:sldId id="284" r:id="rId9"/>
    <p:sldId id="285" r:id="rId10"/>
    <p:sldId id="289" r:id="rId11"/>
    <p:sldId id="294" r:id="rId12"/>
    <p:sldId id="282" r:id="rId13"/>
    <p:sldId id="261" r:id="rId14"/>
    <p:sldId id="262" r:id="rId15"/>
    <p:sldId id="287" r:id="rId16"/>
    <p:sldId id="295" r:id="rId17"/>
    <p:sldId id="281" r:id="rId18"/>
    <p:sldId id="296" r:id="rId19"/>
    <p:sldId id="286" r:id="rId20"/>
    <p:sldId id="263" r:id="rId21"/>
    <p:sldId id="264" r:id="rId22"/>
    <p:sldId id="291" r:id="rId23"/>
    <p:sldId id="293" r:id="rId24"/>
    <p:sldId id="280" r:id="rId25"/>
    <p:sldId id="292" r:id="rId26"/>
    <p:sldId id="290" r:id="rId27"/>
    <p:sldId id="266" r:id="rId28"/>
    <p:sldId id="268" r:id="rId29"/>
    <p:sldId id="269" r:id="rId30"/>
    <p:sldId id="275" r:id="rId31"/>
    <p:sldId id="270" r:id="rId32"/>
    <p:sldId id="271" r:id="rId33"/>
    <p:sldId id="273" r:id="rId34"/>
    <p:sldId id="274" r:id="rId35"/>
    <p:sldId id="276" r:id="rId36"/>
    <p:sldId id="277" r:id="rId37"/>
    <p:sldId id="278" r:id="rId38"/>
    <p:sldId id="279" r:id="rId39"/>
    <p:sldId id="27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75425" autoAdjust="0"/>
  </p:normalViewPr>
  <p:slideViewPr>
    <p:cSldViewPr snapToGrid="0">
      <p:cViewPr varScale="1">
        <p:scale>
          <a:sx n="62" d="100"/>
          <a:sy n="62" d="100"/>
        </p:scale>
        <p:origin x="148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_rels/data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hyperlink" Target="https://www.youtube.com/watch?v=JZLZQVmfGn8" TargetMode="External"/><Relationship Id="rId1" Type="http://schemas.openxmlformats.org/officeDocument/2006/relationships/hyperlink" Target="https://jalammar.github.io/illustrated-transformer/" TargetMode="Externa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_rels/drawing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hyperlink" Target="https://jalammar.github.io/illustrated-transformer/" TargetMode="External"/><Relationship Id="rId7" Type="http://schemas.openxmlformats.org/officeDocument/2006/relationships/image" Target="../media/image22.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hyperlink" Target="https://www.youtube.com/watch?v=JZLZQVmfGn8" TargetMode="External"/><Relationship Id="rId5" Type="http://schemas.openxmlformats.org/officeDocument/2006/relationships/image" Target="../media/image21.svg"/><Relationship Id="rId10" Type="http://schemas.openxmlformats.org/officeDocument/2006/relationships/image" Target="../media/image25.svg"/><Relationship Id="rId4" Type="http://schemas.openxmlformats.org/officeDocument/2006/relationships/image" Target="../media/image20.png"/><Relationship Id="rId9"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49252AD-0C63-43B5-8680-A49999D290F5}" type="doc">
      <dgm:prSet loTypeId="urn:microsoft.com/office/officeart/2017/3/layout/HorizontalLabelsTimeline" loCatId="process" qsTypeId="urn:microsoft.com/office/officeart/2005/8/quickstyle/simple4" qsCatId="simple" csTypeId="urn:microsoft.com/office/officeart/2005/8/colors/colorful5" csCatId="colorful" phldr="1"/>
      <dgm:spPr/>
      <dgm:t>
        <a:bodyPr/>
        <a:lstStyle/>
        <a:p>
          <a:endParaRPr lang="en-US"/>
        </a:p>
      </dgm:t>
    </dgm:pt>
    <dgm:pt modelId="{D3C20E7C-5047-4662-9388-EB74CFE771C0}">
      <dgm:prSet/>
      <dgm:spPr/>
      <dgm:t>
        <a:bodyPr/>
        <a:lstStyle/>
        <a:p>
          <a:pPr>
            <a:defRPr b="1"/>
          </a:pPr>
          <a:r>
            <a:rPr lang="en-US"/>
            <a:t>1950s</a:t>
          </a:r>
        </a:p>
      </dgm:t>
    </dgm:pt>
    <dgm:pt modelId="{690784A7-1978-430C-A19B-3F0BF99D1397}" type="parTrans" cxnId="{E57D30B4-D436-4886-A243-25102971EDDF}">
      <dgm:prSet/>
      <dgm:spPr/>
      <dgm:t>
        <a:bodyPr/>
        <a:lstStyle/>
        <a:p>
          <a:endParaRPr lang="en-US"/>
        </a:p>
      </dgm:t>
    </dgm:pt>
    <dgm:pt modelId="{B4D40A35-886D-4A8D-A814-ED2C41BA687E}" type="sibTrans" cxnId="{E57D30B4-D436-4886-A243-25102971EDDF}">
      <dgm:prSet/>
      <dgm:spPr/>
      <dgm:t>
        <a:bodyPr/>
        <a:lstStyle/>
        <a:p>
          <a:endParaRPr lang="en-US"/>
        </a:p>
      </dgm:t>
    </dgm:pt>
    <dgm:pt modelId="{07B86FEF-42F4-4266-9B9C-0CC8CD6B888F}">
      <dgm:prSet/>
      <dgm:spPr/>
      <dgm:t>
        <a:bodyPr/>
        <a:lstStyle/>
        <a:p>
          <a:r>
            <a:rPr lang="en-US"/>
            <a:t>Turing Test &amp; Rule-based translation.</a:t>
          </a:r>
        </a:p>
      </dgm:t>
    </dgm:pt>
    <dgm:pt modelId="{399CA230-0023-4034-A3FC-68C0CB6EFB61}" type="parTrans" cxnId="{8AA12AE3-85F8-46C7-AEF6-8CB00CC71D7B}">
      <dgm:prSet/>
      <dgm:spPr/>
      <dgm:t>
        <a:bodyPr/>
        <a:lstStyle/>
        <a:p>
          <a:endParaRPr lang="en-US"/>
        </a:p>
      </dgm:t>
    </dgm:pt>
    <dgm:pt modelId="{5B8E785F-EFE8-4A25-8649-EBE1392A229A}" type="sibTrans" cxnId="{8AA12AE3-85F8-46C7-AEF6-8CB00CC71D7B}">
      <dgm:prSet/>
      <dgm:spPr/>
      <dgm:t>
        <a:bodyPr/>
        <a:lstStyle/>
        <a:p>
          <a:endParaRPr lang="en-US"/>
        </a:p>
      </dgm:t>
    </dgm:pt>
    <dgm:pt modelId="{3648C895-D78A-498C-BD69-9D8434A880AE}">
      <dgm:prSet/>
      <dgm:spPr/>
      <dgm:t>
        <a:bodyPr/>
        <a:lstStyle/>
        <a:p>
          <a:pPr>
            <a:defRPr b="1"/>
          </a:pPr>
          <a:r>
            <a:rPr lang="en-US"/>
            <a:t>1990s</a:t>
          </a:r>
        </a:p>
      </dgm:t>
    </dgm:pt>
    <dgm:pt modelId="{BD932C1E-DD42-4085-927C-28E69BE2DA24}" type="parTrans" cxnId="{BF082D12-7F75-460A-9774-EDDB8B03FE86}">
      <dgm:prSet/>
      <dgm:spPr/>
      <dgm:t>
        <a:bodyPr/>
        <a:lstStyle/>
        <a:p>
          <a:endParaRPr lang="en-US"/>
        </a:p>
      </dgm:t>
    </dgm:pt>
    <dgm:pt modelId="{40866B2E-BD0C-4D28-9AA6-12F53973F11E}" type="sibTrans" cxnId="{BF082D12-7F75-460A-9774-EDDB8B03FE86}">
      <dgm:prSet/>
      <dgm:spPr/>
      <dgm:t>
        <a:bodyPr/>
        <a:lstStyle/>
        <a:p>
          <a:endParaRPr lang="en-US"/>
        </a:p>
      </dgm:t>
    </dgm:pt>
    <dgm:pt modelId="{4515A587-322B-4C3C-AB3C-9A22BDDE2E48}">
      <dgm:prSet/>
      <dgm:spPr/>
      <dgm:t>
        <a:bodyPr/>
        <a:lstStyle/>
        <a:p>
          <a:r>
            <a:rPr lang="en-US"/>
            <a:t>Statistical NLP (Probabilities).</a:t>
          </a:r>
        </a:p>
      </dgm:t>
    </dgm:pt>
    <dgm:pt modelId="{2DBE7BF7-1610-4385-BF06-513469C034DC}" type="parTrans" cxnId="{1C2AE83C-06A3-418C-935A-0BEB59589544}">
      <dgm:prSet/>
      <dgm:spPr/>
      <dgm:t>
        <a:bodyPr/>
        <a:lstStyle/>
        <a:p>
          <a:endParaRPr lang="en-US"/>
        </a:p>
      </dgm:t>
    </dgm:pt>
    <dgm:pt modelId="{E233A9C4-323D-4CCE-976D-FAB242BDAEE9}" type="sibTrans" cxnId="{1C2AE83C-06A3-418C-935A-0BEB59589544}">
      <dgm:prSet/>
      <dgm:spPr/>
      <dgm:t>
        <a:bodyPr/>
        <a:lstStyle/>
        <a:p>
          <a:endParaRPr lang="en-US"/>
        </a:p>
      </dgm:t>
    </dgm:pt>
    <dgm:pt modelId="{5B530897-CA6B-43F2-A45E-9E32830ADB61}">
      <dgm:prSet/>
      <dgm:spPr/>
      <dgm:t>
        <a:bodyPr/>
        <a:lstStyle/>
        <a:p>
          <a:pPr>
            <a:defRPr b="1"/>
          </a:pPr>
          <a:r>
            <a:rPr lang="en-US"/>
            <a:t>2013</a:t>
          </a:r>
        </a:p>
      </dgm:t>
    </dgm:pt>
    <dgm:pt modelId="{7A7D61C6-564C-4BE7-9FCB-6825E6C3F207}" type="parTrans" cxnId="{C54DC574-2BED-4355-80C0-97F10E6AB530}">
      <dgm:prSet/>
      <dgm:spPr/>
      <dgm:t>
        <a:bodyPr/>
        <a:lstStyle/>
        <a:p>
          <a:endParaRPr lang="en-US"/>
        </a:p>
      </dgm:t>
    </dgm:pt>
    <dgm:pt modelId="{A029987B-C0AA-456B-90AA-BE9B636EFC1C}" type="sibTrans" cxnId="{C54DC574-2BED-4355-80C0-97F10E6AB530}">
      <dgm:prSet/>
      <dgm:spPr/>
      <dgm:t>
        <a:bodyPr/>
        <a:lstStyle/>
        <a:p>
          <a:endParaRPr lang="en-US"/>
        </a:p>
      </dgm:t>
    </dgm:pt>
    <dgm:pt modelId="{33BEDBE3-D119-4C03-B93F-F9C8D5BAED9F}">
      <dgm:prSet/>
      <dgm:spPr/>
      <dgm:t>
        <a:bodyPr/>
        <a:lstStyle/>
        <a:p>
          <a:r>
            <a:rPr lang="en-US"/>
            <a:t>Word2Vec (Words as math vectors).</a:t>
          </a:r>
        </a:p>
      </dgm:t>
    </dgm:pt>
    <dgm:pt modelId="{33094ACB-475D-474B-BE8C-6B5539828482}" type="parTrans" cxnId="{323B9199-7C7E-4773-997D-CDE870B169A1}">
      <dgm:prSet/>
      <dgm:spPr/>
      <dgm:t>
        <a:bodyPr/>
        <a:lstStyle/>
        <a:p>
          <a:endParaRPr lang="en-US"/>
        </a:p>
      </dgm:t>
    </dgm:pt>
    <dgm:pt modelId="{FDEC7395-9A29-4DA2-B629-33A0F97BEB5A}" type="sibTrans" cxnId="{323B9199-7C7E-4773-997D-CDE870B169A1}">
      <dgm:prSet/>
      <dgm:spPr/>
      <dgm:t>
        <a:bodyPr/>
        <a:lstStyle/>
        <a:p>
          <a:endParaRPr lang="en-US"/>
        </a:p>
      </dgm:t>
    </dgm:pt>
    <dgm:pt modelId="{79CC1596-A2AE-4122-8B05-91F4D6098B88}">
      <dgm:prSet/>
      <dgm:spPr/>
      <dgm:t>
        <a:bodyPr/>
        <a:lstStyle/>
        <a:p>
          <a:pPr>
            <a:defRPr b="1"/>
          </a:pPr>
          <a:r>
            <a:rPr lang="en-US"/>
            <a:t>2017</a:t>
          </a:r>
        </a:p>
      </dgm:t>
    </dgm:pt>
    <dgm:pt modelId="{DCC089C3-A39D-4B26-805E-C2594A154D34}" type="parTrans" cxnId="{C60A660E-A44D-4721-8A82-30FA3E3320B5}">
      <dgm:prSet/>
      <dgm:spPr/>
      <dgm:t>
        <a:bodyPr/>
        <a:lstStyle/>
        <a:p>
          <a:endParaRPr lang="en-US"/>
        </a:p>
      </dgm:t>
    </dgm:pt>
    <dgm:pt modelId="{76BC6430-076E-4706-A97F-C6E0479957AB}" type="sibTrans" cxnId="{C60A660E-A44D-4721-8A82-30FA3E3320B5}">
      <dgm:prSet/>
      <dgm:spPr/>
      <dgm:t>
        <a:bodyPr/>
        <a:lstStyle/>
        <a:p>
          <a:endParaRPr lang="en-US"/>
        </a:p>
      </dgm:t>
    </dgm:pt>
    <dgm:pt modelId="{CAF0DD2D-7F1D-491B-B078-CD9D13AF9BEE}">
      <dgm:prSet/>
      <dgm:spPr/>
      <dgm:t>
        <a:bodyPr/>
        <a:lstStyle/>
        <a:p>
          <a:r>
            <a:rPr lang="en-US"/>
            <a:t>Attention Is All You Need" (The Transformer Paper).</a:t>
          </a:r>
        </a:p>
      </dgm:t>
    </dgm:pt>
    <dgm:pt modelId="{E091050D-2FC7-4481-85A4-9C29EC8CFAFB}" type="parTrans" cxnId="{5A661044-40AF-4417-81CF-EDBDEEB61C31}">
      <dgm:prSet/>
      <dgm:spPr/>
      <dgm:t>
        <a:bodyPr/>
        <a:lstStyle/>
        <a:p>
          <a:endParaRPr lang="en-US"/>
        </a:p>
      </dgm:t>
    </dgm:pt>
    <dgm:pt modelId="{C8B0F42B-440B-4C38-BC95-6DB124A50D3C}" type="sibTrans" cxnId="{5A661044-40AF-4417-81CF-EDBDEEB61C31}">
      <dgm:prSet/>
      <dgm:spPr/>
      <dgm:t>
        <a:bodyPr/>
        <a:lstStyle/>
        <a:p>
          <a:endParaRPr lang="en-US"/>
        </a:p>
      </dgm:t>
    </dgm:pt>
    <dgm:pt modelId="{8362348F-5A9E-46E3-824D-A1FD3C638A14}">
      <dgm:prSet/>
      <dgm:spPr/>
      <dgm:t>
        <a:bodyPr/>
        <a:lstStyle/>
        <a:p>
          <a:pPr>
            <a:defRPr b="1"/>
          </a:pPr>
          <a:r>
            <a:rPr lang="en-US"/>
            <a:t>2022</a:t>
          </a:r>
        </a:p>
      </dgm:t>
    </dgm:pt>
    <dgm:pt modelId="{83C3E0FB-2494-4EDF-83D3-B87DB430F9E4}" type="parTrans" cxnId="{EAB1FBE5-454E-414D-89EE-E11976F4859D}">
      <dgm:prSet/>
      <dgm:spPr/>
      <dgm:t>
        <a:bodyPr/>
        <a:lstStyle/>
        <a:p>
          <a:endParaRPr lang="en-US"/>
        </a:p>
      </dgm:t>
    </dgm:pt>
    <dgm:pt modelId="{FDBDB8F2-2785-4941-B97F-2C245C38B5D7}" type="sibTrans" cxnId="{EAB1FBE5-454E-414D-89EE-E11976F4859D}">
      <dgm:prSet/>
      <dgm:spPr/>
      <dgm:t>
        <a:bodyPr/>
        <a:lstStyle/>
        <a:p>
          <a:endParaRPr lang="en-US"/>
        </a:p>
      </dgm:t>
    </dgm:pt>
    <dgm:pt modelId="{8A2DBE48-3E8F-4745-A731-E388213B5E6C}">
      <dgm:prSet/>
      <dgm:spPr/>
      <dgm:t>
        <a:bodyPr/>
        <a:lstStyle/>
        <a:p>
          <a:r>
            <a:rPr lang="en-US"/>
            <a:t>ChatGPT (RLHF &amp; Mass Adoption).</a:t>
          </a:r>
        </a:p>
      </dgm:t>
    </dgm:pt>
    <dgm:pt modelId="{992BF0E4-7E26-4482-88B5-E8DA03FE6806}" type="parTrans" cxnId="{A1F68D2E-8F65-4509-95AF-C2BB264A82FA}">
      <dgm:prSet/>
      <dgm:spPr/>
      <dgm:t>
        <a:bodyPr/>
        <a:lstStyle/>
        <a:p>
          <a:endParaRPr lang="en-US"/>
        </a:p>
      </dgm:t>
    </dgm:pt>
    <dgm:pt modelId="{B9D7CB96-1972-46C9-A011-F610DEAC7F1E}" type="sibTrans" cxnId="{A1F68D2E-8F65-4509-95AF-C2BB264A82FA}">
      <dgm:prSet/>
      <dgm:spPr/>
      <dgm:t>
        <a:bodyPr/>
        <a:lstStyle/>
        <a:p>
          <a:endParaRPr lang="en-US"/>
        </a:p>
      </dgm:t>
    </dgm:pt>
    <dgm:pt modelId="{A2C1446B-0B1E-447C-AE93-07A16CBBEA7B}">
      <dgm:prSet/>
      <dgm:spPr/>
      <dgm:t>
        <a:bodyPr/>
        <a:lstStyle/>
        <a:p>
          <a:pPr>
            <a:defRPr b="1"/>
          </a:pPr>
          <a:r>
            <a:rPr lang="en-US"/>
            <a:t>2025</a:t>
          </a:r>
        </a:p>
      </dgm:t>
    </dgm:pt>
    <dgm:pt modelId="{7D65E0D8-9D73-4666-B497-73F1D98A73D2}" type="parTrans" cxnId="{2AA2969A-6573-4391-90E5-5678A31BE239}">
      <dgm:prSet/>
      <dgm:spPr/>
      <dgm:t>
        <a:bodyPr/>
        <a:lstStyle/>
        <a:p>
          <a:endParaRPr lang="en-US"/>
        </a:p>
      </dgm:t>
    </dgm:pt>
    <dgm:pt modelId="{CF6ABE29-5F3F-4264-AD54-0DF65CB8833E}" type="sibTrans" cxnId="{2AA2969A-6573-4391-90E5-5678A31BE239}">
      <dgm:prSet/>
      <dgm:spPr/>
      <dgm:t>
        <a:bodyPr/>
        <a:lstStyle/>
        <a:p>
          <a:endParaRPr lang="en-US"/>
        </a:p>
      </dgm:t>
    </dgm:pt>
    <dgm:pt modelId="{6681DFA9-7F4A-4C6B-9429-6C10B1B7A434}">
      <dgm:prSet/>
      <dgm:spPr/>
      <dgm:t>
        <a:bodyPr/>
        <a:lstStyle/>
        <a:p>
          <a:r>
            <a:rPr lang="en-US"/>
            <a:t>Multimodal Agents (Action-oriented AI).</a:t>
          </a:r>
        </a:p>
      </dgm:t>
    </dgm:pt>
    <dgm:pt modelId="{73902E22-4119-4D97-8B6A-D5479223071F}" type="parTrans" cxnId="{46312C0B-1579-4A31-A678-CE59E1B9D208}">
      <dgm:prSet/>
      <dgm:spPr/>
      <dgm:t>
        <a:bodyPr/>
        <a:lstStyle/>
        <a:p>
          <a:endParaRPr lang="en-US"/>
        </a:p>
      </dgm:t>
    </dgm:pt>
    <dgm:pt modelId="{0939D87B-4ED6-4BA0-B5E0-09D2C67D5136}" type="sibTrans" cxnId="{46312C0B-1579-4A31-A678-CE59E1B9D208}">
      <dgm:prSet/>
      <dgm:spPr/>
      <dgm:t>
        <a:bodyPr/>
        <a:lstStyle/>
        <a:p>
          <a:endParaRPr lang="en-US"/>
        </a:p>
      </dgm:t>
    </dgm:pt>
    <dgm:pt modelId="{C239F116-0CF8-465A-BF06-FD58B00A9E67}" type="pres">
      <dgm:prSet presAssocID="{149252AD-0C63-43B5-8680-A49999D290F5}" presName="root" presStyleCnt="0">
        <dgm:presLayoutVars>
          <dgm:chMax/>
          <dgm:chPref/>
          <dgm:animLvl val="lvl"/>
        </dgm:presLayoutVars>
      </dgm:prSet>
      <dgm:spPr/>
    </dgm:pt>
    <dgm:pt modelId="{46759C81-94AA-45D6-8004-CA9B22CF77E3}" type="pres">
      <dgm:prSet presAssocID="{149252AD-0C63-43B5-8680-A49999D290F5}" presName="divider" presStyleLbl="fgAcc1" presStyleIdx="0" presStyleCnt="1"/>
      <dgm:spPr/>
    </dgm:pt>
    <dgm:pt modelId="{15A9F76B-E8E8-4462-BB02-BF495A3FFB3D}" type="pres">
      <dgm:prSet presAssocID="{149252AD-0C63-43B5-8680-A49999D290F5}" presName="nodes" presStyleCnt="0">
        <dgm:presLayoutVars>
          <dgm:chMax/>
          <dgm:chPref/>
          <dgm:animLvl val="lvl"/>
        </dgm:presLayoutVars>
      </dgm:prSet>
      <dgm:spPr/>
    </dgm:pt>
    <dgm:pt modelId="{E5E07211-C32F-4716-A028-7B0D2B2BD3C7}" type="pres">
      <dgm:prSet presAssocID="{D3C20E7C-5047-4662-9388-EB74CFE771C0}" presName="composite" presStyleCnt="0"/>
      <dgm:spPr/>
    </dgm:pt>
    <dgm:pt modelId="{CFE2BFAA-6BFA-4F2D-93A6-12D147A213E4}" type="pres">
      <dgm:prSet presAssocID="{D3C20E7C-5047-4662-9388-EB74CFE771C0}" presName="L1TextContainer" presStyleLbl="alignNode1" presStyleIdx="0" presStyleCnt="6">
        <dgm:presLayoutVars>
          <dgm:chMax val="1"/>
          <dgm:chPref val="1"/>
          <dgm:bulletEnabled val="1"/>
        </dgm:presLayoutVars>
      </dgm:prSet>
      <dgm:spPr/>
    </dgm:pt>
    <dgm:pt modelId="{6EB711F3-B27D-4314-B549-A504322BCF2F}" type="pres">
      <dgm:prSet presAssocID="{D3C20E7C-5047-4662-9388-EB74CFE771C0}" presName="L2TextContainerWrapper" presStyleCnt="0">
        <dgm:presLayoutVars>
          <dgm:bulletEnabled val="1"/>
        </dgm:presLayoutVars>
      </dgm:prSet>
      <dgm:spPr/>
    </dgm:pt>
    <dgm:pt modelId="{76F27897-8386-4F14-8535-4E16F8D440EB}" type="pres">
      <dgm:prSet presAssocID="{D3C20E7C-5047-4662-9388-EB74CFE771C0}" presName="L2TextContainer" presStyleLbl="bgAccFollowNode1" presStyleIdx="0" presStyleCnt="6"/>
      <dgm:spPr/>
    </dgm:pt>
    <dgm:pt modelId="{77B9EC38-D422-4932-B240-1298FAA933F4}" type="pres">
      <dgm:prSet presAssocID="{D3C20E7C-5047-4662-9388-EB74CFE771C0}" presName="FlexibleEmptyPlaceHolder" presStyleCnt="0"/>
      <dgm:spPr/>
    </dgm:pt>
    <dgm:pt modelId="{C69541F9-CEFA-4606-9FDD-9AFA993C9070}" type="pres">
      <dgm:prSet presAssocID="{D3C20E7C-5047-4662-9388-EB74CFE771C0}" presName="ConnectLine" presStyleLbl="sibTrans1D1" presStyleIdx="0" presStyleCnt="6"/>
      <dgm:spPr/>
    </dgm:pt>
    <dgm:pt modelId="{91A1899F-276F-409B-8D83-CC75D59B3B86}" type="pres">
      <dgm:prSet presAssocID="{D3C20E7C-5047-4662-9388-EB74CFE771C0}" presName="ConnectorPoint" presStyleLbl="node1" presStyleIdx="0" presStyleCnt="6"/>
      <dgm:spPr>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a:noFill/>
        </a:ln>
        <a:effectLst/>
      </dgm:spPr>
    </dgm:pt>
    <dgm:pt modelId="{E30A5D39-A05A-4F22-99B6-4C9FA6C2E4B4}" type="pres">
      <dgm:prSet presAssocID="{D3C20E7C-5047-4662-9388-EB74CFE771C0}" presName="EmptyPlaceHolder" presStyleCnt="0"/>
      <dgm:spPr/>
    </dgm:pt>
    <dgm:pt modelId="{3FE4E39C-B1A1-423D-BF09-E654F9AB0560}" type="pres">
      <dgm:prSet presAssocID="{B4D40A35-886D-4A8D-A814-ED2C41BA687E}" presName="spaceBetweenRectangles" presStyleCnt="0"/>
      <dgm:spPr/>
    </dgm:pt>
    <dgm:pt modelId="{3933C756-1AC9-467D-988A-E69D9480CD3E}" type="pres">
      <dgm:prSet presAssocID="{3648C895-D78A-498C-BD69-9D8434A880AE}" presName="composite" presStyleCnt="0"/>
      <dgm:spPr/>
    </dgm:pt>
    <dgm:pt modelId="{3022EF27-5C34-48F3-8A3D-02089E871DBB}" type="pres">
      <dgm:prSet presAssocID="{3648C895-D78A-498C-BD69-9D8434A880AE}" presName="L1TextContainer" presStyleLbl="alignNode1" presStyleIdx="1" presStyleCnt="6">
        <dgm:presLayoutVars>
          <dgm:chMax val="1"/>
          <dgm:chPref val="1"/>
          <dgm:bulletEnabled val="1"/>
        </dgm:presLayoutVars>
      </dgm:prSet>
      <dgm:spPr/>
    </dgm:pt>
    <dgm:pt modelId="{9AEB21BA-1A26-4BBD-A0B6-DFEEEA866594}" type="pres">
      <dgm:prSet presAssocID="{3648C895-D78A-498C-BD69-9D8434A880AE}" presName="L2TextContainerWrapper" presStyleCnt="0">
        <dgm:presLayoutVars>
          <dgm:bulletEnabled val="1"/>
        </dgm:presLayoutVars>
      </dgm:prSet>
      <dgm:spPr/>
    </dgm:pt>
    <dgm:pt modelId="{F73E357C-1BE1-4E99-A979-3F2F87C14916}" type="pres">
      <dgm:prSet presAssocID="{3648C895-D78A-498C-BD69-9D8434A880AE}" presName="L2TextContainer" presStyleLbl="bgAccFollowNode1" presStyleIdx="1" presStyleCnt="6"/>
      <dgm:spPr/>
    </dgm:pt>
    <dgm:pt modelId="{E3B78E1C-CA78-4970-97BF-00DA14674D0F}" type="pres">
      <dgm:prSet presAssocID="{3648C895-D78A-498C-BD69-9D8434A880AE}" presName="FlexibleEmptyPlaceHolder" presStyleCnt="0"/>
      <dgm:spPr/>
    </dgm:pt>
    <dgm:pt modelId="{067D961F-113D-4DD5-B8F6-DEAB1E2488C6}" type="pres">
      <dgm:prSet presAssocID="{3648C895-D78A-498C-BD69-9D8434A880AE}" presName="ConnectLine" presStyleLbl="sibTrans1D1" presStyleIdx="1" presStyleCnt="6"/>
      <dgm:spPr/>
    </dgm:pt>
    <dgm:pt modelId="{79264171-7610-4DC2-9360-CAFE0EDF7727}" type="pres">
      <dgm:prSet presAssocID="{3648C895-D78A-498C-BD69-9D8434A880AE}" presName="ConnectorPoint" presStyleLbl="node1" presStyleIdx="1" presStyleCnt="6"/>
      <dgm:spPr>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a:noFill/>
        </a:ln>
        <a:effectLst/>
      </dgm:spPr>
    </dgm:pt>
    <dgm:pt modelId="{B0519398-DE52-4759-8FDC-66E24B637EE0}" type="pres">
      <dgm:prSet presAssocID="{3648C895-D78A-498C-BD69-9D8434A880AE}" presName="EmptyPlaceHolder" presStyleCnt="0"/>
      <dgm:spPr/>
    </dgm:pt>
    <dgm:pt modelId="{25D4101E-1F6D-4145-B52E-9BBC500A149C}" type="pres">
      <dgm:prSet presAssocID="{40866B2E-BD0C-4D28-9AA6-12F53973F11E}" presName="spaceBetweenRectangles" presStyleCnt="0"/>
      <dgm:spPr/>
    </dgm:pt>
    <dgm:pt modelId="{9F34CCD7-21A3-46C9-89EE-4599F055FFA5}" type="pres">
      <dgm:prSet presAssocID="{5B530897-CA6B-43F2-A45E-9E32830ADB61}" presName="composite" presStyleCnt="0"/>
      <dgm:spPr/>
    </dgm:pt>
    <dgm:pt modelId="{72309532-AC2F-4916-BF3D-D1599996EEE1}" type="pres">
      <dgm:prSet presAssocID="{5B530897-CA6B-43F2-A45E-9E32830ADB61}" presName="L1TextContainer" presStyleLbl="alignNode1" presStyleIdx="2" presStyleCnt="6">
        <dgm:presLayoutVars>
          <dgm:chMax val="1"/>
          <dgm:chPref val="1"/>
          <dgm:bulletEnabled val="1"/>
        </dgm:presLayoutVars>
      </dgm:prSet>
      <dgm:spPr/>
    </dgm:pt>
    <dgm:pt modelId="{8A93D56D-D167-4455-A614-49871FA56C77}" type="pres">
      <dgm:prSet presAssocID="{5B530897-CA6B-43F2-A45E-9E32830ADB61}" presName="L2TextContainerWrapper" presStyleCnt="0">
        <dgm:presLayoutVars>
          <dgm:bulletEnabled val="1"/>
        </dgm:presLayoutVars>
      </dgm:prSet>
      <dgm:spPr/>
    </dgm:pt>
    <dgm:pt modelId="{2CC59620-AB5A-4A3A-95FC-47740545A27C}" type="pres">
      <dgm:prSet presAssocID="{5B530897-CA6B-43F2-A45E-9E32830ADB61}" presName="L2TextContainer" presStyleLbl="bgAccFollowNode1" presStyleIdx="2" presStyleCnt="6"/>
      <dgm:spPr/>
    </dgm:pt>
    <dgm:pt modelId="{8F572131-9308-485B-BAA8-9FFD3C00122E}" type="pres">
      <dgm:prSet presAssocID="{5B530897-CA6B-43F2-A45E-9E32830ADB61}" presName="FlexibleEmptyPlaceHolder" presStyleCnt="0"/>
      <dgm:spPr/>
    </dgm:pt>
    <dgm:pt modelId="{E73E965D-F727-40FF-A003-730C50330B30}" type="pres">
      <dgm:prSet presAssocID="{5B530897-CA6B-43F2-A45E-9E32830ADB61}" presName="ConnectLine" presStyleLbl="sibTrans1D1" presStyleIdx="2" presStyleCnt="6"/>
      <dgm:spPr/>
    </dgm:pt>
    <dgm:pt modelId="{3E457B1D-E61C-4628-998C-C2D26B184BB9}" type="pres">
      <dgm:prSet presAssocID="{5B530897-CA6B-43F2-A45E-9E32830ADB61}" presName="ConnectorPoint" presStyleLbl="node1" presStyleIdx="2" presStyleCnt="6"/>
      <dgm:spPr>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a:noFill/>
        </a:ln>
        <a:effectLst/>
      </dgm:spPr>
    </dgm:pt>
    <dgm:pt modelId="{6032D56B-5ADA-4DDE-AB51-AF668A312F35}" type="pres">
      <dgm:prSet presAssocID="{5B530897-CA6B-43F2-A45E-9E32830ADB61}" presName="EmptyPlaceHolder" presStyleCnt="0"/>
      <dgm:spPr/>
    </dgm:pt>
    <dgm:pt modelId="{ED75492B-F9BE-4FF2-8A58-6A1A9F259956}" type="pres">
      <dgm:prSet presAssocID="{A029987B-C0AA-456B-90AA-BE9B636EFC1C}" presName="spaceBetweenRectangles" presStyleCnt="0"/>
      <dgm:spPr/>
    </dgm:pt>
    <dgm:pt modelId="{DB0123DE-060D-47F4-82B7-35889023F591}" type="pres">
      <dgm:prSet presAssocID="{79CC1596-A2AE-4122-8B05-91F4D6098B88}" presName="composite" presStyleCnt="0"/>
      <dgm:spPr/>
    </dgm:pt>
    <dgm:pt modelId="{31DC4C57-07C5-4F0E-A5C0-5AA91D9F62BA}" type="pres">
      <dgm:prSet presAssocID="{79CC1596-A2AE-4122-8B05-91F4D6098B88}" presName="L1TextContainer" presStyleLbl="alignNode1" presStyleIdx="3" presStyleCnt="6">
        <dgm:presLayoutVars>
          <dgm:chMax val="1"/>
          <dgm:chPref val="1"/>
          <dgm:bulletEnabled val="1"/>
        </dgm:presLayoutVars>
      </dgm:prSet>
      <dgm:spPr/>
    </dgm:pt>
    <dgm:pt modelId="{13384453-62BB-41E3-AA7E-77D558FB29A4}" type="pres">
      <dgm:prSet presAssocID="{79CC1596-A2AE-4122-8B05-91F4D6098B88}" presName="L2TextContainerWrapper" presStyleCnt="0">
        <dgm:presLayoutVars>
          <dgm:bulletEnabled val="1"/>
        </dgm:presLayoutVars>
      </dgm:prSet>
      <dgm:spPr/>
    </dgm:pt>
    <dgm:pt modelId="{649282B0-C609-4323-9B90-46AE06DFB96C}" type="pres">
      <dgm:prSet presAssocID="{79CC1596-A2AE-4122-8B05-91F4D6098B88}" presName="L2TextContainer" presStyleLbl="bgAccFollowNode1" presStyleIdx="3" presStyleCnt="6"/>
      <dgm:spPr/>
    </dgm:pt>
    <dgm:pt modelId="{8DC6BE25-F5B8-4A44-8B20-12C4592675BF}" type="pres">
      <dgm:prSet presAssocID="{79CC1596-A2AE-4122-8B05-91F4D6098B88}" presName="FlexibleEmptyPlaceHolder" presStyleCnt="0"/>
      <dgm:spPr/>
    </dgm:pt>
    <dgm:pt modelId="{E5B3F3AF-36F9-4F7A-B961-79157A61C8B9}" type="pres">
      <dgm:prSet presAssocID="{79CC1596-A2AE-4122-8B05-91F4D6098B88}" presName="ConnectLine" presStyleLbl="sibTrans1D1" presStyleIdx="3" presStyleCnt="6"/>
      <dgm:spPr/>
    </dgm:pt>
    <dgm:pt modelId="{13917FBB-C21B-4209-BCDE-DD27DD25010E}" type="pres">
      <dgm:prSet presAssocID="{79CC1596-A2AE-4122-8B05-91F4D6098B88}" presName="ConnectorPoint" presStyleLbl="node1" presStyleIdx="3" presStyleCnt="6"/>
      <dgm:spPr>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a:noFill/>
        </a:ln>
        <a:effectLst/>
      </dgm:spPr>
    </dgm:pt>
    <dgm:pt modelId="{2905DFB4-41EC-4EE3-9167-766199F55D6E}" type="pres">
      <dgm:prSet presAssocID="{79CC1596-A2AE-4122-8B05-91F4D6098B88}" presName="EmptyPlaceHolder" presStyleCnt="0"/>
      <dgm:spPr/>
    </dgm:pt>
    <dgm:pt modelId="{6815259C-35D6-4F1F-97FF-5E0801EC5E7F}" type="pres">
      <dgm:prSet presAssocID="{76BC6430-076E-4706-A97F-C6E0479957AB}" presName="spaceBetweenRectangles" presStyleCnt="0"/>
      <dgm:spPr/>
    </dgm:pt>
    <dgm:pt modelId="{17431158-896C-4A5F-AB64-C0C5EA958AC0}" type="pres">
      <dgm:prSet presAssocID="{8362348F-5A9E-46E3-824D-A1FD3C638A14}" presName="composite" presStyleCnt="0"/>
      <dgm:spPr/>
    </dgm:pt>
    <dgm:pt modelId="{EA2BF639-43B5-40C7-BF27-40B955DDE474}" type="pres">
      <dgm:prSet presAssocID="{8362348F-5A9E-46E3-824D-A1FD3C638A14}" presName="L1TextContainer" presStyleLbl="alignNode1" presStyleIdx="4" presStyleCnt="6">
        <dgm:presLayoutVars>
          <dgm:chMax val="1"/>
          <dgm:chPref val="1"/>
          <dgm:bulletEnabled val="1"/>
        </dgm:presLayoutVars>
      </dgm:prSet>
      <dgm:spPr/>
    </dgm:pt>
    <dgm:pt modelId="{B586D318-E142-4BD0-B8FB-C727D3B0D44C}" type="pres">
      <dgm:prSet presAssocID="{8362348F-5A9E-46E3-824D-A1FD3C638A14}" presName="L2TextContainerWrapper" presStyleCnt="0">
        <dgm:presLayoutVars>
          <dgm:bulletEnabled val="1"/>
        </dgm:presLayoutVars>
      </dgm:prSet>
      <dgm:spPr/>
    </dgm:pt>
    <dgm:pt modelId="{963238B8-E824-459A-A05A-0C03E00E8318}" type="pres">
      <dgm:prSet presAssocID="{8362348F-5A9E-46E3-824D-A1FD3C638A14}" presName="L2TextContainer" presStyleLbl="bgAccFollowNode1" presStyleIdx="4" presStyleCnt="6"/>
      <dgm:spPr/>
    </dgm:pt>
    <dgm:pt modelId="{1FA6A988-1F3A-4583-9911-E41672267540}" type="pres">
      <dgm:prSet presAssocID="{8362348F-5A9E-46E3-824D-A1FD3C638A14}" presName="FlexibleEmptyPlaceHolder" presStyleCnt="0"/>
      <dgm:spPr/>
    </dgm:pt>
    <dgm:pt modelId="{20976C7D-9E86-4539-B6B4-9805F14FE990}" type="pres">
      <dgm:prSet presAssocID="{8362348F-5A9E-46E3-824D-A1FD3C638A14}" presName="ConnectLine" presStyleLbl="sibTrans1D1" presStyleIdx="4" presStyleCnt="6"/>
      <dgm:spPr/>
    </dgm:pt>
    <dgm:pt modelId="{81C66DA7-4708-4A17-8752-0F02DA49B05F}" type="pres">
      <dgm:prSet presAssocID="{8362348F-5A9E-46E3-824D-A1FD3C638A14}" presName="ConnectorPoint" presStyleLbl="node1" presStyleIdx="4" presStyleCnt="6"/>
      <dgm:spPr>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a:noFill/>
        </a:ln>
        <a:effectLst/>
      </dgm:spPr>
    </dgm:pt>
    <dgm:pt modelId="{95D289AF-DE4F-4572-BDA6-2B7967D95530}" type="pres">
      <dgm:prSet presAssocID="{8362348F-5A9E-46E3-824D-A1FD3C638A14}" presName="EmptyPlaceHolder" presStyleCnt="0"/>
      <dgm:spPr/>
    </dgm:pt>
    <dgm:pt modelId="{A2CD0A79-E7E4-4950-BD4E-E9B9ABA80A5B}" type="pres">
      <dgm:prSet presAssocID="{FDBDB8F2-2785-4941-B97F-2C245C38B5D7}" presName="spaceBetweenRectangles" presStyleCnt="0"/>
      <dgm:spPr/>
    </dgm:pt>
    <dgm:pt modelId="{45B7B1EB-B687-429C-845E-C297499003C7}" type="pres">
      <dgm:prSet presAssocID="{A2C1446B-0B1E-447C-AE93-07A16CBBEA7B}" presName="composite" presStyleCnt="0"/>
      <dgm:spPr/>
    </dgm:pt>
    <dgm:pt modelId="{E8382B3A-19B7-4AE7-9979-F0C6DFD08CB0}" type="pres">
      <dgm:prSet presAssocID="{A2C1446B-0B1E-447C-AE93-07A16CBBEA7B}" presName="L1TextContainer" presStyleLbl="alignNode1" presStyleIdx="5" presStyleCnt="6">
        <dgm:presLayoutVars>
          <dgm:chMax val="1"/>
          <dgm:chPref val="1"/>
          <dgm:bulletEnabled val="1"/>
        </dgm:presLayoutVars>
      </dgm:prSet>
      <dgm:spPr/>
    </dgm:pt>
    <dgm:pt modelId="{B87DF322-5396-45EB-BE74-7F367ACC4F4B}" type="pres">
      <dgm:prSet presAssocID="{A2C1446B-0B1E-447C-AE93-07A16CBBEA7B}" presName="L2TextContainerWrapper" presStyleCnt="0">
        <dgm:presLayoutVars>
          <dgm:bulletEnabled val="1"/>
        </dgm:presLayoutVars>
      </dgm:prSet>
      <dgm:spPr/>
    </dgm:pt>
    <dgm:pt modelId="{C0D6539F-FB19-49A9-85FA-8DF3B6106889}" type="pres">
      <dgm:prSet presAssocID="{A2C1446B-0B1E-447C-AE93-07A16CBBEA7B}" presName="L2TextContainer" presStyleLbl="bgAccFollowNode1" presStyleIdx="5" presStyleCnt="6"/>
      <dgm:spPr/>
    </dgm:pt>
    <dgm:pt modelId="{1DBDB1E2-B5B1-4C3B-AB2E-DF048BA2725D}" type="pres">
      <dgm:prSet presAssocID="{A2C1446B-0B1E-447C-AE93-07A16CBBEA7B}" presName="FlexibleEmptyPlaceHolder" presStyleCnt="0"/>
      <dgm:spPr/>
    </dgm:pt>
    <dgm:pt modelId="{65DAA518-98F3-4B31-81B4-2476E1704A7D}" type="pres">
      <dgm:prSet presAssocID="{A2C1446B-0B1E-447C-AE93-07A16CBBEA7B}" presName="ConnectLine" presStyleLbl="sibTrans1D1" presStyleIdx="5" presStyleCnt="6"/>
      <dgm:spPr/>
    </dgm:pt>
    <dgm:pt modelId="{1CD06E43-2745-4AD9-AAE8-E418C6FCFB3E}" type="pres">
      <dgm:prSet presAssocID="{A2C1446B-0B1E-447C-AE93-07A16CBBEA7B}" presName="ConnectorPoint" presStyleLbl="node1" presStyleIdx="5" presStyleCnt="6"/>
      <dgm:spPr>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a:noFill/>
        </a:ln>
        <a:effectLst/>
      </dgm:spPr>
    </dgm:pt>
    <dgm:pt modelId="{6EFCF81C-2DBA-4485-8466-0E82A3B3AB06}" type="pres">
      <dgm:prSet presAssocID="{A2C1446B-0B1E-447C-AE93-07A16CBBEA7B}" presName="EmptyPlaceHolder" presStyleCnt="0"/>
      <dgm:spPr/>
    </dgm:pt>
  </dgm:ptLst>
  <dgm:cxnLst>
    <dgm:cxn modelId="{46312C0B-1579-4A31-A678-CE59E1B9D208}" srcId="{A2C1446B-0B1E-447C-AE93-07A16CBBEA7B}" destId="{6681DFA9-7F4A-4C6B-9429-6C10B1B7A434}" srcOrd="0" destOrd="0" parTransId="{73902E22-4119-4D97-8B6A-D5479223071F}" sibTransId="{0939D87B-4ED6-4BA0-B5E0-09D2C67D5136}"/>
    <dgm:cxn modelId="{C60A660E-A44D-4721-8A82-30FA3E3320B5}" srcId="{149252AD-0C63-43B5-8680-A49999D290F5}" destId="{79CC1596-A2AE-4122-8B05-91F4D6098B88}" srcOrd="3" destOrd="0" parTransId="{DCC089C3-A39D-4B26-805E-C2594A154D34}" sibTransId="{76BC6430-076E-4706-A97F-C6E0479957AB}"/>
    <dgm:cxn modelId="{BF082D12-7F75-460A-9774-EDDB8B03FE86}" srcId="{149252AD-0C63-43B5-8680-A49999D290F5}" destId="{3648C895-D78A-498C-BD69-9D8434A880AE}" srcOrd="1" destOrd="0" parTransId="{BD932C1E-DD42-4085-927C-28E69BE2DA24}" sibTransId="{40866B2E-BD0C-4D28-9AA6-12F53973F11E}"/>
    <dgm:cxn modelId="{EDA10C22-03FD-41F0-BFDC-BDC1B34B93F0}" type="presOf" srcId="{5B530897-CA6B-43F2-A45E-9E32830ADB61}" destId="{72309532-AC2F-4916-BF3D-D1599996EEE1}" srcOrd="0" destOrd="0" presId="urn:microsoft.com/office/officeart/2017/3/layout/HorizontalLabelsTimeline"/>
    <dgm:cxn modelId="{A1F68D2E-8F65-4509-95AF-C2BB264A82FA}" srcId="{8362348F-5A9E-46E3-824D-A1FD3C638A14}" destId="{8A2DBE48-3E8F-4745-A731-E388213B5E6C}" srcOrd="0" destOrd="0" parTransId="{992BF0E4-7E26-4482-88B5-E8DA03FE6806}" sibTransId="{B9D7CB96-1972-46C9-A011-F610DEAC7F1E}"/>
    <dgm:cxn modelId="{EC88ED32-D5B6-40A2-B6AD-748C1E127702}" type="presOf" srcId="{33BEDBE3-D119-4C03-B93F-F9C8D5BAED9F}" destId="{2CC59620-AB5A-4A3A-95FC-47740545A27C}" srcOrd="0" destOrd="0" presId="urn:microsoft.com/office/officeart/2017/3/layout/HorizontalLabelsTimeline"/>
    <dgm:cxn modelId="{9301ED33-4615-42E6-A6A0-989F3C857D24}" type="presOf" srcId="{8362348F-5A9E-46E3-824D-A1FD3C638A14}" destId="{EA2BF639-43B5-40C7-BF27-40B955DDE474}" srcOrd="0" destOrd="0" presId="urn:microsoft.com/office/officeart/2017/3/layout/HorizontalLabelsTimeline"/>
    <dgm:cxn modelId="{1C2AE83C-06A3-418C-935A-0BEB59589544}" srcId="{3648C895-D78A-498C-BD69-9D8434A880AE}" destId="{4515A587-322B-4C3C-AB3C-9A22BDDE2E48}" srcOrd="0" destOrd="0" parTransId="{2DBE7BF7-1610-4385-BF06-513469C034DC}" sibTransId="{E233A9C4-323D-4CCE-976D-FAB242BDAEE9}"/>
    <dgm:cxn modelId="{5A661044-40AF-4417-81CF-EDBDEEB61C31}" srcId="{79CC1596-A2AE-4122-8B05-91F4D6098B88}" destId="{CAF0DD2D-7F1D-491B-B078-CD9D13AF9BEE}" srcOrd="0" destOrd="0" parTransId="{E091050D-2FC7-4481-85A4-9C29EC8CFAFB}" sibTransId="{C8B0F42B-440B-4C38-BC95-6DB124A50D3C}"/>
    <dgm:cxn modelId="{2E4C2453-FBBA-4B04-8F4C-5DE4A8446C1A}" type="presOf" srcId="{D3C20E7C-5047-4662-9388-EB74CFE771C0}" destId="{CFE2BFAA-6BFA-4F2D-93A6-12D147A213E4}" srcOrd="0" destOrd="0" presId="urn:microsoft.com/office/officeart/2017/3/layout/HorizontalLabelsTimeline"/>
    <dgm:cxn modelId="{C54DC574-2BED-4355-80C0-97F10E6AB530}" srcId="{149252AD-0C63-43B5-8680-A49999D290F5}" destId="{5B530897-CA6B-43F2-A45E-9E32830ADB61}" srcOrd="2" destOrd="0" parTransId="{7A7D61C6-564C-4BE7-9FCB-6825E6C3F207}" sibTransId="{A029987B-C0AA-456B-90AA-BE9B636EFC1C}"/>
    <dgm:cxn modelId="{45D75D56-5BBC-4D8E-9CD6-E01B3CB334D0}" type="presOf" srcId="{CAF0DD2D-7F1D-491B-B078-CD9D13AF9BEE}" destId="{649282B0-C609-4323-9B90-46AE06DFB96C}" srcOrd="0" destOrd="0" presId="urn:microsoft.com/office/officeart/2017/3/layout/HorizontalLabelsTimeline"/>
    <dgm:cxn modelId="{323B9199-7C7E-4773-997D-CDE870B169A1}" srcId="{5B530897-CA6B-43F2-A45E-9E32830ADB61}" destId="{33BEDBE3-D119-4C03-B93F-F9C8D5BAED9F}" srcOrd="0" destOrd="0" parTransId="{33094ACB-475D-474B-BE8C-6B5539828482}" sibTransId="{FDEC7395-9A29-4DA2-B629-33A0F97BEB5A}"/>
    <dgm:cxn modelId="{2AA2969A-6573-4391-90E5-5678A31BE239}" srcId="{149252AD-0C63-43B5-8680-A49999D290F5}" destId="{A2C1446B-0B1E-447C-AE93-07A16CBBEA7B}" srcOrd="5" destOrd="0" parTransId="{7D65E0D8-9D73-4666-B497-73F1D98A73D2}" sibTransId="{CF6ABE29-5F3F-4264-AD54-0DF65CB8833E}"/>
    <dgm:cxn modelId="{5BE65BAC-502A-4C4B-AF70-4197A1431F0B}" type="presOf" srcId="{8A2DBE48-3E8F-4745-A731-E388213B5E6C}" destId="{963238B8-E824-459A-A05A-0C03E00E8318}" srcOrd="0" destOrd="0" presId="urn:microsoft.com/office/officeart/2017/3/layout/HorizontalLabelsTimeline"/>
    <dgm:cxn modelId="{E57D30B4-D436-4886-A243-25102971EDDF}" srcId="{149252AD-0C63-43B5-8680-A49999D290F5}" destId="{D3C20E7C-5047-4662-9388-EB74CFE771C0}" srcOrd="0" destOrd="0" parTransId="{690784A7-1978-430C-A19B-3F0BF99D1397}" sibTransId="{B4D40A35-886D-4A8D-A814-ED2C41BA687E}"/>
    <dgm:cxn modelId="{B11FD9BD-8331-4E3C-B188-D3C2F7ABC0FA}" type="presOf" srcId="{4515A587-322B-4C3C-AB3C-9A22BDDE2E48}" destId="{F73E357C-1BE1-4E99-A979-3F2F87C14916}" srcOrd="0" destOrd="0" presId="urn:microsoft.com/office/officeart/2017/3/layout/HorizontalLabelsTimeline"/>
    <dgm:cxn modelId="{1861B6C5-1F6B-4E17-8073-660CA45E75B6}" type="presOf" srcId="{A2C1446B-0B1E-447C-AE93-07A16CBBEA7B}" destId="{E8382B3A-19B7-4AE7-9979-F0C6DFD08CB0}" srcOrd="0" destOrd="0" presId="urn:microsoft.com/office/officeart/2017/3/layout/HorizontalLabelsTimeline"/>
    <dgm:cxn modelId="{7BDE1CC8-399A-4CC4-9852-C656BF8A3DEC}" type="presOf" srcId="{6681DFA9-7F4A-4C6B-9429-6C10B1B7A434}" destId="{C0D6539F-FB19-49A9-85FA-8DF3B6106889}" srcOrd="0" destOrd="0" presId="urn:microsoft.com/office/officeart/2017/3/layout/HorizontalLabelsTimeline"/>
    <dgm:cxn modelId="{C4E4ADCC-E492-408C-80BA-EF07AE03E572}" type="presOf" srcId="{79CC1596-A2AE-4122-8B05-91F4D6098B88}" destId="{31DC4C57-07C5-4F0E-A5C0-5AA91D9F62BA}" srcOrd="0" destOrd="0" presId="urn:microsoft.com/office/officeart/2017/3/layout/HorizontalLabelsTimeline"/>
    <dgm:cxn modelId="{F5CCCDE2-6408-4529-82A2-AE4B36E3B07D}" type="presOf" srcId="{149252AD-0C63-43B5-8680-A49999D290F5}" destId="{C239F116-0CF8-465A-BF06-FD58B00A9E67}" srcOrd="0" destOrd="0" presId="urn:microsoft.com/office/officeart/2017/3/layout/HorizontalLabelsTimeline"/>
    <dgm:cxn modelId="{8AA12AE3-85F8-46C7-AEF6-8CB00CC71D7B}" srcId="{D3C20E7C-5047-4662-9388-EB74CFE771C0}" destId="{07B86FEF-42F4-4266-9B9C-0CC8CD6B888F}" srcOrd="0" destOrd="0" parTransId="{399CA230-0023-4034-A3FC-68C0CB6EFB61}" sibTransId="{5B8E785F-EFE8-4A25-8649-EBE1392A229A}"/>
    <dgm:cxn modelId="{EAB1FBE5-454E-414D-89EE-E11976F4859D}" srcId="{149252AD-0C63-43B5-8680-A49999D290F5}" destId="{8362348F-5A9E-46E3-824D-A1FD3C638A14}" srcOrd="4" destOrd="0" parTransId="{83C3E0FB-2494-4EDF-83D3-B87DB430F9E4}" sibTransId="{FDBDB8F2-2785-4941-B97F-2C245C38B5D7}"/>
    <dgm:cxn modelId="{7670AAE9-A18D-4F62-81AD-94E51654802F}" type="presOf" srcId="{07B86FEF-42F4-4266-9B9C-0CC8CD6B888F}" destId="{76F27897-8386-4F14-8535-4E16F8D440EB}" srcOrd="0" destOrd="0" presId="urn:microsoft.com/office/officeart/2017/3/layout/HorizontalLabelsTimeline"/>
    <dgm:cxn modelId="{D27E60F4-1E17-48BA-AE8D-5E7B78F6D371}" type="presOf" srcId="{3648C895-D78A-498C-BD69-9D8434A880AE}" destId="{3022EF27-5C34-48F3-8A3D-02089E871DBB}" srcOrd="0" destOrd="0" presId="urn:microsoft.com/office/officeart/2017/3/layout/HorizontalLabelsTimeline"/>
    <dgm:cxn modelId="{64385CD6-A23D-4E69-9604-2E306A57BCE3}" type="presParOf" srcId="{C239F116-0CF8-465A-BF06-FD58B00A9E67}" destId="{46759C81-94AA-45D6-8004-CA9B22CF77E3}" srcOrd="0" destOrd="0" presId="urn:microsoft.com/office/officeart/2017/3/layout/HorizontalLabelsTimeline"/>
    <dgm:cxn modelId="{9FEFA1E0-2007-4BD6-B1E9-F3B77DA3EE00}" type="presParOf" srcId="{C239F116-0CF8-465A-BF06-FD58B00A9E67}" destId="{15A9F76B-E8E8-4462-BB02-BF495A3FFB3D}" srcOrd="1" destOrd="0" presId="urn:microsoft.com/office/officeart/2017/3/layout/HorizontalLabelsTimeline"/>
    <dgm:cxn modelId="{6C979B36-1BF6-4E46-89AC-4A67CF21A86B}" type="presParOf" srcId="{15A9F76B-E8E8-4462-BB02-BF495A3FFB3D}" destId="{E5E07211-C32F-4716-A028-7B0D2B2BD3C7}" srcOrd="0" destOrd="0" presId="urn:microsoft.com/office/officeart/2017/3/layout/HorizontalLabelsTimeline"/>
    <dgm:cxn modelId="{0857C625-BB81-4596-B6FC-7E7E4748AED0}" type="presParOf" srcId="{E5E07211-C32F-4716-A028-7B0D2B2BD3C7}" destId="{CFE2BFAA-6BFA-4F2D-93A6-12D147A213E4}" srcOrd="0" destOrd="0" presId="urn:microsoft.com/office/officeart/2017/3/layout/HorizontalLabelsTimeline"/>
    <dgm:cxn modelId="{D1A76459-C0AF-4503-8C26-B8E70C221CCB}" type="presParOf" srcId="{E5E07211-C32F-4716-A028-7B0D2B2BD3C7}" destId="{6EB711F3-B27D-4314-B549-A504322BCF2F}" srcOrd="1" destOrd="0" presId="urn:microsoft.com/office/officeart/2017/3/layout/HorizontalLabelsTimeline"/>
    <dgm:cxn modelId="{E7B7437B-0DFB-4505-BCE8-CC3AA796E47D}" type="presParOf" srcId="{6EB711F3-B27D-4314-B549-A504322BCF2F}" destId="{76F27897-8386-4F14-8535-4E16F8D440EB}" srcOrd="0" destOrd="0" presId="urn:microsoft.com/office/officeart/2017/3/layout/HorizontalLabelsTimeline"/>
    <dgm:cxn modelId="{A012E9CF-7A06-4E16-B3E1-DE996C13057B}" type="presParOf" srcId="{6EB711F3-B27D-4314-B549-A504322BCF2F}" destId="{77B9EC38-D422-4932-B240-1298FAA933F4}" srcOrd="1" destOrd="0" presId="urn:microsoft.com/office/officeart/2017/3/layout/HorizontalLabelsTimeline"/>
    <dgm:cxn modelId="{9F961F7A-80A8-4F88-8FB0-F8876584B9CD}" type="presParOf" srcId="{E5E07211-C32F-4716-A028-7B0D2B2BD3C7}" destId="{C69541F9-CEFA-4606-9FDD-9AFA993C9070}" srcOrd="2" destOrd="0" presId="urn:microsoft.com/office/officeart/2017/3/layout/HorizontalLabelsTimeline"/>
    <dgm:cxn modelId="{32CFAC99-B7CA-47FF-A362-A576189BAA56}" type="presParOf" srcId="{E5E07211-C32F-4716-A028-7B0D2B2BD3C7}" destId="{91A1899F-276F-409B-8D83-CC75D59B3B86}" srcOrd="3" destOrd="0" presId="urn:microsoft.com/office/officeart/2017/3/layout/HorizontalLabelsTimeline"/>
    <dgm:cxn modelId="{C39A843D-BC16-4033-8C15-50215A990499}" type="presParOf" srcId="{E5E07211-C32F-4716-A028-7B0D2B2BD3C7}" destId="{E30A5D39-A05A-4F22-99B6-4C9FA6C2E4B4}" srcOrd="4" destOrd="0" presId="urn:microsoft.com/office/officeart/2017/3/layout/HorizontalLabelsTimeline"/>
    <dgm:cxn modelId="{B06B5463-E351-4E67-A692-BF13E187F457}" type="presParOf" srcId="{15A9F76B-E8E8-4462-BB02-BF495A3FFB3D}" destId="{3FE4E39C-B1A1-423D-BF09-E654F9AB0560}" srcOrd="1" destOrd="0" presId="urn:microsoft.com/office/officeart/2017/3/layout/HorizontalLabelsTimeline"/>
    <dgm:cxn modelId="{8F7AD08D-80B6-4831-B6C7-B382C3BC94E6}" type="presParOf" srcId="{15A9F76B-E8E8-4462-BB02-BF495A3FFB3D}" destId="{3933C756-1AC9-467D-988A-E69D9480CD3E}" srcOrd="2" destOrd="0" presId="urn:microsoft.com/office/officeart/2017/3/layout/HorizontalLabelsTimeline"/>
    <dgm:cxn modelId="{13F5756F-3DD2-4786-8EBC-B0D86073C73F}" type="presParOf" srcId="{3933C756-1AC9-467D-988A-E69D9480CD3E}" destId="{3022EF27-5C34-48F3-8A3D-02089E871DBB}" srcOrd="0" destOrd="0" presId="urn:microsoft.com/office/officeart/2017/3/layout/HorizontalLabelsTimeline"/>
    <dgm:cxn modelId="{172C9454-CCC7-45DE-87B0-5B65249DE758}" type="presParOf" srcId="{3933C756-1AC9-467D-988A-E69D9480CD3E}" destId="{9AEB21BA-1A26-4BBD-A0B6-DFEEEA866594}" srcOrd="1" destOrd="0" presId="urn:microsoft.com/office/officeart/2017/3/layout/HorizontalLabelsTimeline"/>
    <dgm:cxn modelId="{71080C07-A400-415B-8756-4C524EE50D76}" type="presParOf" srcId="{9AEB21BA-1A26-4BBD-A0B6-DFEEEA866594}" destId="{F73E357C-1BE1-4E99-A979-3F2F87C14916}" srcOrd="0" destOrd="0" presId="urn:microsoft.com/office/officeart/2017/3/layout/HorizontalLabelsTimeline"/>
    <dgm:cxn modelId="{BD729E9A-137D-427C-87E3-AD93570AD53E}" type="presParOf" srcId="{9AEB21BA-1A26-4BBD-A0B6-DFEEEA866594}" destId="{E3B78E1C-CA78-4970-97BF-00DA14674D0F}" srcOrd="1" destOrd="0" presId="urn:microsoft.com/office/officeart/2017/3/layout/HorizontalLabelsTimeline"/>
    <dgm:cxn modelId="{0463EFD4-4976-4F3E-ABC6-AAC899E0D3BA}" type="presParOf" srcId="{3933C756-1AC9-467D-988A-E69D9480CD3E}" destId="{067D961F-113D-4DD5-B8F6-DEAB1E2488C6}" srcOrd="2" destOrd="0" presId="urn:microsoft.com/office/officeart/2017/3/layout/HorizontalLabelsTimeline"/>
    <dgm:cxn modelId="{B560A4C7-68B8-4F73-9DAF-99A17B6D5946}" type="presParOf" srcId="{3933C756-1AC9-467D-988A-E69D9480CD3E}" destId="{79264171-7610-4DC2-9360-CAFE0EDF7727}" srcOrd="3" destOrd="0" presId="urn:microsoft.com/office/officeart/2017/3/layout/HorizontalLabelsTimeline"/>
    <dgm:cxn modelId="{B9F079B7-7145-40A4-8612-495EE45216E9}" type="presParOf" srcId="{3933C756-1AC9-467D-988A-E69D9480CD3E}" destId="{B0519398-DE52-4759-8FDC-66E24B637EE0}" srcOrd="4" destOrd="0" presId="urn:microsoft.com/office/officeart/2017/3/layout/HorizontalLabelsTimeline"/>
    <dgm:cxn modelId="{0026AB30-9CE4-44BF-9CB7-A2402F2FD7C6}" type="presParOf" srcId="{15A9F76B-E8E8-4462-BB02-BF495A3FFB3D}" destId="{25D4101E-1F6D-4145-B52E-9BBC500A149C}" srcOrd="3" destOrd="0" presId="urn:microsoft.com/office/officeart/2017/3/layout/HorizontalLabelsTimeline"/>
    <dgm:cxn modelId="{F66EBFE1-65BD-4047-AA15-D6B7A005846A}" type="presParOf" srcId="{15A9F76B-E8E8-4462-BB02-BF495A3FFB3D}" destId="{9F34CCD7-21A3-46C9-89EE-4599F055FFA5}" srcOrd="4" destOrd="0" presId="urn:microsoft.com/office/officeart/2017/3/layout/HorizontalLabelsTimeline"/>
    <dgm:cxn modelId="{3F7C7E91-307B-40D8-9930-CB055FCE36B4}" type="presParOf" srcId="{9F34CCD7-21A3-46C9-89EE-4599F055FFA5}" destId="{72309532-AC2F-4916-BF3D-D1599996EEE1}" srcOrd="0" destOrd="0" presId="urn:microsoft.com/office/officeart/2017/3/layout/HorizontalLabelsTimeline"/>
    <dgm:cxn modelId="{AF9F00B6-0C2F-4384-925D-07F6204069CB}" type="presParOf" srcId="{9F34CCD7-21A3-46C9-89EE-4599F055FFA5}" destId="{8A93D56D-D167-4455-A614-49871FA56C77}" srcOrd="1" destOrd="0" presId="urn:microsoft.com/office/officeart/2017/3/layout/HorizontalLabelsTimeline"/>
    <dgm:cxn modelId="{71AA1632-911E-41CC-BDD8-E0D180500946}" type="presParOf" srcId="{8A93D56D-D167-4455-A614-49871FA56C77}" destId="{2CC59620-AB5A-4A3A-95FC-47740545A27C}" srcOrd="0" destOrd="0" presId="urn:microsoft.com/office/officeart/2017/3/layout/HorizontalLabelsTimeline"/>
    <dgm:cxn modelId="{AC424B52-0DF8-4712-9F6D-1839BF3F7394}" type="presParOf" srcId="{8A93D56D-D167-4455-A614-49871FA56C77}" destId="{8F572131-9308-485B-BAA8-9FFD3C00122E}" srcOrd="1" destOrd="0" presId="urn:microsoft.com/office/officeart/2017/3/layout/HorizontalLabelsTimeline"/>
    <dgm:cxn modelId="{988E2AE5-D62C-4B9C-B725-B5B4357E53EB}" type="presParOf" srcId="{9F34CCD7-21A3-46C9-89EE-4599F055FFA5}" destId="{E73E965D-F727-40FF-A003-730C50330B30}" srcOrd="2" destOrd="0" presId="urn:microsoft.com/office/officeart/2017/3/layout/HorizontalLabelsTimeline"/>
    <dgm:cxn modelId="{62D7193F-67C4-49BA-B20A-9DD935A0800C}" type="presParOf" srcId="{9F34CCD7-21A3-46C9-89EE-4599F055FFA5}" destId="{3E457B1D-E61C-4628-998C-C2D26B184BB9}" srcOrd="3" destOrd="0" presId="urn:microsoft.com/office/officeart/2017/3/layout/HorizontalLabelsTimeline"/>
    <dgm:cxn modelId="{BA799675-E6A4-4715-AB7E-8918E5AFBA0C}" type="presParOf" srcId="{9F34CCD7-21A3-46C9-89EE-4599F055FFA5}" destId="{6032D56B-5ADA-4DDE-AB51-AF668A312F35}" srcOrd="4" destOrd="0" presId="urn:microsoft.com/office/officeart/2017/3/layout/HorizontalLabelsTimeline"/>
    <dgm:cxn modelId="{131A82A9-7248-4C9B-A394-7450D841F9C0}" type="presParOf" srcId="{15A9F76B-E8E8-4462-BB02-BF495A3FFB3D}" destId="{ED75492B-F9BE-4FF2-8A58-6A1A9F259956}" srcOrd="5" destOrd="0" presId="urn:microsoft.com/office/officeart/2017/3/layout/HorizontalLabelsTimeline"/>
    <dgm:cxn modelId="{34422866-091C-4310-9926-D8CF83D4F711}" type="presParOf" srcId="{15A9F76B-E8E8-4462-BB02-BF495A3FFB3D}" destId="{DB0123DE-060D-47F4-82B7-35889023F591}" srcOrd="6" destOrd="0" presId="urn:microsoft.com/office/officeart/2017/3/layout/HorizontalLabelsTimeline"/>
    <dgm:cxn modelId="{F43534BC-9EE7-40E2-BF89-3205CA656D59}" type="presParOf" srcId="{DB0123DE-060D-47F4-82B7-35889023F591}" destId="{31DC4C57-07C5-4F0E-A5C0-5AA91D9F62BA}" srcOrd="0" destOrd="0" presId="urn:microsoft.com/office/officeart/2017/3/layout/HorizontalLabelsTimeline"/>
    <dgm:cxn modelId="{ABFA26DC-3C72-41A9-93FE-EA14DC097F8B}" type="presParOf" srcId="{DB0123DE-060D-47F4-82B7-35889023F591}" destId="{13384453-62BB-41E3-AA7E-77D558FB29A4}" srcOrd="1" destOrd="0" presId="urn:microsoft.com/office/officeart/2017/3/layout/HorizontalLabelsTimeline"/>
    <dgm:cxn modelId="{8FCB67C8-580C-4507-AD4C-05BD80722171}" type="presParOf" srcId="{13384453-62BB-41E3-AA7E-77D558FB29A4}" destId="{649282B0-C609-4323-9B90-46AE06DFB96C}" srcOrd="0" destOrd="0" presId="urn:microsoft.com/office/officeart/2017/3/layout/HorizontalLabelsTimeline"/>
    <dgm:cxn modelId="{D6221386-5582-424B-A27A-4EB7EE6DA1DB}" type="presParOf" srcId="{13384453-62BB-41E3-AA7E-77D558FB29A4}" destId="{8DC6BE25-F5B8-4A44-8B20-12C4592675BF}" srcOrd="1" destOrd="0" presId="urn:microsoft.com/office/officeart/2017/3/layout/HorizontalLabelsTimeline"/>
    <dgm:cxn modelId="{C75C05B4-397C-4147-B574-0F14C0967E10}" type="presParOf" srcId="{DB0123DE-060D-47F4-82B7-35889023F591}" destId="{E5B3F3AF-36F9-4F7A-B961-79157A61C8B9}" srcOrd="2" destOrd="0" presId="urn:microsoft.com/office/officeart/2017/3/layout/HorizontalLabelsTimeline"/>
    <dgm:cxn modelId="{049CC1F0-D6C5-4179-B829-56D62035A696}" type="presParOf" srcId="{DB0123DE-060D-47F4-82B7-35889023F591}" destId="{13917FBB-C21B-4209-BCDE-DD27DD25010E}" srcOrd="3" destOrd="0" presId="urn:microsoft.com/office/officeart/2017/3/layout/HorizontalLabelsTimeline"/>
    <dgm:cxn modelId="{A8513F5F-35E7-41A5-99C5-ECAAB3C9A838}" type="presParOf" srcId="{DB0123DE-060D-47F4-82B7-35889023F591}" destId="{2905DFB4-41EC-4EE3-9167-766199F55D6E}" srcOrd="4" destOrd="0" presId="urn:microsoft.com/office/officeart/2017/3/layout/HorizontalLabelsTimeline"/>
    <dgm:cxn modelId="{0F4FFD3A-2E77-434F-A36C-E6C8CD878C03}" type="presParOf" srcId="{15A9F76B-E8E8-4462-BB02-BF495A3FFB3D}" destId="{6815259C-35D6-4F1F-97FF-5E0801EC5E7F}" srcOrd="7" destOrd="0" presId="urn:microsoft.com/office/officeart/2017/3/layout/HorizontalLabelsTimeline"/>
    <dgm:cxn modelId="{3737B587-C72F-415E-9ADD-7FE304268B5A}" type="presParOf" srcId="{15A9F76B-E8E8-4462-BB02-BF495A3FFB3D}" destId="{17431158-896C-4A5F-AB64-C0C5EA958AC0}" srcOrd="8" destOrd="0" presId="urn:microsoft.com/office/officeart/2017/3/layout/HorizontalLabelsTimeline"/>
    <dgm:cxn modelId="{7683C594-9D8A-4B14-869B-098E34A7FDED}" type="presParOf" srcId="{17431158-896C-4A5F-AB64-C0C5EA958AC0}" destId="{EA2BF639-43B5-40C7-BF27-40B955DDE474}" srcOrd="0" destOrd="0" presId="urn:microsoft.com/office/officeart/2017/3/layout/HorizontalLabelsTimeline"/>
    <dgm:cxn modelId="{72EEDDCD-9939-40FC-B75E-A0C4A085316D}" type="presParOf" srcId="{17431158-896C-4A5F-AB64-C0C5EA958AC0}" destId="{B586D318-E142-4BD0-B8FB-C727D3B0D44C}" srcOrd="1" destOrd="0" presId="urn:microsoft.com/office/officeart/2017/3/layout/HorizontalLabelsTimeline"/>
    <dgm:cxn modelId="{9F11942A-3065-405F-A296-14E5D04747AC}" type="presParOf" srcId="{B586D318-E142-4BD0-B8FB-C727D3B0D44C}" destId="{963238B8-E824-459A-A05A-0C03E00E8318}" srcOrd="0" destOrd="0" presId="urn:microsoft.com/office/officeart/2017/3/layout/HorizontalLabelsTimeline"/>
    <dgm:cxn modelId="{7FE7F2B1-0C00-437A-9238-9060C676CCFB}" type="presParOf" srcId="{B586D318-E142-4BD0-B8FB-C727D3B0D44C}" destId="{1FA6A988-1F3A-4583-9911-E41672267540}" srcOrd="1" destOrd="0" presId="urn:microsoft.com/office/officeart/2017/3/layout/HorizontalLabelsTimeline"/>
    <dgm:cxn modelId="{649B84CF-72BF-4B31-88CF-CBE8B0CD0852}" type="presParOf" srcId="{17431158-896C-4A5F-AB64-C0C5EA958AC0}" destId="{20976C7D-9E86-4539-B6B4-9805F14FE990}" srcOrd="2" destOrd="0" presId="urn:microsoft.com/office/officeart/2017/3/layout/HorizontalLabelsTimeline"/>
    <dgm:cxn modelId="{99E2DF08-2802-4059-9611-52D5D18A708F}" type="presParOf" srcId="{17431158-896C-4A5F-AB64-C0C5EA958AC0}" destId="{81C66DA7-4708-4A17-8752-0F02DA49B05F}" srcOrd="3" destOrd="0" presId="urn:microsoft.com/office/officeart/2017/3/layout/HorizontalLabelsTimeline"/>
    <dgm:cxn modelId="{63EC3C9E-4AC0-4411-BEF4-4CB651DC1561}" type="presParOf" srcId="{17431158-896C-4A5F-AB64-C0C5EA958AC0}" destId="{95D289AF-DE4F-4572-BDA6-2B7967D95530}" srcOrd="4" destOrd="0" presId="urn:microsoft.com/office/officeart/2017/3/layout/HorizontalLabelsTimeline"/>
    <dgm:cxn modelId="{F2DAC8B7-9709-4769-A83F-329CC05930DE}" type="presParOf" srcId="{15A9F76B-E8E8-4462-BB02-BF495A3FFB3D}" destId="{A2CD0A79-E7E4-4950-BD4E-E9B9ABA80A5B}" srcOrd="9" destOrd="0" presId="urn:microsoft.com/office/officeart/2017/3/layout/HorizontalLabelsTimeline"/>
    <dgm:cxn modelId="{F07909CB-06FD-460F-B65E-63A3ECA14849}" type="presParOf" srcId="{15A9F76B-E8E8-4462-BB02-BF495A3FFB3D}" destId="{45B7B1EB-B687-429C-845E-C297499003C7}" srcOrd="10" destOrd="0" presId="urn:microsoft.com/office/officeart/2017/3/layout/HorizontalLabelsTimeline"/>
    <dgm:cxn modelId="{47E128DD-2C54-4E5A-BA9F-0FE8D511049C}" type="presParOf" srcId="{45B7B1EB-B687-429C-845E-C297499003C7}" destId="{E8382B3A-19B7-4AE7-9979-F0C6DFD08CB0}" srcOrd="0" destOrd="0" presId="urn:microsoft.com/office/officeart/2017/3/layout/HorizontalLabelsTimeline"/>
    <dgm:cxn modelId="{DDA052F8-2D17-4CDD-BCB0-738F0DBF728D}" type="presParOf" srcId="{45B7B1EB-B687-429C-845E-C297499003C7}" destId="{B87DF322-5396-45EB-BE74-7F367ACC4F4B}" srcOrd="1" destOrd="0" presId="urn:microsoft.com/office/officeart/2017/3/layout/HorizontalLabelsTimeline"/>
    <dgm:cxn modelId="{A5709B72-B174-4910-A43D-0F8C45ED096E}" type="presParOf" srcId="{B87DF322-5396-45EB-BE74-7F367ACC4F4B}" destId="{C0D6539F-FB19-49A9-85FA-8DF3B6106889}" srcOrd="0" destOrd="0" presId="urn:microsoft.com/office/officeart/2017/3/layout/HorizontalLabelsTimeline"/>
    <dgm:cxn modelId="{07A03636-BDDD-4B94-BD90-881CCC12E9A8}" type="presParOf" srcId="{B87DF322-5396-45EB-BE74-7F367ACC4F4B}" destId="{1DBDB1E2-B5B1-4C3B-AB2E-DF048BA2725D}" srcOrd="1" destOrd="0" presId="urn:microsoft.com/office/officeart/2017/3/layout/HorizontalLabelsTimeline"/>
    <dgm:cxn modelId="{0B92AF84-50B8-4B78-811A-202F2A8DB696}" type="presParOf" srcId="{45B7B1EB-B687-429C-845E-C297499003C7}" destId="{65DAA518-98F3-4B31-81B4-2476E1704A7D}" srcOrd="2" destOrd="0" presId="urn:microsoft.com/office/officeart/2017/3/layout/HorizontalLabelsTimeline"/>
    <dgm:cxn modelId="{911AB77C-AF99-44D5-907B-24362503167A}" type="presParOf" srcId="{45B7B1EB-B687-429C-845E-C297499003C7}" destId="{1CD06E43-2745-4AD9-AAE8-E418C6FCFB3E}" srcOrd="3" destOrd="0" presId="urn:microsoft.com/office/officeart/2017/3/layout/HorizontalLabelsTimeline"/>
    <dgm:cxn modelId="{CAFC7E35-4B10-4076-A145-71EE091AD320}" type="presParOf" srcId="{45B7B1EB-B687-429C-845E-C297499003C7}" destId="{6EFCF81C-2DBA-4485-8466-0E82A3B3AB06}" srcOrd="4" destOrd="0" presId="urn:microsoft.com/office/officeart/2017/3/layout/HorizontalLabels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52035D-90BC-4B5B-B349-94ECCDAEDC1C}"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3A944356-CF81-4C6B-9B63-3CAC0BF10BF7}">
      <dgm:prSet/>
      <dgm:spPr/>
      <dgm:t>
        <a:bodyPr/>
        <a:lstStyle/>
        <a:p>
          <a:r>
            <a:rPr lang="en-US" b="1"/>
            <a:t>Traditional Programming:</a:t>
          </a:r>
          <a:endParaRPr lang="en-US"/>
        </a:p>
      </dgm:t>
    </dgm:pt>
    <dgm:pt modelId="{690239E6-D228-4B4D-AE53-864BE50EADF5}" type="parTrans" cxnId="{383C4892-E1E3-4ED1-84C0-621E600B85DC}">
      <dgm:prSet/>
      <dgm:spPr/>
      <dgm:t>
        <a:bodyPr/>
        <a:lstStyle/>
        <a:p>
          <a:endParaRPr lang="en-US"/>
        </a:p>
      </dgm:t>
    </dgm:pt>
    <dgm:pt modelId="{1F9C1B95-FD26-4656-8486-51834923AE3A}" type="sibTrans" cxnId="{383C4892-E1E3-4ED1-84C0-621E600B85DC}">
      <dgm:prSet/>
      <dgm:spPr/>
      <dgm:t>
        <a:bodyPr/>
        <a:lstStyle/>
        <a:p>
          <a:endParaRPr lang="en-US"/>
        </a:p>
      </dgm:t>
    </dgm:pt>
    <dgm:pt modelId="{599B39AD-5FEB-4F42-912F-7DD7840FA5BF}">
      <dgm:prSet/>
      <dgm:spPr/>
      <dgm:t>
        <a:bodyPr/>
        <a:lstStyle/>
        <a:p>
          <a:r>
            <a:rPr lang="en-US"/>
            <a:t>Input + Explicit Rules (Code) = Output.</a:t>
          </a:r>
        </a:p>
      </dgm:t>
    </dgm:pt>
    <dgm:pt modelId="{D13888F3-989E-4B97-95AB-8F03D8065729}" type="parTrans" cxnId="{CE8515FE-0578-4C21-9270-EBC80997AE8E}">
      <dgm:prSet/>
      <dgm:spPr/>
      <dgm:t>
        <a:bodyPr/>
        <a:lstStyle/>
        <a:p>
          <a:endParaRPr lang="en-US"/>
        </a:p>
      </dgm:t>
    </dgm:pt>
    <dgm:pt modelId="{9290047E-477A-4C64-B4D7-2DE9C1517FBF}" type="sibTrans" cxnId="{CE8515FE-0578-4C21-9270-EBC80997AE8E}">
      <dgm:prSet/>
      <dgm:spPr/>
      <dgm:t>
        <a:bodyPr/>
        <a:lstStyle/>
        <a:p>
          <a:endParaRPr lang="en-US"/>
        </a:p>
      </dgm:t>
    </dgm:pt>
    <dgm:pt modelId="{9FF04642-F521-4B50-9792-9AB46E54C279}">
      <dgm:prSet/>
      <dgm:spPr/>
      <dgm:t>
        <a:bodyPr/>
        <a:lstStyle/>
        <a:p>
          <a:r>
            <a:rPr lang="en-US" b="1"/>
            <a:t>Traditional Machine Learning:</a:t>
          </a:r>
          <a:endParaRPr lang="en-US"/>
        </a:p>
      </dgm:t>
    </dgm:pt>
    <dgm:pt modelId="{508407CD-E164-4316-AE25-6DA9A6F6AD77}" type="parTrans" cxnId="{92E9758A-00BA-4272-9BF7-6E6166D8A37E}">
      <dgm:prSet/>
      <dgm:spPr/>
      <dgm:t>
        <a:bodyPr/>
        <a:lstStyle/>
        <a:p>
          <a:endParaRPr lang="en-US"/>
        </a:p>
      </dgm:t>
    </dgm:pt>
    <dgm:pt modelId="{A5C47C8C-2DC7-47CA-8D17-23F7B348BE49}" type="sibTrans" cxnId="{92E9758A-00BA-4272-9BF7-6E6166D8A37E}">
      <dgm:prSet/>
      <dgm:spPr/>
      <dgm:t>
        <a:bodyPr/>
        <a:lstStyle/>
        <a:p>
          <a:endParaRPr lang="en-US"/>
        </a:p>
      </dgm:t>
    </dgm:pt>
    <dgm:pt modelId="{FD8DC5C9-EF38-43F3-8BDF-941EEF7BF6CC}">
      <dgm:prSet/>
      <dgm:spPr/>
      <dgm:t>
        <a:bodyPr/>
        <a:lstStyle/>
        <a:p>
          <a:r>
            <a:rPr lang="en-US"/>
            <a:t>Input + Output Data = Learned Rules.</a:t>
          </a:r>
        </a:p>
      </dgm:t>
    </dgm:pt>
    <dgm:pt modelId="{563FD99D-0165-4608-9176-06D2B40505F4}" type="parTrans" cxnId="{8A5D98F2-59CD-4320-AA0F-EDA3DFE83526}">
      <dgm:prSet/>
      <dgm:spPr/>
      <dgm:t>
        <a:bodyPr/>
        <a:lstStyle/>
        <a:p>
          <a:endParaRPr lang="en-US"/>
        </a:p>
      </dgm:t>
    </dgm:pt>
    <dgm:pt modelId="{5B4103EB-25D7-4D06-BE91-76D2B8D93A08}" type="sibTrans" cxnId="{8A5D98F2-59CD-4320-AA0F-EDA3DFE83526}">
      <dgm:prSet/>
      <dgm:spPr/>
      <dgm:t>
        <a:bodyPr/>
        <a:lstStyle/>
        <a:p>
          <a:endParaRPr lang="en-US"/>
        </a:p>
      </dgm:t>
    </dgm:pt>
    <dgm:pt modelId="{7C655393-1F1E-4636-901F-7A206B5C5E2F}">
      <dgm:prSet/>
      <dgm:spPr/>
      <dgm:t>
        <a:bodyPr/>
        <a:lstStyle/>
        <a:p>
          <a:r>
            <a:rPr lang="en-US" b="1"/>
            <a:t>The LLM Paradigm (Prompting):</a:t>
          </a:r>
          <a:endParaRPr lang="en-US"/>
        </a:p>
      </dgm:t>
    </dgm:pt>
    <dgm:pt modelId="{0E18E0D9-EDB2-4793-9214-6FE4C6105DAE}" type="parTrans" cxnId="{E0F05648-A9D7-4D5D-B5D2-0B47AF23F7D5}">
      <dgm:prSet/>
      <dgm:spPr/>
      <dgm:t>
        <a:bodyPr/>
        <a:lstStyle/>
        <a:p>
          <a:endParaRPr lang="en-US"/>
        </a:p>
      </dgm:t>
    </dgm:pt>
    <dgm:pt modelId="{5F318D7A-1F18-4C18-968F-60BBD1D31017}" type="sibTrans" cxnId="{E0F05648-A9D7-4D5D-B5D2-0B47AF23F7D5}">
      <dgm:prSet/>
      <dgm:spPr/>
      <dgm:t>
        <a:bodyPr/>
        <a:lstStyle/>
        <a:p>
          <a:endParaRPr lang="en-US"/>
        </a:p>
      </dgm:t>
    </dgm:pt>
    <dgm:pt modelId="{0A4717E1-D970-4394-9E39-1FD037844D86}">
      <dgm:prSet/>
      <dgm:spPr/>
      <dgm:t>
        <a:bodyPr/>
        <a:lstStyle/>
        <a:p>
          <a:r>
            <a:rPr lang="en-US"/>
            <a:t>Natural Language Instruction + Context = Reasoning &amp; Output.</a:t>
          </a:r>
        </a:p>
      </dgm:t>
    </dgm:pt>
    <dgm:pt modelId="{F18F81EE-3C22-4853-B999-B3F3402B1BD7}" type="parTrans" cxnId="{8EFAB638-FEBC-439D-A4F6-3B2AA8E3DA44}">
      <dgm:prSet/>
      <dgm:spPr/>
      <dgm:t>
        <a:bodyPr/>
        <a:lstStyle/>
        <a:p>
          <a:endParaRPr lang="en-US"/>
        </a:p>
      </dgm:t>
    </dgm:pt>
    <dgm:pt modelId="{47743823-2437-4956-B183-904A23350B6F}" type="sibTrans" cxnId="{8EFAB638-FEBC-439D-A4F6-3B2AA8E3DA44}">
      <dgm:prSet/>
      <dgm:spPr/>
      <dgm:t>
        <a:bodyPr/>
        <a:lstStyle/>
        <a:p>
          <a:endParaRPr lang="en-US"/>
        </a:p>
      </dgm:t>
    </dgm:pt>
    <dgm:pt modelId="{A6A8FF00-574E-4A6B-A086-A8C8580A0BBD}">
      <dgm:prSet/>
      <dgm:spPr/>
      <dgm:t>
        <a:bodyPr/>
        <a:lstStyle/>
        <a:p>
          <a:r>
            <a:rPr lang="en-US" i="1" dirty="0">
              <a:solidFill>
                <a:srgbClr val="00B050"/>
              </a:solidFill>
            </a:rPr>
            <a:t>Takeaway</a:t>
          </a:r>
          <a:r>
            <a:rPr lang="en-US" i="1" dirty="0"/>
            <a:t>:</a:t>
          </a:r>
          <a:r>
            <a:rPr lang="en-US" dirty="0"/>
            <a:t> English is becoming the hottest new programming language.</a:t>
          </a:r>
        </a:p>
      </dgm:t>
    </dgm:pt>
    <dgm:pt modelId="{DB903C0E-8B3A-43EF-A961-7F2300E9D695}" type="parTrans" cxnId="{A4C2577E-7B45-43F5-833F-E70DCF52AF37}">
      <dgm:prSet/>
      <dgm:spPr/>
      <dgm:t>
        <a:bodyPr/>
        <a:lstStyle/>
        <a:p>
          <a:endParaRPr lang="en-US"/>
        </a:p>
      </dgm:t>
    </dgm:pt>
    <dgm:pt modelId="{7346DA33-E0FA-4A3A-87A9-EB7265ED4D4E}" type="sibTrans" cxnId="{A4C2577E-7B45-43F5-833F-E70DCF52AF37}">
      <dgm:prSet/>
      <dgm:spPr/>
      <dgm:t>
        <a:bodyPr/>
        <a:lstStyle/>
        <a:p>
          <a:endParaRPr lang="en-US"/>
        </a:p>
      </dgm:t>
    </dgm:pt>
    <dgm:pt modelId="{0209CE8F-B0F4-4E52-8573-E13403E5D39C}" type="pres">
      <dgm:prSet presAssocID="{DF52035D-90BC-4B5B-B349-94ECCDAEDC1C}" presName="linear" presStyleCnt="0">
        <dgm:presLayoutVars>
          <dgm:dir/>
          <dgm:animLvl val="lvl"/>
          <dgm:resizeHandles val="exact"/>
        </dgm:presLayoutVars>
      </dgm:prSet>
      <dgm:spPr/>
    </dgm:pt>
    <dgm:pt modelId="{B776CA81-FCCD-4955-9C52-13F7AFB4600C}" type="pres">
      <dgm:prSet presAssocID="{3A944356-CF81-4C6B-9B63-3CAC0BF10BF7}" presName="parentLin" presStyleCnt="0"/>
      <dgm:spPr/>
    </dgm:pt>
    <dgm:pt modelId="{7613E1C2-BF83-4AA6-9F3C-629095A3823F}" type="pres">
      <dgm:prSet presAssocID="{3A944356-CF81-4C6B-9B63-3CAC0BF10BF7}" presName="parentLeftMargin" presStyleLbl="node1" presStyleIdx="0" presStyleCnt="3"/>
      <dgm:spPr/>
    </dgm:pt>
    <dgm:pt modelId="{1127BF86-E005-4A34-A7B4-A2DFF326BB83}" type="pres">
      <dgm:prSet presAssocID="{3A944356-CF81-4C6B-9B63-3CAC0BF10BF7}" presName="parentText" presStyleLbl="node1" presStyleIdx="0" presStyleCnt="3">
        <dgm:presLayoutVars>
          <dgm:chMax val="0"/>
          <dgm:bulletEnabled val="1"/>
        </dgm:presLayoutVars>
      </dgm:prSet>
      <dgm:spPr/>
    </dgm:pt>
    <dgm:pt modelId="{1A63E11D-6921-403B-80DF-26D99C08EB46}" type="pres">
      <dgm:prSet presAssocID="{3A944356-CF81-4C6B-9B63-3CAC0BF10BF7}" presName="negativeSpace" presStyleCnt="0"/>
      <dgm:spPr/>
    </dgm:pt>
    <dgm:pt modelId="{7E474540-30AF-4E3F-BF66-6663FD815A72}" type="pres">
      <dgm:prSet presAssocID="{3A944356-CF81-4C6B-9B63-3CAC0BF10BF7}" presName="childText" presStyleLbl="conFgAcc1" presStyleIdx="0" presStyleCnt="3">
        <dgm:presLayoutVars>
          <dgm:bulletEnabled val="1"/>
        </dgm:presLayoutVars>
      </dgm:prSet>
      <dgm:spPr/>
    </dgm:pt>
    <dgm:pt modelId="{190ED267-33E7-4178-905A-8AA6058C20EB}" type="pres">
      <dgm:prSet presAssocID="{1F9C1B95-FD26-4656-8486-51834923AE3A}" presName="spaceBetweenRectangles" presStyleCnt="0"/>
      <dgm:spPr/>
    </dgm:pt>
    <dgm:pt modelId="{1A185EDD-5BA7-40F5-ABD4-EF090D6377C6}" type="pres">
      <dgm:prSet presAssocID="{9FF04642-F521-4B50-9792-9AB46E54C279}" presName="parentLin" presStyleCnt="0"/>
      <dgm:spPr/>
    </dgm:pt>
    <dgm:pt modelId="{1CCB2E53-F3B6-4000-8680-041262DCC6B0}" type="pres">
      <dgm:prSet presAssocID="{9FF04642-F521-4B50-9792-9AB46E54C279}" presName="parentLeftMargin" presStyleLbl="node1" presStyleIdx="0" presStyleCnt="3"/>
      <dgm:spPr/>
    </dgm:pt>
    <dgm:pt modelId="{C13058A9-C738-4CB9-9DE3-D2288D829505}" type="pres">
      <dgm:prSet presAssocID="{9FF04642-F521-4B50-9792-9AB46E54C279}" presName="parentText" presStyleLbl="node1" presStyleIdx="1" presStyleCnt="3">
        <dgm:presLayoutVars>
          <dgm:chMax val="0"/>
          <dgm:bulletEnabled val="1"/>
        </dgm:presLayoutVars>
      </dgm:prSet>
      <dgm:spPr/>
    </dgm:pt>
    <dgm:pt modelId="{96702D1F-5AFA-4431-AA44-13AFC55E41C0}" type="pres">
      <dgm:prSet presAssocID="{9FF04642-F521-4B50-9792-9AB46E54C279}" presName="negativeSpace" presStyleCnt="0"/>
      <dgm:spPr/>
    </dgm:pt>
    <dgm:pt modelId="{E9E0A59A-E102-4350-ACF9-3AB8EDDE6DEC}" type="pres">
      <dgm:prSet presAssocID="{9FF04642-F521-4B50-9792-9AB46E54C279}" presName="childText" presStyleLbl="conFgAcc1" presStyleIdx="1" presStyleCnt="3">
        <dgm:presLayoutVars>
          <dgm:bulletEnabled val="1"/>
        </dgm:presLayoutVars>
      </dgm:prSet>
      <dgm:spPr/>
    </dgm:pt>
    <dgm:pt modelId="{376DCDA6-69BF-4624-8CF3-2611E2E21F6F}" type="pres">
      <dgm:prSet presAssocID="{A5C47C8C-2DC7-47CA-8D17-23F7B348BE49}" presName="spaceBetweenRectangles" presStyleCnt="0"/>
      <dgm:spPr/>
    </dgm:pt>
    <dgm:pt modelId="{87BC743F-6CEC-4DC3-BD67-CA4F0B330812}" type="pres">
      <dgm:prSet presAssocID="{7C655393-1F1E-4636-901F-7A206B5C5E2F}" presName="parentLin" presStyleCnt="0"/>
      <dgm:spPr/>
    </dgm:pt>
    <dgm:pt modelId="{96B7C057-B0F0-479A-8B79-35947CA531AB}" type="pres">
      <dgm:prSet presAssocID="{7C655393-1F1E-4636-901F-7A206B5C5E2F}" presName="parentLeftMargin" presStyleLbl="node1" presStyleIdx="1" presStyleCnt="3"/>
      <dgm:spPr/>
    </dgm:pt>
    <dgm:pt modelId="{346832C8-C675-42B4-A2B2-6F8E419CB803}" type="pres">
      <dgm:prSet presAssocID="{7C655393-1F1E-4636-901F-7A206B5C5E2F}" presName="parentText" presStyleLbl="node1" presStyleIdx="2" presStyleCnt="3">
        <dgm:presLayoutVars>
          <dgm:chMax val="0"/>
          <dgm:bulletEnabled val="1"/>
        </dgm:presLayoutVars>
      </dgm:prSet>
      <dgm:spPr/>
    </dgm:pt>
    <dgm:pt modelId="{1DA0D82B-49AF-4D65-9F8B-4409608F3D24}" type="pres">
      <dgm:prSet presAssocID="{7C655393-1F1E-4636-901F-7A206B5C5E2F}" presName="negativeSpace" presStyleCnt="0"/>
      <dgm:spPr/>
    </dgm:pt>
    <dgm:pt modelId="{D6B0E300-8799-48C9-B704-D1AADF991987}" type="pres">
      <dgm:prSet presAssocID="{7C655393-1F1E-4636-901F-7A206B5C5E2F}" presName="childText" presStyleLbl="conFgAcc1" presStyleIdx="2" presStyleCnt="3">
        <dgm:presLayoutVars>
          <dgm:bulletEnabled val="1"/>
        </dgm:presLayoutVars>
      </dgm:prSet>
      <dgm:spPr/>
    </dgm:pt>
  </dgm:ptLst>
  <dgm:cxnLst>
    <dgm:cxn modelId="{6C58A234-17A9-4446-B831-9514AD5CEE44}" type="presOf" srcId="{3A944356-CF81-4C6B-9B63-3CAC0BF10BF7}" destId="{7613E1C2-BF83-4AA6-9F3C-629095A3823F}" srcOrd="0" destOrd="0" presId="urn:microsoft.com/office/officeart/2005/8/layout/list1"/>
    <dgm:cxn modelId="{8EFAB638-FEBC-439D-A4F6-3B2AA8E3DA44}" srcId="{7C655393-1F1E-4636-901F-7A206B5C5E2F}" destId="{0A4717E1-D970-4394-9E39-1FD037844D86}" srcOrd="0" destOrd="0" parTransId="{F18F81EE-3C22-4853-B999-B3F3402B1BD7}" sibTransId="{47743823-2437-4956-B183-904A23350B6F}"/>
    <dgm:cxn modelId="{E0F05648-A9D7-4D5D-B5D2-0B47AF23F7D5}" srcId="{DF52035D-90BC-4B5B-B349-94ECCDAEDC1C}" destId="{7C655393-1F1E-4636-901F-7A206B5C5E2F}" srcOrd="2" destOrd="0" parTransId="{0E18E0D9-EDB2-4793-9214-6FE4C6105DAE}" sibTransId="{5F318D7A-1F18-4C18-968F-60BBD1D31017}"/>
    <dgm:cxn modelId="{1B070270-107A-49D7-AC57-C26FF33E976C}" type="presOf" srcId="{A6A8FF00-574E-4A6B-A086-A8C8580A0BBD}" destId="{D6B0E300-8799-48C9-B704-D1AADF991987}" srcOrd="0" destOrd="1" presId="urn:microsoft.com/office/officeart/2005/8/layout/list1"/>
    <dgm:cxn modelId="{A4C2577E-7B45-43F5-833F-E70DCF52AF37}" srcId="{7C655393-1F1E-4636-901F-7A206B5C5E2F}" destId="{A6A8FF00-574E-4A6B-A086-A8C8580A0BBD}" srcOrd="1" destOrd="0" parTransId="{DB903C0E-8B3A-43EF-A961-7F2300E9D695}" sibTransId="{7346DA33-E0FA-4A3A-87A9-EB7265ED4D4E}"/>
    <dgm:cxn modelId="{69E1D886-1C91-44D5-81B4-7133A25CD531}" type="presOf" srcId="{0A4717E1-D970-4394-9E39-1FD037844D86}" destId="{D6B0E300-8799-48C9-B704-D1AADF991987}" srcOrd="0" destOrd="0" presId="urn:microsoft.com/office/officeart/2005/8/layout/list1"/>
    <dgm:cxn modelId="{15275C88-C5D9-4E29-8F25-E50AA7854632}" type="presOf" srcId="{FD8DC5C9-EF38-43F3-8BDF-941EEF7BF6CC}" destId="{E9E0A59A-E102-4350-ACF9-3AB8EDDE6DEC}" srcOrd="0" destOrd="0" presId="urn:microsoft.com/office/officeart/2005/8/layout/list1"/>
    <dgm:cxn modelId="{92E9758A-00BA-4272-9BF7-6E6166D8A37E}" srcId="{DF52035D-90BC-4B5B-B349-94ECCDAEDC1C}" destId="{9FF04642-F521-4B50-9792-9AB46E54C279}" srcOrd="1" destOrd="0" parTransId="{508407CD-E164-4316-AE25-6DA9A6F6AD77}" sibTransId="{A5C47C8C-2DC7-47CA-8D17-23F7B348BE49}"/>
    <dgm:cxn modelId="{383C4892-E1E3-4ED1-84C0-621E600B85DC}" srcId="{DF52035D-90BC-4B5B-B349-94ECCDAEDC1C}" destId="{3A944356-CF81-4C6B-9B63-3CAC0BF10BF7}" srcOrd="0" destOrd="0" parTransId="{690239E6-D228-4B4D-AE53-864BE50EADF5}" sibTransId="{1F9C1B95-FD26-4656-8486-51834923AE3A}"/>
    <dgm:cxn modelId="{076B39B1-4127-4507-926F-6A1EA9F8C5A1}" type="presOf" srcId="{599B39AD-5FEB-4F42-912F-7DD7840FA5BF}" destId="{7E474540-30AF-4E3F-BF66-6663FD815A72}" srcOrd="0" destOrd="0" presId="urn:microsoft.com/office/officeart/2005/8/layout/list1"/>
    <dgm:cxn modelId="{345221B6-1C7A-48C3-8A0E-FF1C38FAF3C0}" type="presOf" srcId="{DF52035D-90BC-4B5B-B349-94ECCDAEDC1C}" destId="{0209CE8F-B0F4-4E52-8573-E13403E5D39C}" srcOrd="0" destOrd="0" presId="urn:microsoft.com/office/officeart/2005/8/layout/list1"/>
    <dgm:cxn modelId="{251A69B8-F846-4D3F-8414-CC9606F6AAF2}" type="presOf" srcId="{9FF04642-F521-4B50-9792-9AB46E54C279}" destId="{C13058A9-C738-4CB9-9DE3-D2288D829505}" srcOrd="1" destOrd="0" presId="urn:microsoft.com/office/officeart/2005/8/layout/list1"/>
    <dgm:cxn modelId="{3701BABE-F758-48E2-B3D9-3B8D2BBB255F}" type="presOf" srcId="{3A944356-CF81-4C6B-9B63-3CAC0BF10BF7}" destId="{1127BF86-E005-4A34-A7B4-A2DFF326BB83}" srcOrd="1" destOrd="0" presId="urn:microsoft.com/office/officeart/2005/8/layout/list1"/>
    <dgm:cxn modelId="{89AB72C4-43A8-41F0-9CD4-1BF251757001}" type="presOf" srcId="{7C655393-1F1E-4636-901F-7A206B5C5E2F}" destId="{346832C8-C675-42B4-A2B2-6F8E419CB803}" srcOrd="1" destOrd="0" presId="urn:microsoft.com/office/officeart/2005/8/layout/list1"/>
    <dgm:cxn modelId="{4BD6DCDB-ED7C-41C0-8DF5-973600AED0A5}" type="presOf" srcId="{9FF04642-F521-4B50-9792-9AB46E54C279}" destId="{1CCB2E53-F3B6-4000-8680-041262DCC6B0}" srcOrd="0" destOrd="0" presId="urn:microsoft.com/office/officeart/2005/8/layout/list1"/>
    <dgm:cxn modelId="{5C821EE4-44C7-450A-BEDC-BF8AD37756C5}" type="presOf" srcId="{7C655393-1F1E-4636-901F-7A206B5C5E2F}" destId="{96B7C057-B0F0-479A-8B79-35947CA531AB}" srcOrd="0" destOrd="0" presId="urn:microsoft.com/office/officeart/2005/8/layout/list1"/>
    <dgm:cxn modelId="{8A5D98F2-59CD-4320-AA0F-EDA3DFE83526}" srcId="{9FF04642-F521-4B50-9792-9AB46E54C279}" destId="{FD8DC5C9-EF38-43F3-8BDF-941EEF7BF6CC}" srcOrd="0" destOrd="0" parTransId="{563FD99D-0165-4608-9176-06D2B40505F4}" sibTransId="{5B4103EB-25D7-4D06-BE91-76D2B8D93A08}"/>
    <dgm:cxn modelId="{CE8515FE-0578-4C21-9270-EBC80997AE8E}" srcId="{3A944356-CF81-4C6B-9B63-3CAC0BF10BF7}" destId="{599B39AD-5FEB-4F42-912F-7DD7840FA5BF}" srcOrd="0" destOrd="0" parTransId="{D13888F3-989E-4B97-95AB-8F03D8065729}" sibTransId="{9290047E-477A-4C64-B4D7-2DE9C1517FBF}"/>
    <dgm:cxn modelId="{39F77429-D2B7-4DB4-BE1D-0B9B9B063ECA}" type="presParOf" srcId="{0209CE8F-B0F4-4E52-8573-E13403E5D39C}" destId="{B776CA81-FCCD-4955-9C52-13F7AFB4600C}" srcOrd="0" destOrd="0" presId="urn:microsoft.com/office/officeart/2005/8/layout/list1"/>
    <dgm:cxn modelId="{B357F7B5-CE02-4310-9F29-B53EF92169B8}" type="presParOf" srcId="{B776CA81-FCCD-4955-9C52-13F7AFB4600C}" destId="{7613E1C2-BF83-4AA6-9F3C-629095A3823F}" srcOrd="0" destOrd="0" presId="urn:microsoft.com/office/officeart/2005/8/layout/list1"/>
    <dgm:cxn modelId="{552B2A06-5912-4EFB-B97F-F0784910E0D8}" type="presParOf" srcId="{B776CA81-FCCD-4955-9C52-13F7AFB4600C}" destId="{1127BF86-E005-4A34-A7B4-A2DFF326BB83}" srcOrd="1" destOrd="0" presId="urn:microsoft.com/office/officeart/2005/8/layout/list1"/>
    <dgm:cxn modelId="{C4D366C4-5F15-40FA-8B5F-86D8E9C7DFF0}" type="presParOf" srcId="{0209CE8F-B0F4-4E52-8573-E13403E5D39C}" destId="{1A63E11D-6921-403B-80DF-26D99C08EB46}" srcOrd="1" destOrd="0" presId="urn:microsoft.com/office/officeart/2005/8/layout/list1"/>
    <dgm:cxn modelId="{C2392526-F3E4-4C41-8248-992CE8D1F6BA}" type="presParOf" srcId="{0209CE8F-B0F4-4E52-8573-E13403E5D39C}" destId="{7E474540-30AF-4E3F-BF66-6663FD815A72}" srcOrd="2" destOrd="0" presId="urn:microsoft.com/office/officeart/2005/8/layout/list1"/>
    <dgm:cxn modelId="{4AF30A21-A298-4B64-B3FF-1DC57FBB42AC}" type="presParOf" srcId="{0209CE8F-B0F4-4E52-8573-E13403E5D39C}" destId="{190ED267-33E7-4178-905A-8AA6058C20EB}" srcOrd="3" destOrd="0" presId="urn:microsoft.com/office/officeart/2005/8/layout/list1"/>
    <dgm:cxn modelId="{E4A9D013-1C90-41BB-9F6B-EECC9DAC42DD}" type="presParOf" srcId="{0209CE8F-B0F4-4E52-8573-E13403E5D39C}" destId="{1A185EDD-5BA7-40F5-ABD4-EF090D6377C6}" srcOrd="4" destOrd="0" presId="urn:microsoft.com/office/officeart/2005/8/layout/list1"/>
    <dgm:cxn modelId="{2F53488E-FB7A-4903-85FB-A11BE4CAB7AF}" type="presParOf" srcId="{1A185EDD-5BA7-40F5-ABD4-EF090D6377C6}" destId="{1CCB2E53-F3B6-4000-8680-041262DCC6B0}" srcOrd="0" destOrd="0" presId="urn:microsoft.com/office/officeart/2005/8/layout/list1"/>
    <dgm:cxn modelId="{E3BFA411-1B0C-4AA4-859A-AFF80E5BD559}" type="presParOf" srcId="{1A185EDD-5BA7-40F5-ABD4-EF090D6377C6}" destId="{C13058A9-C738-4CB9-9DE3-D2288D829505}" srcOrd="1" destOrd="0" presId="urn:microsoft.com/office/officeart/2005/8/layout/list1"/>
    <dgm:cxn modelId="{B61AFC80-E8EB-4B13-AD7E-568A9A3877B1}" type="presParOf" srcId="{0209CE8F-B0F4-4E52-8573-E13403E5D39C}" destId="{96702D1F-5AFA-4431-AA44-13AFC55E41C0}" srcOrd="5" destOrd="0" presId="urn:microsoft.com/office/officeart/2005/8/layout/list1"/>
    <dgm:cxn modelId="{696B801E-DCA1-47D9-AB3E-13F4D64A7865}" type="presParOf" srcId="{0209CE8F-B0F4-4E52-8573-E13403E5D39C}" destId="{E9E0A59A-E102-4350-ACF9-3AB8EDDE6DEC}" srcOrd="6" destOrd="0" presId="urn:microsoft.com/office/officeart/2005/8/layout/list1"/>
    <dgm:cxn modelId="{36B8CE33-D8EC-4938-B571-8E1945B34C81}" type="presParOf" srcId="{0209CE8F-B0F4-4E52-8573-E13403E5D39C}" destId="{376DCDA6-69BF-4624-8CF3-2611E2E21F6F}" srcOrd="7" destOrd="0" presId="urn:microsoft.com/office/officeart/2005/8/layout/list1"/>
    <dgm:cxn modelId="{44315602-05B8-4999-9920-AC53110CFA25}" type="presParOf" srcId="{0209CE8F-B0F4-4E52-8573-E13403E5D39C}" destId="{87BC743F-6CEC-4DC3-BD67-CA4F0B330812}" srcOrd="8" destOrd="0" presId="urn:microsoft.com/office/officeart/2005/8/layout/list1"/>
    <dgm:cxn modelId="{97069EB2-437C-4E6C-9D2F-B62353DEF499}" type="presParOf" srcId="{87BC743F-6CEC-4DC3-BD67-CA4F0B330812}" destId="{96B7C057-B0F0-479A-8B79-35947CA531AB}" srcOrd="0" destOrd="0" presId="urn:microsoft.com/office/officeart/2005/8/layout/list1"/>
    <dgm:cxn modelId="{B1BF6DC2-3056-43F3-86B8-85D4711FD62F}" type="presParOf" srcId="{87BC743F-6CEC-4DC3-BD67-CA4F0B330812}" destId="{346832C8-C675-42B4-A2B2-6F8E419CB803}" srcOrd="1" destOrd="0" presId="urn:microsoft.com/office/officeart/2005/8/layout/list1"/>
    <dgm:cxn modelId="{D481A7A5-7CE2-45E2-AB26-D56F70BD7EE7}" type="presParOf" srcId="{0209CE8F-B0F4-4E52-8573-E13403E5D39C}" destId="{1DA0D82B-49AF-4D65-9F8B-4409608F3D24}" srcOrd="9" destOrd="0" presId="urn:microsoft.com/office/officeart/2005/8/layout/list1"/>
    <dgm:cxn modelId="{B7278451-6C02-4EBC-BE68-2DEFE43C7362}" type="presParOf" srcId="{0209CE8F-B0F4-4E52-8573-E13403E5D39C}" destId="{D6B0E300-8799-48C9-B704-D1AADF991987}"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571E13-37F9-47C0-BCE1-BEB4DA2D8C3E}"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2390303B-04FD-4B5B-9027-EDFA43DF93A9}">
      <dgm:prSet/>
      <dgm:spPr/>
      <dgm:t>
        <a:bodyPr/>
        <a:lstStyle/>
        <a:p>
          <a:r>
            <a:rPr lang="en-US" i="1"/>
            <a:t>We still use this for specific, low-cost tasks.</a:t>
          </a:r>
          <a:endParaRPr lang="en-US"/>
        </a:p>
      </dgm:t>
    </dgm:pt>
    <dgm:pt modelId="{D6A7B2F1-D8FD-4843-8E27-B29B42011AAD}" type="parTrans" cxnId="{823A71ED-F514-4581-8B7E-C991129AA413}">
      <dgm:prSet/>
      <dgm:spPr/>
      <dgm:t>
        <a:bodyPr/>
        <a:lstStyle/>
        <a:p>
          <a:endParaRPr lang="en-US"/>
        </a:p>
      </dgm:t>
    </dgm:pt>
    <dgm:pt modelId="{33C56E22-92DB-46B9-9BF3-AFD750B16553}" type="sibTrans" cxnId="{823A71ED-F514-4581-8B7E-C991129AA413}">
      <dgm:prSet/>
      <dgm:spPr/>
      <dgm:t>
        <a:bodyPr/>
        <a:lstStyle/>
        <a:p>
          <a:endParaRPr lang="en-US"/>
        </a:p>
      </dgm:t>
    </dgm:pt>
    <dgm:pt modelId="{88EF7C2A-E0FC-43F2-B3C2-5AE864B70A8A}">
      <dgm:prSet/>
      <dgm:spPr/>
      <dgm:t>
        <a:bodyPr/>
        <a:lstStyle/>
        <a:p>
          <a:r>
            <a:rPr lang="en-US" b="1"/>
            <a:t>Step 1: Preprocessing</a:t>
          </a:r>
          <a:r>
            <a:rPr lang="en-US"/>
            <a:t> (Cleaning, Tokenizing).</a:t>
          </a:r>
        </a:p>
      </dgm:t>
    </dgm:pt>
    <dgm:pt modelId="{D64D4B05-73DE-44BE-A1EC-E8EB0E3B2BC1}" type="parTrans" cxnId="{BC9F7E37-70A2-49AF-80A0-DF79BACA5EAA}">
      <dgm:prSet/>
      <dgm:spPr/>
      <dgm:t>
        <a:bodyPr/>
        <a:lstStyle/>
        <a:p>
          <a:endParaRPr lang="en-US"/>
        </a:p>
      </dgm:t>
    </dgm:pt>
    <dgm:pt modelId="{1D7D39DA-F6EB-4DF3-B58A-0D6604A7F28E}" type="sibTrans" cxnId="{BC9F7E37-70A2-49AF-80A0-DF79BACA5EAA}">
      <dgm:prSet/>
      <dgm:spPr/>
      <dgm:t>
        <a:bodyPr/>
        <a:lstStyle/>
        <a:p>
          <a:endParaRPr lang="en-US"/>
        </a:p>
      </dgm:t>
    </dgm:pt>
    <dgm:pt modelId="{332142E8-DC75-431A-9671-FD37CA154551}">
      <dgm:prSet/>
      <dgm:spPr/>
      <dgm:t>
        <a:bodyPr/>
        <a:lstStyle/>
        <a:p>
          <a:r>
            <a:rPr lang="en-US" b="1"/>
            <a:t>Step 2: Feature Extraction</a:t>
          </a:r>
          <a:r>
            <a:rPr lang="en-US"/>
            <a:t> (Counting words, looking for patterns).</a:t>
          </a:r>
        </a:p>
      </dgm:t>
    </dgm:pt>
    <dgm:pt modelId="{A5E29E6A-1BA9-4AA4-8331-0DB7E5A97610}" type="parTrans" cxnId="{BBB0F974-B656-4CA5-8040-9D5AA8B992BD}">
      <dgm:prSet/>
      <dgm:spPr/>
      <dgm:t>
        <a:bodyPr/>
        <a:lstStyle/>
        <a:p>
          <a:endParaRPr lang="en-US"/>
        </a:p>
      </dgm:t>
    </dgm:pt>
    <dgm:pt modelId="{CB86DFBE-EC78-4BB3-A287-8AF1D78956E5}" type="sibTrans" cxnId="{BBB0F974-B656-4CA5-8040-9D5AA8B992BD}">
      <dgm:prSet/>
      <dgm:spPr/>
      <dgm:t>
        <a:bodyPr/>
        <a:lstStyle/>
        <a:p>
          <a:endParaRPr lang="en-US"/>
        </a:p>
      </dgm:t>
    </dgm:pt>
    <dgm:pt modelId="{54A31AEC-96A8-4C70-8784-B16412C93673}">
      <dgm:prSet/>
      <dgm:spPr/>
      <dgm:t>
        <a:bodyPr/>
        <a:lstStyle/>
        <a:p>
          <a:r>
            <a:rPr lang="en-US" b="1"/>
            <a:t>Step 3: Model</a:t>
          </a:r>
          <a:r>
            <a:rPr lang="en-US"/>
            <a:t> (Logistic Regression, SVM).</a:t>
          </a:r>
        </a:p>
      </dgm:t>
    </dgm:pt>
    <dgm:pt modelId="{D9A23DA9-A5E4-4EDB-852E-92381CC141A3}" type="parTrans" cxnId="{72398F63-93E6-4668-9A65-1CA3273D355B}">
      <dgm:prSet/>
      <dgm:spPr/>
      <dgm:t>
        <a:bodyPr/>
        <a:lstStyle/>
        <a:p>
          <a:endParaRPr lang="en-US"/>
        </a:p>
      </dgm:t>
    </dgm:pt>
    <dgm:pt modelId="{DA267977-69BE-40A8-B87B-F19CD56863AD}" type="sibTrans" cxnId="{72398F63-93E6-4668-9A65-1CA3273D355B}">
      <dgm:prSet/>
      <dgm:spPr/>
      <dgm:t>
        <a:bodyPr/>
        <a:lstStyle/>
        <a:p>
          <a:endParaRPr lang="en-US"/>
        </a:p>
      </dgm:t>
    </dgm:pt>
    <dgm:pt modelId="{2CDBDF38-DC62-4A77-B260-592AF28FD66E}">
      <dgm:prSet/>
      <dgm:spPr/>
      <dgm:t>
        <a:bodyPr/>
        <a:lstStyle/>
        <a:p>
          <a:r>
            <a:rPr lang="en-US" b="1"/>
            <a:t>Step 4: Output</a:t>
          </a:r>
          <a:r>
            <a:rPr lang="en-US"/>
            <a:t> (Class Label).</a:t>
          </a:r>
        </a:p>
      </dgm:t>
    </dgm:pt>
    <dgm:pt modelId="{3CE69F7C-5C01-4C64-8DAF-B052C3EBFDCE}" type="parTrans" cxnId="{CF2449EA-D180-49C2-A749-C01F5B44115C}">
      <dgm:prSet/>
      <dgm:spPr/>
      <dgm:t>
        <a:bodyPr/>
        <a:lstStyle/>
        <a:p>
          <a:endParaRPr lang="en-US"/>
        </a:p>
      </dgm:t>
    </dgm:pt>
    <dgm:pt modelId="{70060925-D67B-4D66-97C7-7F8434BA4BAF}" type="sibTrans" cxnId="{CF2449EA-D180-49C2-A749-C01F5B44115C}">
      <dgm:prSet/>
      <dgm:spPr/>
      <dgm:t>
        <a:bodyPr/>
        <a:lstStyle/>
        <a:p>
          <a:endParaRPr lang="en-US"/>
        </a:p>
      </dgm:t>
    </dgm:pt>
    <dgm:pt modelId="{A36986F6-4D4F-4340-9E60-C032199657AF}">
      <dgm:prSet/>
      <dgm:spPr/>
      <dgm:t>
        <a:bodyPr/>
        <a:lstStyle/>
        <a:p>
          <a:r>
            <a:rPr lang="en-US" i="1"/>
            <a:t>Pros:</a:t>
          </a:r>
          <a:r>
            <a:rPr lang="en-US"/>
            <a:t> Fast, cheap, transparent.</a:t>
          </a:r>
        </a:p>
      </dgm:t>
    </dgm:pt>
    <dgm:pt modelId="{A6272A90-147F-458E-9C23-8C2812E4A6A4}" type="parTrans" cxnId="{1EE4052F-5C3B-42EF-98B8-E2C5E66C8629}">
      <dgm:prSet/>
      <dgm:spPr/>
      <dgm:t>
        <a:bodyPr/>
        <a:lstStyle/>
        <a:p>
          <a:endParaRPr lang="en-US"/>
        </a:p>
      </dgm:t>
    </dgm:pt>
    <dgm:pt modelId="{756C950F-A1D0-4BC1-B395-70607071A107}" type="sibTrans" cxnId="{1EE4052F-5C3B-42EF-98B8-E2C5E66C8629}">
      <dgm:prSet/>
      <dgm:spPr/>
      <dgm:t>
        <a:bodyPr/>
        <a:lstStyle/>
        <a:p>
          <a:endParaRPr lang="en-US"/>
        </a:p>
      </dgm:t>
    </dgm:pt>
    <dgm:pt modelId="{CD390E40-6DF1-4A7C-BAC1-D113E81F23BE}">
      <dgm:prSet/>
      <dgm:spPr/>
      <dgm:t>
        <a:bodyPr/>
        <a:lstStyle/>
        <a:p>
          <a:r>
            <a:rPr lang="en-US" i="1" dirty="0"/>
            <a:t>Cons:</a:t>
          </a:r>
          <a:r>
            <a:rPr lang="en-US" dirty="0"/>
            <a:t> Can't write poetry or understand deep nuance.</a:t>
          </a:r>
        </a:p>
      </dgm:t>
    </dgm:pt>
    <dgm:pt modelId="{496943C6-6A63-4FA6-8856-D95BA1B38974}" type="parTrans" cxnId="{177F00F1-0120-4217-9BA1-4A38307C7D7D}">
      <dgm:prSet/>
      <dgm:spPr/>
      <dgm:t>
        <a:bodyPr/>
        <a:lstStyle/>
        <a:p>
          <a:endParaRPr lang="en-US"/>
        </a:p>
      </dgm:t>
    </dgm:pt>
    <dgm:pt modelId="{61224A30-C38A-4280-B765-150D84BD0F02}" type="sibTrans" cxnId="{177F00F1-0120-4217-9BA1-4A38307C7D7D}">
      <dgm:prSet/>
      <dgm:spPr/>
      <dgm:t>
        <a:bodyPr/>
        <a:lstStyle/>
        <a:p>
          <a:endParaRPr lang="en-US"/>
        </a:p>
      </dgm:t>
    </dgm:pt>
    <dgm:pt modelId="{8873B8DA-2208-447F-98C9-5D78741AED5F}" type="pres">
      <dgm:prSet presAssocID="{50571E13-37F9-47C0-BCE1-BEB4DA2D8C3E}" presName="vert0" presStyleCnt="0">
        <dgm:presLayoutVars>
          <dgm:dir/>
          <dgm:animOne val="branch"/>
          <dgm:animLvl val="lvl"/>
        </dgm:presLayoutVars>
      </dgm:prSet>
      <dgm:spPr/>
    </dgm:pt>
    <dgm:pt modelId="{37EF5093-BC10-4E48-866C-9EB8EA8AD272}" type="pres">
      <dgm:prSet presAssocID="{2390303B-04FD-4B5B-9027-EDFA43DF93A9}" presName="thickLine" presStyleLbl="alignNode1" presStyleIdx="0" presStyleCnt="7"/>
      <dgm:spPr/>
    </dgm:pt>
    <dgm:pt modelId="{D29618B0-1ACF-4936-9B92-5DD0E052EEA4}" type="pres">
      <dgm:prSet presAssocID="{2390303B-04FD-4B5B-9027-EDFA43DF93A9}" presName="horz1" presStyleCnt="0"/>
      <dgm:spPr/>
    </dgm:pt>
    <dgm:pt modelId="{3CB3E051-A38E-4174-9C9D-635397CCAC18}" type="pres">
      <dgm:prSet presAssocID="{2390303B-04FD-4B5B-9027-EDFA43DF93A9}" presName="tx1" presStyleLbl="revTx" presStyleIdx="0" presStyleCnt="7"/>
      <dgm:spPr/>
    </dgm:pt>
    <dgm:pt modelId="{56FB11F7-52CE-48CC-A48B-35CA4A38BC73}" type="pres">
      <dgm:prSet presAssocID="{2390303B-04FD-4B5B-9027-EDFA43DF93A9}" presName="vert1" presStyleCnt="0"/>
      <dgm:spPr/>
    </dgm:pt>
    <dgm:pt modelId="{2C33D155-DBB2-4352-9FD6-E03513213E65}" type="pres">
      <dgm:prSet presAssocID="{88EF7C2A-E0FC-43F2-B3C2-5AE864B70A8A}" presName="thickLine" presStyleLbl="alignNode1" presStyleIdx="1" presStyleCnt="7"/>
      <dgm:spPr/>
    </dgm:pt>
    <dgm:pt modelId="{03EEFB21-CAF7-4F0A-80E4-8D6ADE32793D}" type="pres">
      <dgm:prSet presAssocID="{88EF7C2A-E0FC-43F2-B3C2-5AE864B70A8A}" presName="horz1" presStyleCnt="0"/>
      <dgm:spPr/>
    </dgm:pt>
    <dgm:pt modelId="{FC5A096D-ECDA-4CD2-A2D2-A41D78383D63}" type="pres">
      <dgm:prSet presAssocID="{88EF7C2A-E0FC-43F2-B3C2-5AE864B70A8A}" presName="tx1" presStyleLbl="revTx" presStyleIdx="1" presStyleCnt="7"/>
      <dgm:spPr/>
    </dgm:pt>
    <dgm:pt modelId="{641D4D52-6D71-460F-9118-94F75F342290}" type="pres">
      <dgm:prSet presAssocID="{88EF7C2A-E0FC-43F2-B3C2-5AE864B70A8A}" presName="vert1" presStyleCnt="0"/>
      <dgm:spPr/>
    </dgm:pt>
    <dgm:pt modelId="{58FF4A42-E349-4BD8-B592-0D99BFD0FA24}" type="pres">
      <dgm:prSet presAssocID="{332142E8-DC75-431A-9671-FD37CA154551}" presName="thickLine" presStyleLbl="alignNode1" presStyleIdx="2" presStyleCnt="7"/>
      <dgm:spPr/>
    </dgm:pt>
    <dgm:pt modelId="{FCC59373-DBD4-4B68-BFC5-C09138A79F2A}" type="pres">
      <dgm:prSet presAssocID="{332142E8-DC75-431A-9671-FD37CA154551}" presName="horz1" presStyleCnt="0"/>
      <dgm:spPr/>
    </dgm:pt>
    <dgm:pt modelId="{824A28FB-873B-425B-9DDF-E292067DE87C}" type="pres">
      <dgm:prSet presAssocID="{332142E8-DC75-431A-9671-FD37CA154551}" presName="tx1" presStyleLbl="revTx" presStyleIdx="2" presStyleCnt="7"/>
      <dgm:spPr/>
    </dgm:pt>
    <dgm:pt modelId="{8EE18BEE-2BB6-49DA-99BA-35CAC22A81B8}" type="pres">
      <dgm:prSet presAssocID="{332142E8-DC75-431A-9671-FD37CA154551}" presName="vert1" presStyleCnt="0"/>
      <dgm:spPr/>
    </dgm:pt>
    <dgm:pt modelId="{13C5C2E8-2308-488E-84E6-087AF983C660}" type="pres">
      <dgm:prSet presAssocID="{54A31AEC-96A8-4C70-8784-B16412C93673}" presName="thickLine" presStyleLbl="alignNode1" presStyleIdx="3" presStyleCnt="7"/>
      <dgm:spPr/>
    </dgm:pt>
    <dgm:pt modelId="{6CEF9AE6-C238-483D-890B-BDC912955F32}" type="pres">
      <dgm:prSet presAssocID="{54A31AEC-96A8-4C70-8784-B16412C93673}" presName="horz1" presStyleCnt="0"/>
      <dgm:spPr/>
    </dgm:pt>
    <dgm:pt modelId="{4710B21A-3ADE-4F30-80B2-3102B843E71C}" type="pres">
      <dgm:prSet presAssocID="{54A31AEC-96A8-4C70-8784-B16412C93673}" presName="tx1" presStyleLbl="revTx" presStyleIdx="3" presStyleCnt="7"/>
      <dgm:spPr/>
    </dgm:pt>
    <dgm:pt modelId="{7D00C2CC-9E66-4EF8-815C-838B6E1B84E1}" type="pres">
      <dgm:prSet presAssocID="{54A31AEC-96A8-4C70-8784-B16412C93673}" presName="vert1" presStyleCnt="0"/>
      <dgm:spPr/>
    </dgm:pt>
    <dgm:pt modelId="{BEC06080-FE75-4691-855A-1FA045F46DF6}" type="pres">
      <dgm:prSet presAssocID="{2CDBDF38-DC62-4A77-B260-592AF28FD66E}" presName="thickLine" presStyleLbl="alignNode1" presStyleIdx="4" presStyleCnt="7"/>
      <dgm:spPr/>
    </dgm:pt>
    <dgm:pt modelId="{77DAF709-8D69-4D0B-80FE-1A69E34B52BD}" type="pres">
      <dgm:prSet presAssocID="{2CDBDF38-DC62-4A77-B260-592AF28FD66E}" presName="horz1" presStyleCnt="0"/>
      <dgm:spPr/>
    </dgm:pt>
    <dgm:pt modelId="{5838C637-499E-4EB0-8495-07953BD0ACAA}" type="pres">
      <dgm:prSet presAssocID="{2CDBDF38-DC62-4A77-B260-592AF28FD66E}" presName="tx1" presStyleLbl="revTx" presStyleIdx="4" presStyleCnt="7"/>
      <dgm:spPr/>
    </dgm:pt>
    <dgm:pt modelId="{402FC6B9-3E23-4D4F-BFE5-A6B9CA2B9312}" type="pres">
      <dgm:prSet presAssocID="{2CDBDF38-DC62-4A77-B260-592AF28FD66E}" presName="vert1" presStyleCnt="0"/>
      <dgm:spPr/>
    </dgm:pt>
    <dgm:pt modelId="{E68D4E8A-C607-4693-8690-347F0A947CA9}" type="pres">
      <dgm:prSet presAssocID="{A36986F6-4D4F-4340-9E60-C032199657AF}" presName="thickLine" presStyleLbl="alignNode1" presStyleIdx="5" presStyleCnt="7"/>
      <dgm:spPr/>
    </dgm:pt>
    <dgm:pt modelId="{19533A1A-8CA1-40B1-98E6-2C823F09B170}" type="pres">
      <dgm:prSet presAssocID="{A36986F6-4D4F-4340-9E60-C032199657AF}" presName="horz1" presStyleCnt="0"/>
      <dgm:spPr/>
    </dgm:pt>
    <dgm:pt modelId="{14AFAD21-E7FC-4B6B-9D21-D7D75911EE2B}" type="pres">
      <dgm:prSet presAssocID="{A36986F6-4D4F-4340-9E60-C032199657AF}" presName="tx1" presStyleLbl="revTx" presStyleIdx="5" presStyleCnt="7"/>
      <dgm:spPr/>
    </dgm:pt>
    <dgm:pt modelId="{2363DCE3-C014-4361-BC90-F97F3DAECCA1}" type="pres">
      <dgm:prSet presAssocID="{A36986F6-4D4F-4340-9E60-C032199657AF}" presName="vert1" presStyleCnt="0"/>
      <dgm:spPr/>
    </dgm:pt>
    <dgm:pt modelId="{76FCB2ED-7E7D-4AAD-8FB7-4A1A8746D772}" type="pres">
      <dgm:prSet presAssocID="{CD390E40-6DF1-4A7C-BAC1-D113E81F23BE}" presName="thickLine" presStyleLbl="alignNode1" presStyleIdx="6" presStyleCnt="7"/>
      <dgm:spPr/>
    </dgm:pt>
    <dgm:pt modelId="{A17C727E-5FAF-4BF4-BCE3-293EF0EA780D}" type="pres">
      <dgm:prSet presAssocID="{CD390E40-6DF1-4A7C-BAC1-D113E81F23BE}" presName="horz1" presStyleCnt="0"/>
      <dgm:spPr/>
    </dgm:pt>
    <dgm:pt modelId="{F3F0A33B-6F6B-43EF-9C94-EFF3DF42B3AD}" type="pres">
      <dgm:prSet presAssocID="{CD390E40-6DF1-4A7C-BAC1-D113E81F23BE}" presName="tx1" presStyleLbl="revTx" presStyleIdx="6" presStyleCnt="7"/>
      <dgm:spPr/>
    </dgm:pt>
    <dgm:pt modelId="{51743778-7BEF-48C0-9B15-31E0A4F45ACB}" type="pres">
      <dgm:prSet presAssocID="{CD390E40-6DF1-4A7C-BAC1-D113E81F23BE}" presName="vert1" presStyleCnt="0"/>
      <dgm:spPr/>
    </dgm:pt>
  </dgm:ptLst>
  <dgm:cxnLst>
    <dgm:cxn modelId="{1EE4052F-5C3B-42EF-98B8-E2C5E66C8629}" srcId="{50571E13-37F9-47C0-BCE1-BEB4DA2D8C3E}" destId="{A36986F6-4D4F-4340-9E60-C032199657AF}" srcOrd="5" destOrd="0" parTransId="{A6272A90-147F-458E-9C23-8C2812E4A6A4}" sibTransId="{756C950F-A1D0-4BC1-B395-70607071A107}"/>
    <dgm:cxn modelId="{BC9F7E37-70A2-49AF-80A0-DF79BACA5EAA}" srcId="{50571E13-37F9-47C0-BCE1-BEB4DA2D8C3E}" destId="{88EF7C2A-E0FC-43F2-B3C2-5AE864B70A8A}" srcOrd="1" destOrd="0" parTransId="{D64D4B05-73DE-44BE-A1EC-E8EB0E3B2BC1}" sibTransId="{1D7D39DA-F6EB-4DF3-B58A-0D6604A7F28E}"/>
    <dgm:cxn modelId="{72398F63-93E6-4668-9A65-1CA3273D355B}" srcId="{50571E13-37F9-47C0-BCE1-BEB4DA2D8C3E}" destId="{54A31AEC-96A8-4C70-8784-B16412C93673}" srcOrd="3" destOrd="0" parTransId="{D9A23DA9-A5E4-4EDB-852E-92381CC141A3}" sibTransId="{DA267977-69BE-40A8-B87B-F19CD56863AD}"/>
    <dgm:cxn modelId="{7DA32766-65B8-47F2-B0D8-AA5BF8B93152}" type="presOf" srcId="{88EF7C2A-E0FC-43F2-B3C2-5AE864B70A8A}" destId="{FC5A096D-ECDA-4CD2-A2D2-A41D78383D63}" srcOrd="0" destOrd="0" presId="urn:microsoft.com/office/officeart/2008/layout/LinedList"/>
    <dgm:cxn modelId="{BBB0F974-B656-4CA5-8040-9D5AA8B992BD}" srcId="{50571E13-37F9-47C0-BCE1-BEB4DA2D8C3E}" destId="{332142E8-DC75-431A-9671-FD37CA154551}" srcOrd="2" destOrd="0" parTransId="{A5E29E6A-1BA9-4AA4-8331-0DB7E5A97610}" sibTransId="{CB86DFBE-EC78-4BB3-A287-8AF1D78956E5}"/>
    <dgm:cxn modelId="{607B2058-0C61-429E-A925-BC5466A9F195}" type="presOf" srcId="{A36986F6-4D4F-4340-9E60-C032199657AF}" destId="{14AFAD21-E7FC-4B6B-9D21-D7D75911EE2B}" srcOrd="0" destOrd="0" presId="urn:microsoft.com/office/officeart/2008/layout/LinedList"/>
    <dgm:cxn modelId="{AE684D79-26FA-4F86-9C97-8F166C187CB3}" type="presOf" srcId="{2390303B-04FD-4B5B-9027-EDFA43DF93A9}" destId="{3CB3E051-A38E-4174-9C9D-635397CCAC18}" srcOrd="0" destOrd="0" presId="urn:microsoft.com/office/officeart/2008/layout/LinedList"/>
    <dgm:cxn modelId="{73C7A27D-4B83-4AD9-BA1F-EBF6E489844C}" type="presOf" srcId="{332142E8-DC75-431A-9671-FD37CA154551}" destId="{824A28FB-873B-425B-9DDF-E292067DE87C}" srcOrd="0" destOrd="0" presId="urn:microsoft.com/office/officeart/2008/layout/LinedList"/>
    <dgm:cxn modelId="{E5B3E3AA-A640-49DB-952E-8BBEA7530AE2}" type="presOf" srcId="{2CDBDF38-DC62-4A77-B260-592AF28FD66E}" destId="{5838C637-499E-4EB0-8495-07953BD0ACAA}" srcOrd="0" destOrd="0" presId="urn:microsoft.com/office/officeart/2008/layout/LinedList"/>
    <dgm:cxn modelId="{4E29D1B6-F290-44DF-BB9D-A7477FBDDF4B}" type="presOf" srcId="{50571E13-37F9-47C0-BCE1-BEB4DA2D8C3E}" destId="{8873B8DA-2208-447F-98C9-5D78741AED5F}" srcOrd="0" destOrd="0" presId="urn:microsoft.com/office/officeart/2008/layout/LinedList"/>
    <dgm:cxn modelId="{7192A3BE-3AFB-494D-A0B6-0741267BCF12}" type="presOf" srcId="{54A31AEC-96A8-4C70-8784-B16412C93673}" destId="{4710B21A-3ADE-4F30-80B2-3102B843E71C}" srcOrd="0" destOrd="0" presId="urn:microsoft.com/office/officeart/2008/layout/LinedList"/>
    <dgm:cxn modelId="{BF8FC0DF-B89C-4F6A-B983-0B37D9EE1FD8}" type="presOf" srcId="{CD390E40-6DF1-4A7C-BAC1-D113E81F23BE}" destId="{F3F0A33B-6F6B-43EF-9C94-EFF3DF42B3AD}" srcOrd="0" destOrd="0" presId="urn:microsoft.com/office/officeart/2008/layout/LinedList"/>
    <dgm:cxn modelId="{CF2449EA-D180-49C2-A749-C01F5B44115C}" srcId="{50571E13-37F9-47C0-BCE1-BEB4DA2D8C3E}" destId="{2CDBDF38-DC62-4A77-B260-592AF28FD66E}" srcOrd="4" destOrd="0" parTransId="{3CE69F7C-5C01-4C64-8DAF-B052C3EBFDCE}" sibTransId="{70060925-D67B-4D66-97C7-7F8434BA4BAF}"/>
    <dgm:cxn modelId="{823A71ED-F514-4581-8B7E-C991129AA413}" srcId="{50571E13-37F9-47C0-BCE1-BEB4DA2D8C3E}" destId="{2390303B-04FD-4B5B-9027-EDFA43DF93A9}" srcOrd="0" destOrd="0" parTransId="{D6A7B2F1-D8FD-4843-8E27-B29B42011AAD}" sibTransId="{33C56E22-92DB-46B9-9BF3-AFD750B16553}"/>
    <dgm:cxn modelId="{177F00F1-0120-4217-9BA1-4A38307C7D7D}" srcId="{50571E13-37F9-47C0-BCE1-BEB4DA2D8C3E}" destId="{CD390E40-6DF1-4A7C-BAC1-D113E81F23BE}" srcOrd="6" destOrd="0" parTransId="{496943C6-6A63-4FA6-8856-D95BA1B38974}" sibTransId="{61224A30-C38A-4280-B765-150D84BD0F02}"/>
    <dgm:cxn modelId="{44B3528D-DB06-47E7-BF9D-3F3BD922C13F}" type="presParOf" srcId="{8873B8DA-2208-447F-98C9-5D78741AED5F}" destId="{37EF5093-BC10-4E48-866C-9EB8EA8AD272}" srcOrd="0" destOrd="0" presId="urn:microsoft.com/office/officeart/2008/layout/LinedList"/>
    <dgm:cxn modelId="{2C366387-5EF6-4A4B-87C1-352BC48311B2}" type="presParOf" srcId="{8873B8DA-2208-447F-98C9-5D78741AED5F}" destId="{D29618B0-1ACF-4936-9B92-5DD0E052EEA4}" srcOrd="1" destOrd="0" presId="urn:microsoft.com/office/officeart/2008/layout/LinedList"/>
    <dgm:cxn modelId="{F1AC98CA-B650-4848-8EBA-74B822DE9A5C}" type="presParOf" srcId="{D29618B0-1ACF-4936-9B92-5DD0E052EEA4}" destId="{3CB3E051-A38E-4174-9C9D-635397CCAC18}" srcOrd="0" destOrd="0" presId="urn:microsoft.com/office/officeart/2008/layout/LinedList"/>
    <dgm:cxn modelId="{8E12AF37-C35C-413A-8159-F9339171F823}" type="presParOf" srcId="{D29618B0-1ACF-4936-9B92-5DD0E052EEA4}" destId="{56FB11F7-52CE-48CC-A48B-35CA4A38BC73}" srcOrd="1" destOrd="0" presId="urn:microsoft.com/office/officeart/2008/layout/LinedList"/>
    <dgm:cxn modelId="{97717BE2-A140-4773-B707-8D012BFA7048}" type="presParOf" srcId="{8873B8DA-2208-447F-98C9-5D78741AED5F}" destId="{2C33D155-DBB2-4352-9FD6-E03513213E65}" srcOrd="2" destOrd="0" presId="urn:microsoft.com/office/officeart/2008/layout/LinedList"/>
    <dgm:cxn modelId="{30E28FF2-E0D3-47D7-905E-F55927858CF3}" type="presParOf" srcId="{8873B8DA-2208-447F-98C9-5D78741AED5F}" destId="{03EEFB21-CAF7-4F0A-80E4-8D6ADE32793D}" srcOrd="3" destOrd="0" presId="urn:microsoft.com/office/officeart/2008/layout/LinedList"/>
    <dgm:cxn modelId="{333346AE-C537-4740-87FD-2F0334F24130}" type="presParOf" srcId="{03EEFB21-CAF7-4F0A-80E4-8D6ADE32793D}" destId="{FC5A096D-ECDA-4CD2-A2D2-A41D78383D63}" srcOrd="0" destOrd="0" presId="urn:microsoft.com/office/officeart/2008/layout/LinedList"/>
    <dgm:cxn modelId="{F4EDC56C-6344-4C87-973B-DA45F547DF7B}" type="presParOf" srcId="{03EEFB21-CAF7-4F0A-80E4-8D6ADE32793D}" destId="{641D4D52-6D71-460F-9118-94F75F342290}" srcOrd="1" destOrd="0" presId="urn:microsoft.com/office/officeart/2008/layout/LinedList"/>
    <dgm:cxn modelId="{595248A7-CDDA-4939-A275-3FA94B7683AC}" type="presParOf" srcId="{8873B8DA-2208-447F-98C9-5D78741AED5F}" destId="{58FF4A42-E349-4BD8-B592-0D99BFD0FA24}" srcOrd="4" destOrd="0" presId="urn:microsoft.com/office/officeart/2008/layout/LinedList"/>
    <dgm:cxn modelId="{F5E3ADB1-7345-4DFD-8ABE-BBB1AD1B361A}" type="presParOf" srcId="{8873B8DA-2208-447F-98C9-5D78741AED5F}" destId="{FCC59373-DBD4-4B68-BFC5-C09138A79F2A}" srcOrd="5" destOrd="0" presId="urn:microsoft.com/office/officeart/2008/layout/LinedList"/>
    <dgm:cxn modelId="{1EE052FC-1277-4464-856A-58C5B01BE189}" type="presParOf" srcId="{FCC59373-DBD4-4B68-BFC5-C09138A79F2A}" destId="{824A28FB-873B-425B-9DDF-E292067DE87C}" srcOrd="0" destOrd="0" presId="urn:microsoft.com/office/officeart/2008/layout/LinedList"/>
    <dgm:cxn modelId="{ED3CB32E-A3E7-47A0-AB92-7BCC78F2ED68}" type="presParOf" srcId="{FCC59373-DBD4-4B68-BFC5-C09138A79F2A}" destId="{8EE18BEE-2BB6-49DA-99BA-35CAC22A81B8}" srcOrd="1" destOrd="0" presId="urn:microsoft.com/office/officeart/2008/layout/LinedList"/>
    <dgm:cxn modelId="{DAE13D6D-2A7C-4459-839B-DA40F5B4C9C3}" type="presParOf" srcId="{8873B8DA-2208-447F-98C9-5D78741AED5F}" destId="{13C5C2E8-2308-488E-84E6-087AF983C660}" srcOrd="6" destOrd="0" presId="urn:microsoft.com/office/officeart/2008/layout/LinedList"/>
    <dgm:cxn modelId="{45127E7D-4B6B-44CA-976E-E39EC558450D}" type="presParOf" srcId="{8873B8DA-2208-447F-98C9-5D78741AED5F}" destId="{6CEF9AE6-C238-483D-890B-BDC912955F32}" srcOrd="7" destOrd="0" presId="urn:microsoft.com/office/officeart/2008/layout/LinedList"/>
    <dgm:cxn modelId="{B734B6A3-156B-4646-8601-821BC43A7F8E}" type="presParOf" srcId="{6CEF9AE6-C238-483D-890B-BDC912955F32}" destId="{4710B21A-3ADE-4F30-80B2-3102B843E71C}" srcOrd="0" destOrd="0" presId="urn:microsoft.com/office/officeart/2008/layout/LinedList"/>
    <dgm:cxn modelId="{FD82AB21-9F92-43F9-9603-BE8BF10C91A0}" type="presParOf" srcId="{6CEF9AE6-C238-483D-890B-BDC912955F32}" destId="{7D00C2CC-9E66-4EF8-815C-838B6E1B84E1}" srcOrd="1" destOrd="0" presId="urn:microsoft.com/office/officeart/2008/layout/LinedList"/>
    <dgm:cxn modelId="{D245AE34-0535-4F3A-8DDA-975CDCE68A55}" type="presParOf" srcId="{8873B8DA-2208-447F-98C9-5D78741AED5F}" destId="{BEC06080-FE75-4691-855A-1FA045F46DF6}" srcOrd="8" destOrd="0" presId="urn:microsoft.com/office/officeart/2008/layout/LinedList"/>
    <dgm:cxn modelId="{86DB1C82-06EC-4E5F-8559-0BBC6F9F58A3}" type="presParOf" srcId="{8873B8DA-2208-447F-98C9-5D78741AED5F}" destId="{77DAF709-8D69-4D0B-80FE-1A69E34B52BD}" srcOrd="9" destOrd="0" presId="urn:microsoft.com/office/officeart/2008/layout/LinedList"/>
    <dgm:cxn modelId="{B9F3AF12-12BF-4DB9-A336-594E527670C1}" type="presParOf" srcId="{77DAF709-8D69-4D0B-80FE-1A69E34B52BD}" destId="{5838C637-499E-4EB0-8495-07953BD0ACAA}" srcOrd="0" destOrd="0" presId="urn:microsoft.com/office/officeart/2008/layout/LinedList"/>
    <dgm:cxn modelId="{27D87993-37C1-4B23-89C5-B943C645B456}" type="presParOf" srcId="{77DAF709-8D69-4D0B-80FE-1A69E34B52BD}" destId="{402FC6B9-3E23-4D4F-BFE5-A6B9CA2B9312}" srcOrd="1" destOrd="0" presId="urn:microsoft.com/office/officeart/2008/layout/LinedList"/>
    <dgm:cxn modelId="{1EA340D4-76C4-44AB-B409-65EE2DB02EE9}" type="presParOf" srcId="{8873B8DA-2208-447F-98C9-5D78741AED5F}" destId="{E68D4E8A-C607-4693-8690-347F0A947CA9}" srcOrd="10" destOrd="0" presId="urn:microsoft.com/office/officeart/2008/layout/LinedList"/>
    <dgm:cxn modelId="{3612E703-9E7F-4E71-8402-87F919ED0369}" type="presParOf" srcId="{8873B8DA-2208-447F-98C9-5D78741AED5F}" destId="{19533A1A-8CA1-40B1-98E6-2C823F09B170}" srcOrd="11" destOrd="0" presId="urn:microsoft.com/office/officeart/2008/layout/LinedList"/>
    <dgm:cxn modelId="{66623DBA-99D5-4AF0-9586-DB249513641C}" type="presParOf" srcId="{19533A1A-8CA1-40B1-98E6-2C823F09B170}" destId="{14AFAD21-E7FC-4B6B-9D21-D7D75911EE2B}" srcOrd="0" destOrd="0" presId="urn:microsoft.com/office/officeart/2008/layout/LinedList"/>
    <dgm:cxn modelId="{99E693EC-610D-4ABF-8E5D-B48C7C4B8DF7}" type="presParOf" srcId="{19533A1A-8CA1-40B1-98E6-2C823F09B170}" destId="{2363DCE3-C014-4361-BC90-F97F3DAECCA1}" srcOrd="1" destOrd="0" presId="urn:microsoft.com/office/officeart/2008/layout/LinedList"/>
    <dgm:cxn modelId="{DDBC98B7-E647-4070-836C-04E712E4BFC4}" type="presParOf" srcId="{8873B8DA-2208-447F-98C9-5D78741AED5F}" destId="{76FCB2ED-7E7D-4AAD-8FB7-4A1A8746D772}" srcOrd="12" destOrd="0" presId="urn:microsoft.com/office/officeart/2008/layout/LinedList"/>
    <dgm:cxn modelId="{1F656664-EB26-46C6-866A-805FD48B58F5}" type="presParOf" srcId="{8873B8DA-2208-447F-98C9-5D78741AED5F}" destId="{A17C727E-5FAF-4BF4-BCE3-293EF0EA780D}" srcOrd="13" destOrd="0" presId="urn:microsoft.com/office/officeart/2008/layout/LinedList"/>
    <dgm:cxn modelId="{E25C6A10-4E45-4D45-8E1F-A18D4EE9F19E}" type="presParOf" srcId="{A17C727E-5FAF-4BF4-BCE3-293EF0EA780D}" destId="{F3F0A33B-6F6B-43EF-9C94-EFF3DF42B3AD}" srcOrd="0" destOrd="0" presId="urn:microsoft.com/office/officeart/2008/layout/LinedList"/>
    <dgm:cxn modelId="{636F349E-6513-48A2-8D09-CBC9A90C5DFB}" type="presParOf" srcId="{A17C727E-5FAF-4BF4-BCE3-293EF0EA780D}" destId="{51743778-7BEF-48C0-9B15-31E0A4F45AC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EF6310D-87D9-483E-9479-F4D54D868EF1}" type="doc">
      <dgm:prSet loTypeId="urn:microsoft.com/office/officeart/2008/layout/LinedList" loCatId="list" qsTypeId="urn:microsoft.com/office/officeart/2005/8/quickstyle/simple1" qsCatId="simple" csTypeId="urn:microsoft.com/office/officeart/2005/8/colors/accent5_2" csCatId="accent5"/>
      <dgm:spPr/>
      <dgm:t>
        <a:bodyPr/>
        <a:lstStyle/>
        <a:p>
          <a:endParaRPr lang="en-US"/>
        </a:p>
      </dgm:t>
    </dgm:pt>
    <dgm:pt modelId="{C076F4FE-F813-4F38-80E6-28CB4A265A60}">
      <dgm:prSet/>
      <dgm:spPr/>
      <dgm:t>
        <a:bodyPr/>
        <a:lstStyle/>
        <a:p>
          <a:r>
            <a:rPr lang="en-US" b="1"/>
            <a:t>Step 1: Prompt Engineering</a:t>
          </a:r>
          <a:r>
            <a:rPr lang="en-US"/>
            <a:t> (Designing the instruction).</a:t>
          </a:r>
        </a:p>
      </dgm:t>
    </dgm:pt>
    <dgm:pt modelId="{337148D4-8197-47B0-9ADB-29BB57137F40}" type="parTrans" cxnId="{48407D19-17F0-455F-8DFA-34CCC618D796}">
      <dgm:prSet/>
      <dgm:spPr/>
      <dgm:t>
        <a:bodyPr/>
        <a:lstStyle/>
        <a:p>
          <a:endParaRPr lang="en-US"/>
        </a:p>
      </dgm:t>
    </dgm:pt>
    <dgm:pt modelId="{6B79B09D-3F0B-4AF3-802C-88B31FF25365}" type="sibTrans" cxnId="{48407D19-17F0-455F-8DFA-34CCC618D796}">
      <dgm:prSet/>
      <dgm:spPr/>
      <dgm:t>
        <a:bodyPr/>
        <a:lstStyle/>
        <a:p>
          <a:endParaRPr lang="en-US"/>
        </a:p>
      </dgm:t>
    </dgm:pt>
    <dgm:pt modelId="{16B17311-9EBC-42C1-9D04-49785366E463}">
      <dgm:prSet/>
      <dgm:spPr/>
      <dgm:t>
        <a:bodyPr/>
        <a:lstStyle/>
        <a:p>
          <a:r>
            <a:rPr lang="en-US" b="1"/>
            <a:t>Step 2: Context Injection</a:t>
          </a:r>
          <a:r>
            <a:rPr lang="en-US"/>
            <a:t> (Adding relevant data/documents).</a:t>
          </a:r>
        </a:p>
      </dgm:t>
    </dgm:pt>
    <dgm:pt modelId="{B637C812-7E56-4C66-909B-B6F55C98C0C6}" type="parTrans" cxnId="{ED260CAC-3194-4843-AB16-DDF84B8DD4DB}">
      <dgm:prSet/>
      <dgm:spPr/>
      <dgm:t>
        <a:bodyPr/>
        <a:lstStyle/>
        <a:p>
          <a:endParaRPr lang="en-US"/>
        </a:p>
      </dgm:t>
    </dgm:pt>
    <dgm:pt modelId="{718CC8D2-5555-4D5B-92AB-24A2AC8EAAC1}" type="sibTrans" cxnId="{ED260CAC-3194-4843-AB16-DDF84B8DD4DB}">
      <dgm:prSet/>
      <dgm:spPr/>
      <dgm:t>
        <a:bodyPr/>
        <a:lstStyle/>
        <a:p>
          <a:endParaRPr lang="en-US"/>
        </a:p>
      </dgm:t>
    </dgm:pt>
    <dgm:pt modelId="{7ACEE6E9-EA70-4EF4-A46F-D78F0F0A1FD1}">
      <dgm:prSet/>
      <dgm:spPr/>
      <dgm:t>
        <a:bodyPr/>
        <a:lstStyle/>
        <a:p>
          <a:r>
            <a:rPr lang="en-US" b="1"/>
            <a:t>Step 3: Black Box Inference</a:t>
          </a:r>
          <a:r>
            <a:rPr lang="en-US"/>
            <a:t> (The LLM does the heavy lifting).</a:t>
          </a:r>
        </a:p>
      </dgm:t>
    </dgm:pt>
    <dgm:pt modelId="{8B45BF16-0046-4CB5-B4C1-5FD930E84393}" type="parTrans" cxnId="{6D64D80F-4525-467E-AD4B-D8548A4C794E}">
      <dgm:prSet/>
      <dgm:spPr/>
      <dgm:t>
        <a:bodyPr/>
        <a:lstStyle/>
        <a:p>
          <a:endParaRPr lang="en-US"/>
        </a:p>
      </dgm:t>
    </dgm:pt>
    <dgm:pt modelId="{BA438137-F71C-47FE-ABCF-E870889DE08F}" type="sibTrans" cxnId="{6D64D80F-4525-467E-AD4B-D8548A4C794E}">
      <dgm:prSet/>
      <dgm:spPr/>
      <dgm:t>
        <a:bodyPr/>
        <a:lstStyle/>
        <a:p>
          <a:endParaRPr lang="en-US"/>
        </a:p>
      </dgm:t>
    </dgm:pt>
    <dgm:pt modelId="{B1921993-D4ED-419A-9EB5-65FF568C04E6}">
      <dgm:prSet/>
      <dgm:spPr/>
      <dgm:t>
        <a:bodyPr/>
        <a:lstStyle/>
        <a:p>
          <a:r>
            <a:rPr lang="en-US" b="1"/>
            <a:t>Step 4: Output Parsing</a:t>
          </a:r>
          <a:r>
            <a:rPr lang="en-US"/>
            <a:t> (Formatting the text back into data).</a:t>
          </a:r>
        </a:p>
      </dgm:t>
    </dgm:pt>
    <dgm:pt modelId="{A2ABA420-6809-4A39-83B7-798555A82E45}" type="parTrans" cxnId="{2B123B14-2501-4C98-9A38-2446C68EB238}">
      <dgm:prSet/>
      <dgm:spPr/>
      <dgm:t>
        <a:bodyPr/>
        <a:lstStyle/>
        <a:p>
          <a:endParaRPr lang="en-US"/>
        </a:p>
      </dgm:t>
    </dgm:pt>
    <dgm:pt modelId="{F0109C1E-1181-45FB-B1EC-529E7D7AF3DB}" type="sibTrans" cxnId="{2B123B14-2501-4C98-9A38-2446C68EB238}">
      <dgm:prSet/>
      <dgm:spPr/>
      <dgm:t>
        <a:bodyPr/>
        <a:lstStyle/>
        <a:p>
          <a:endParaRPr lang="en-US"/>
        </a:p>
      </dgm:t>
    </dgm:pt>
    <dgm:pt modelId="{B4BA37EB-BCA1-4B14-A7BB-F180CACFA263}">
      <dgm:prSet/>
      <dgm:spPr/>
      <dgm:t>
        <a:bodyPr/>
        <a:lstStyle/>
        <a:p>
          <a:r>
            <a:rPr lang="en-US" i="1"/>
            <a:t>Pros:</a:t>
          </a:r>
          <a:r>
            <a:rPr lang="en-US"/>
            <a:t> Incredible capabilities, handles unseen tasks.</a:t>
          </a:r>
        </a:p>
      </dgm:t>
    </dgm:pt>
    <dgm:pt modelId="{2D4B8706-EF13-464E-9A0C-CB093BF1A399}" type="parTrans" cxnId="{12D2ED48-3AEA-4477-ABB2-3EDC7C53188E}">
      <dgm:prSet/>
      <dgm:spPr/>
      <dgm:t>
        <a:bodyPr/>
        <a:lstStyle/>
        <a:p>
          <a:endParaRPr lang="en-US"/>
        </a:p>
      </dgm:t>
    </dgm:pt>
    <dgm:pt modelId="{ED9C70A1-B70A-4EDF-BED6-54AD7CFB8DD0}" type="sibTrans" cxnId="{12D2ED48-3AEA-4477-ABB2-3EDC7C53188E}">
      <dgm:prSet/>
      <dgm:spPr/>
      <dgm:t>
        <a:bodyPr/>
        <a:lstStyle/>
        <a:p>
          <a:endParaRPr lang="en-US"/>
        </a:p>
      </dgm:t>
    </dgm:pt>
    <dgm:pt modelId="{DFE880EA-5B74-4760-B391-F5A03A944B2F}">
      <dgm:prSet/>
      <dgm:spPr/>
      <dgm:t>
        <a:bodyPr/>
        <a:lstStyle/>
        <a:p>
          <a:r>
            <a:rPr lang="en-US" i="1"/>
            <a:t>Cons:</a:t>
          </a:r>
          <a:r>
            <a:rPr lang="en-US"/>
            <a:t> Expensive, "Black Box" (hard to explain why), Hallucinations.</a:t>
          </a:r>
        </a:p>
      </dgm:t>
    </dgm:pt>
    <dgm:pt modelId="{627B4F0D-CE5F-42AD-B0A8-D6A5BF557D7D}" type="parTrans" cxnId="{F8A142AE-9F55-4AE8-B9B0-ADC3DC3877EB}">
      <dgm:prSet/>
      <dgm:spPr/>
      <dgm:t>
        <a:bodyPr/>
        <a:lstStyle/>
        <a:p>
          <a:endParaRPr lang="en-US"/>
        </a:p>
      </dgm:t>
    </dgm:pt>
    <dgm:pt modelId="{E8F73636-96A3-4A0D-8378-926D49EF5EB9}" type="sibTrans" cxnId="{F8A142AE-9F55-4AE8-B9B0-ADC3DC3877EB}">
      <dgm:prSet/>
      <dgm:spPr/>
      <dgm:t>
        <a:bodyPr/>
        <a:lstStyle/>
        <a:p>
          <a:endParaRPr lang="en-US"/>
        </a:p>
      </dgm:t>
    </dgm:pt>
    <dgm:pt modelId="{4ECB8C00-3F73-4097-AC26-294AFC3DE636}" type="pres">
      <dgm:prSet presAssocID="{0EF6310D-87D9-483E-9479-F4D54D868EF1}" presName="vert0" presStyleCnt="0">
        <dgm:presLayoutVars>
          <dgm:dir/>
          <dgm:animOne val="branch"/>
          <dgm:animLvl val="lvl"/>
        </dgm:presLayoutVars>
      </dgm:prSet>
      <dgm:spPr/>
    </dgm:pt>
    <dgm:pt modelId="{5BC98B9D-16D0-4F76-924A-C2AE6663B9F5}" type="pres">
      <dgm:prSet presAssocID="{C076F4FE-F813-4F38-80E6-28CB4A265A60}" presName="thickLine" presStyleLbl="alignNode1" presStyleIdx="0" presStyleCnt="6"/>
      <dgm:spPr/>
    </dgm:pt>
    <dgm:pt modelId="{4B9E1C6D-00E5-4CB6-8EF6-8972F1C70F6A}" type="pres">
      <dgm:prSet presAssocID="{C076F4FE-F813-4F38-80E6-28CB4A265A60}" presName="horz1" presStyleCnt="0"/>
      <dgm:spPr/>
    </dgm:pt>
    <dgm:pt modelId="{5D86D267-C83E-4DB4-9792-D4F7C151DF03}" type="pres">
      <dgm:prSet presAssocID="{C076F4FE-F813-4F38-80E6-28CB4A265A60}" presName="tx1" presStyleLbl="revTx" presStyleIdx="0" presStyleCnt="6"/>
      <dgm:spPr/>
    </dgm:pt>
    <dgm:pt modelId="{9AC552D7-BD5E-4C93-9008-C80733B192DC}" type="pres">
      <dgm:prSet presAssocID="{C076F4FE-F813-4F38-80E6-28CB4A265A60}" presName="vert1" presStyleCnt="0"/>
      <dgm:spPr/>
    </dgm:pt>
    <dgm:pt modelId="{A5368EFA-3DB4-4F1E-A77A-A4622B1E6BDF}" type="pres">
      <dgm:prSet presAssocID="{16B17311-9EBC-42C1-9D04-49785366E463}" presName="thickLine" presStyleLbl="alignNode1" presStyleIdx="1" presStyleCnt="6"/>
      <dgm:spPr/>
    </dgm:pt>
    <dgm:pt modelId="{914C38CB-4DAA-49DE-BCC9-FCC5460F74B4}" type="pres">
      <dgm:prSet presAssocID="{16B17311-9EBC-42C1-9D04-49785366E463}" presName="horz1" presStyleCnt="0"/>
      <dgm:spPr/>
    </dgm:pt>
    <dgm:pt modelId="{37163867-998C-4654-8F1B-0D9A3BC1894A}" type="pres">
      <dgm:prSet presAssocID="{16B17311-9EBC-42C1-9D04-49785366E463}" presName="tx1" presStyleLbl="revTx" presStyleIdx="1" presStyleCnt="6"/>
      <dgm:spPr/>
    </dgm:pt>
    <dgm:pt modelId="{E0055879-DE39-4FD7-BEF1-623EC326A69A}" type="pres">
      <dgm:prSet presAssocID="{16B17311-9EBC-42C1-9D04-49785366E463}" presName="vert1" presStyleCnt="0"/>
      <dgm:spPr/>
    </dgm:pt>
    <dgm:pt modelId="{A8FA86A5-C53C-418C-AE7E-22AFCE268B4C}" type="pres">
      <dgm:prSet presAssocID="{7ACEE6E9-EA70-4EF4-A46F-D78F0F0A1FD1}" presName="thickLine" presStyleLbl="alignNode1" presStyleIdx="2" presStyleCnt="6"/>
      <dgm:spPr/>
    </dgm:pt>
    <dgm:pt modelId="{881A0667-0AE9-4F63-B80C-311F8C9343B1}" type="pres">
      <dgm:prSet presAssocID="{7ACEE6E9-EA70-4EF4-A46F-D78F0F0A1FD1}" presName="horz1" presStyleCnt="0"/>
      <dgm:spPr/>
    </dgm:pt>
    <dgm:pt modelId="{80AB5948-BD6B-4C24-981C-7B15DA8CC85A}" type="pres">
      <dgm:prSet presAssocID="{7ACEE6E9-EA70-4EF4-A46F-D78F0F0A1FD1}" presName="tx1" presStyleLbl="revTx" presStyleIdx="2" presStyleCnt="6"/>
      <dgm:spPr/>
    </dgm:pt>
    <dgm:pt modelId="{2C31E351-581D-4C52-823A-F84AE43A907C}" type="pres">
      <dgm:prSet presAssocID="{7ACEE6E9-EA70-4EF4-A46F-D78F0F0A1FD1}" presName="vert1" presStyleCnt="0"/>
      <dgm:spPr/>
    </dgm:pt>
    <dgm:pt modelId="{4192D9A5-4D55-4BA9-8498-ECB58A656726}" type="pres">
      <dgm:prSet presAssocID="{B1921993-D4ED-419A-9EB5-65FF568C04E6}" presName="thickLine" presStyleLbl="alignNode1" presStyleIdx="3" presStyleCnt="6"/>
      <dgm:spPr/>
    </dgm:pt>
    <dgm:pt modelId="{B3FEA5A4-186A-4350-99A6-A3886A49C8F9}" type="pres">
      <dgm:prSet presAssocID="{B1921993-D4ED-419A-9EB5-65FF568C04E6}" presName="horz1" presStyleCnt="0"/>
      <dgm:spPr/>
    </dgm:pt>
    <dgm:pt modelId="{F64B6F50-A4D7-424F-90A0-41BB9C7EC636}" type="pres">
      <dgm:prSet presAssocID="{B1921993-D4ED-419A-9EB5-65FF568C04E6}" presName="tx1" presStyleLbl="revTx" presStyleIdx="3" presStyleCnt="6"/>
      <dgm:spPr/>
    </dgm:pt>
    <dgm:pt modelId="{48926469-AA54-483E-990E-A7BE4D0992CA}" type="pres">
      <dgm:prSet presAssocID="{B1921993-D4ED-419A-9EB5-65FF568C04E6}" presName="vert1" presStyleCnt="0"/>
      <dgm:spPr/>
    </dgm:pt>
    <dgm:pt modelId="{83D262C5-E50C-4CBA-9264-9376817C58C4}" type="pres">
      <dgm:prSet presAssocID="{B4BA37EB-BCA1-4B14-A7BB-F180CACFA263}" presName="thickLine" presStyleLbl="alignNode1" presStyleIdx="4" presStyleCnt="6"/>
      <dgm:spPr/>
    </dgm:pt>
    <dgm:pt modelId="{9356DAD0-BBD9-42C8-902A-A23A8B40A191}" type="pres">
      <dgm:prSet presAssocID="{B4BA37EB-BCA1-4B14-A7BB-F180CACFA263}" presName="horz1" presStyleCnt="0"/>
      <dgm:spPr/>
    </dgm:pt>
    <dgm:pt modelId="{AFE1F42B-85F9-4781-BB21-BA0F09494C7F}" type="pres">
      <dgm:prSet presAssocID="{B4BA37EB-BCA1-4B14-A7BB-F180CACFA263}" presName="tx1" presStyleLbl="revTx" presStyleIdx="4" presStyleCnt="6"/>
      <dgm:spPr/>
    </dgm:pt>
    <dgm:pt modelId="{A9AC8865-A69A-499A-B875-5342261AFBD4}" type="pres">
      <dgm:prSet presAssocID="{B4BA37EB-BCA1-4B14-A7BB-F180CACFA263}" presName="vert1" presStyleCnt="0"/>
      <dgm:spPr/>
    </dgm:pt>
    <dgm:pt modelId="{97A13B99-1F1D-4023-B031-615CFB759195}" type="pres">
      <dgm:prSet presAssocID="{DFE880EA-5B74-4760-B391-F5A03A944B2F}" presName="thickLine" presStyleLbl="alignNode1" presStyleIdx="5" presStyleCnt="6"/>
      <dgm:spPr/>
    </dgm:pt>
    <dgm:pt modelId="{E806881B-393A-4F8C-B65A-F364AB8A9DDB}" type="pres">
      <dgm:prSet presAssocID="{DFE880EA-5B74-4760-B391-F5A03A944B2F}" presName="horz1" presStyleCnt="0"/>
      <dgm:spPr/>
    </dgm:pt>
    <dgm:pt modelId="{D2B943BC-3100-444C-BC97-5E74C01A2A9E}" type="pres">
      <dgm:prSet presAssocID="{DFE880EA-5B74-4760-B391-F5A03A944B2F}" presName="tx1" presStyleLbl="revTx" presStyleIdx="5" presStyleCnt="6"/>
      <dgm:spPr/>
    </dgm:pt>
    <dgm:pt modelId="{95442098-E779-4321-9B20-CA0BA00EEF86}" type="pres">
      <dgm:prSet presAssocID="{DFE880EA-5B74-4760-B391-F5A03A944B2F}" presName="vert1" presStyleCnt="0"/>
      <dgm:spPr/>
    </dgm:pt>
  </dgm:ptLst>
  <dgm:cxnLst>
    <dgm:cxn modelId="{6D64D80F-4525-467E-AD4B-D8548A4C794E}" srcId="{0EF6310D-87D9-483E-9479-F4D54D868EF1}" destId="{7ACEE6E9-EA70-4EF4-A46F-D78F0F0A1FD1}" srcOrd="2" destOrd="0" parTransId="{8B45BF16-0046-4CB5-B4C1-5FD930E84393}" sibTransId="{BA438137-F71C-47FE-ABCF-E870889DE08F}"/>
    <dgm:cxn modelId="{2B123B14-2501-4C98-9A38-2446C68EB238}" srcId="{0EF6310D-87D9-483E-9479-F4D54D868EF1}" destId="{B1921993-D4ED-419A-9EB5-65FF568C04E6}" srcOrd="3" destOrd="0" parTransId="{A2ABA420-6809-4A39-83B7-798555A82E45}" sibTransId="{F0109C1E-1181-45FB-B1EC-529E7D7AF3DB}"/>
    <dgm:cxn modelId="{48407D19-17F0-455F-8DFA-34CCC618D796}" srcId="{0EF6310D-87D9-483E-9479-F4D54D868EF1}" destId="{C076F4FE-F813-4F38-80E6-28CB4A265A60}" srcOrd="0" destOrd="0" parTransId="{337148D4-8197-47B0-9ADB-29BB57137F40}" sibTransId="{6B79B09D-3F0B-4AF3-802C-88B31FF25365}"/>
    <dgm:cxn modelId="{96312460-04BC-4822-8846-D1844D71236B}" type="presOf" srcId="{DFE880EA-5B74-4760-B391-F5A03A944B2F}" destId="{D2B943BC-3100-444C-BC97-5E74C01A2A9E}" srcOrd="0" destOrd="0" presId="urn:microsoft.com/office/officeart/2008/layout/LinedList"/>
    <dgm:cxn modelId="{6D3C0F44-2B95-4CA0-8F1F-CD774965D20F}" type="presOf" srcId="{16B17311-9EBC-42C1-9D04-49785366E463}" destId="{37163867-998C-4654-8F1B-0D9A3BC1894A}" srcOrd="0" destOrd="0" presId="urn:microsoft.com/office/officeart/2008/layout/LinedList"/>
    <dgm:cxn modelId="{12D2ED48-3AEA-4477-ABB2-3EDC7C53188E}" srcId="{0EF6310D-87D9-483E-9479-F4D54D868EF1}" destId="{B4BA37EB-BCA1-4B14-A7BB-F180CACFA263}" srcOrd="4" destOrd="0" parTransId="{2D4B8706-EF13-464E-9A0C-CB093BF1A399}" sibTransId="{ED9C70A1-B70A-4EDF-BED6-54AD7CFB8DD0}"/>
    <dgm:cxn modelId="{ED260CAC-3194-4843-AB16-DDF84B8DD4DB}" srcId="{0EF6310D-87D9-483E-9479-F4D54D868EF1}" destId="{16B17311-9EBC-42C1-9D04-49785366E463}" srcOrd="1" destOrd="0" parTransId="{B637C812-7E56-4C66-909B-B6F55C98C0C6}" sibTransId="{718CC8D2-5555-4D5B-92AB-24A2AC8EAAC1}"/>
    <dgm:cxn modelId="{F8A142AE-9F55-4AE8-B9B0-ADC3DC3877EB}" srcId="{0EF6310D-87D9-483E-9479-F4D54D868EF1}" destId="{DFE880EA-5B74-4760-B391-F5A03A944B2F}" srcOrd="5" destOrd="0" parTransId="{627B4F0D-CE5F-42AD-B0A8-D6A5BF557D7D}" sibTransId="{E8F73636-96A3-4A0D-8378-926D49EF5EB9}"/>
    <dgm:cxn modelId="{F199F0B2-9B14-4C38-844A-4664B31D9162}" type="presOf" srcId="{7ACEE6E9-EA70-4EF4-A46F-D78F0F0A1FD1}" destId="{80AB5948-BD6B-4C24-981C-7B15DA8CC85A}" srcOrd="0" destOrd="0" presId="urn:microsoft.com/office/officeart/2008/layout/LinedList"/>
    <dgm:cxn modelId="{55FDB8C8-53D8-4F21-85EE-C73B2EDAD379}" type="presOf" srcId="{B4BA37EB-BCA1-4B14-A7BB-F180CACFA263}" destId="{AFE1F42B-85F9-4781-BB21-BA0F09494C7F}" srcOrd="0" destOrd="0" presId="urn:microsoft.com/office/officeart/2008/layout/LinedList"/>
    <dgm:cxn modelId="{62F231E4-F91B-4E62-A08D-3A617F52C656}" type="presOf" srcId="{0EF6310D-87D9-483E-9479-F4D54D868EF1}" destId="{4ECB8C00-3F73-4097-AC26-294AFC3DE636}" srcOrd="0" destOrd="0" presId="urn:microsoft.com/office/officeart/2008/layout/LinedList"/>
    <dgm:cxn modelId="{B75B4CF8-4AEA-4812-A6C5-2DCA1A6F32D9}" type="presOf" srcId="{B1921993-D4ED-419A-9EB5-65FF568C04E6}" destId="{F64B6F50-A4D7-424F-90A0-41BB9C7EC636}" srcOrd="0" destOrd="0" presId="urn:microsoft.com/office/officeart/2008/layout/LinedList"/>
    <dgm:cxn modelId="{A6B08FF8-8C8C-4CE7-8ED3-E4F45929ED2B}" type="presOf" srcId="{C076F4FE-F813-4F38-80E6-28CB4A265A60}" destId="{5D86D267-C83E-4DB4-9792-D4F7C151DF03}" srcOrd="0" destOrd="0" presId="urn:microsoft.com/office/officeart/2008/layout/LinedList"/>
    <dgm:cxn modelId="{E9332665-CC15-49AE-A70D-23C8847CDDEC}" type="presParOf" srcId="{4ECB8C00-3F73-4097-AC26-294AFC3DE636}" destId="{5BC98B9D-16D0-4F76-924A-C2AE6663B9F5}" srcOrd="0" destOrd="0" presId="urn:microsoft.com/office/officeart/2008/layout/LinedList"/>
    <dgm:cxn modelId="{F1F9C2F5-7BF6-443C-8165-1076B6183BBC}" type="presParOf" srcId="{4ECB8C00-3F73-4097-AC26-294AFC3DE636}" destId="{4B9E1C6D-00E5-4CB6-8EF6-8972F1C70F6A}" srcOrd="1" destOrd="0" presId="urn:microsoft.com/office/officeart/2008/layout/LinedList"/>
    <dgm:cxn modelId="{AA27C825-BAEB-4336-9B60-18BCD2E55600}" type="presParOf" srcId="{4B9E1C6D-00E5-4CB6-8EF6-8972F1C70F6A}" destId="{5D86D267-C83E-4DB4-9792-D4F7C151DF03}" srcOrd="0" destOrd="0" presId="urn:microsoft.com/office/officeart/2008/layout/LinedList"/>
    <dgm:cxn modelId="{DFF8D1F1-B614-41B7-A2A5-CDE0DEEE83D8}" type="presParOf" srcId="{4B9E1C6D-00E5-4CB6-8EF6-8972F1C70F6A}" destId="{9AC552D7-BD5E-4C93-9008-C80733B192DC}" srcOrd="1" destOrd="0" presId="urn:microsoft.com/office/officeart/2008/layout/LinedList"/>
    <dgm:cxn modelId="{138DDC6F-7184-4581-B898-2479D1FAE5BE}" type="presParOf" srcId="{4ECB8C00-3F73-4097-AC26-294AFC3DE636}" destId="{A5368EFA-3DB4-4F1E-A77A-A4622B1E6BDF}" srcOrd="2" destOrd="0" presId="urn:microsoft.com/office/officeart/2008/layout/LinedList"/>
    <dgm:cxn modelId="{A9E1E843-383B-41F2-A7F2-D2C9206B305E}" type="presParOf" srcId="{4ECB8C00-3F73-4097-AC26-294AFC3DE636}" destId="{914C38CB-4DAA-49DE-BCC9-FCC5460F74B4}" srcOrd="3" destOrd="0" presId="urn:microsoft.com/office/officeart/2008/layout/LinedList"/>
    <dgm:cxn modelId="{A87B7D82-F044-4E09-A5AD-CBAB12532D69}" type="presParOf" srcId="{914C38CB-4DAA-49DE-BCC9-FCC5460F74B4}" destId="{37163867-998C-4654-8F1B-0D9A3BC1894A}" srcOrd="0" destOrd="0" presId="urn:microsoft.com/office/officeart/2008/layout/LinedList"/>
    <dgm:cxn modelId="{41C8DD3C-04FE-4E3C-B841-52A5E403F091}" type="presParOf" srcId="{914C38CB-4DAA-49DE-BCC9-FCC5460F74B4}" destId="{E0055879-DE39-4FD7-BEF1-623EC326A69A}" srcOrd="1" destOrd="0" presId="urn:microsoft.com/office/officeart/2008/layout/LinedList"/>
    <dgm:cxn modelId="{9AFF879B-BE98-4EF6-897C-AFEE9FE01382}" type="presParOf" srcId="{4ECB8C00-3F73-4097-AC26-294AFC3DE636}" destId="{A8FA86A5-C53C-418C-AE7E-22AFCE268B4C}" srcOrd="4" destOrd="0" presId="urn:microsoft.com/office/officeart/2008/layout/LinedList"/>
    <dgm:cxn modelId="{395B27A5-1F8E-444B-8ADA-A889569EFDEF}" type="presParOf" srcId="{4ECB8C00-3F73-4097-AC26-294AFC3DE636}" destId="{881A0667-0AE9-4F63-B80C-311F8C9343B1}" srcOrd="5" destOrd="0" presId="urn:microsoft.com/office/officeart/2008/layout/LinedList"/>
    <dgm:cxn modelId="{BAA9F30B-C52B-4A7D-B731-7B58937C7B74}" type="presParOf" srcId="{881A0667-0AE9-4F63-B80C-311F8C9343B1}" destId="{80AB5948-BD6B-4C24-981C-7B15DA8CC85A}" srcOrd="0" destOrd="0" presId="urn:microsoft.com/office/officeart/2008/layout/LinedList"/>
    <dgm:cxn modelId="{64EC8DD8-1C72-4B53-B202-DB96B63D773A}" type="presParOf" srcId="{881A0667-0AE9-4F63-B80C-311F8C9343B1}" destId="{2C31E351-581D-4C52-823A-F84AE43A907C}" srcOrd="1" destOrd="0" presId="urn:microsoft.com/office/officeart/2008/layout/LinedList"/>
    <dgm:cxn modelId="{F0E03256-6D87-437A-BC7D-76D489DCE444}" type="presParOf" srcId="{4ECB8C00-3F73-4097-AC26-294AFC3DE636}" destId="{4192D9A5-4D55-4BA9-8498-ECB58A656726}" srcOrd="6" destOrd="0" presId="urn:microsoft.com/office/officeart/2008/layout/LinedList"/>
    <dgm:cxn modelId="{A60570CC-9BFD-4D49-9449-A1309007DF2E}" type="presParOf" srcId="{4ECB8C00-3F73-4097-AC26-294AFC3DE636}" destId="{B3FEA5A4-186A-4350-99A6-A3886A49C8F9}" srcOrd="7" destOrd="0" presId="urn:microsoft.com/office/officeart/2008/layout/LinedList"/>
    <dgm:cxn modelId="{D11AC21D-9417-4BCE-9673-965A6EDCBAA5}" type="presParOf" srcId="{B3FEA5A4-186A-4350-99A6-A3886A49C8F9}" destId="{F64B6F50-A4D7-424F-90A0-41BB9C7EC636}" srcOrd="0" destOrd="0" presId="urn:microsoft.com/office/officeart/2008/layout/LinedList"/>
    <dgm:cxn modelId="{C7C4B3A8-DBE5-4DA3-B7E4-DE54883F7201}" type="presParOf" srcId="{B3FEA5A4-186A-4350-99A6-A3886A49C8F9}" destId="{48926469-AA54-483E-990E-A7BE4D0992CA}" srcOrd="1" destOrd="0" presId="urn:microsoft.com/office/officeart/2008/layout/LinedList"/>
    <dgm:cxn modelId="{D81D1585-AB6D-4DA3-91F1-A645B4D792B2}" type="presParOf" srcId="{4ECB8C00-3F73-4097-AC26-294AFC3DE636}" destId="{83D262C5-E50C-4CBA-9264-9376817C58C4}" srcOrd="8" destOrd="0" presId="urn:microsoft.com/office/officeart/2008/layout/LinedList"/>
    <dgm:cxn modelId="{6A18782B-5F80-4956-98B6-1365EE44044D}" type="presParOf" srcId="{4ECB8C00-3F73-4097-AC26-294AFC3DE636}" destId="{9356DAD0-BBD9-42C8-902A-A23A8B40A191}" srcOrd="9" destOrd="0" presId="urn:microsoft.com/office/officeart/2008/layout/LinedList"/>
    <dgm:cxn modelId="{67585BE1-E21C-4DFC-BF03-EF8EDA2F7130}" type="presParOf" srcId="{9356DAD0-BBD9-42C8-902A-A23A8B40A191}" destId="{AFE1F42B-85F9-4781-BB21-BA0F09494C7F}" srcOrd="0" destOrd="0" presId="urn:microsoft.com/office/officeart/2008/layout/LinedList"/>
    <dgm:cxn modelId="{6EDD8291-A293-4EC2-A9EE-35C18CD0CB4F}" type="presParOf" srcId="{9356DAD0-BBD9-42C8-902A-A23A8B40A191}" destId="{A9AC8865-A69A-499A-B875-5342261AFBD4}" srcOrd="1" destOrd="0" presId="urn:microsoft.com/office/officeart/2008/layout/LinedList"/>
    <dgm:cxn modelId="{9E3D0114-B0FA-4091-A9F7-8680CD04C9A5}" type="presParOf" srcId="{4ECB8C00-3F73-4097-AC26-294AFC3DE636}" destId="{97A13B99-1F1D-4023-B031-615CFB759195}" srcOrd="10" destOrd="0" presId="urn:microsoft.com/office/officeart/2008/layout/LinedList"/>
    <dgm:cxn modelId="{06F52814-08DC-463F-A0BA-A5A5F0A1998E}" type="presParOf" srcId="{4ECB8C00-3F73-4097-AC26-294AFC3DE636}" destId="{E806881B-393A-4F8C-B65A-F364AB8A9DDB}" srcOrd="11" destOrd="0" presId="urn:microsoft.com/office/officeart/2008/layout/LinedList"/>
    <dgm:cxn modelId="{E954BB6E-D242-4697-A4AB-1E7A9F4C9453}" type="presParOf" srcId="{E806881B-393A-4F8C-B65A-F364AB8A9DDB}" destId="{D2B943BC-3100-444C-BC97-5E74C01A2A9E}" srcOrd="0" destOrd="0" presId="urn:microsoft.com/office/officeart/2008/layout/LinedList"/>
    <dgm:cxn modelId="{EAC0E6BD-43D9-424E-B5E2-A4588AFAD46B}" type="presParOf" srcId="{E806881B-393A-4F8C-B65A-F364AB8A9DDB}" destId="{95442098-E779-4321-9B20-CA0BA00EEF8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AA5F5C3-CED2-40F0-827C-6DAF8D24A5E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DD39524-0144-408A-AC11-595DEBE112A4}">
      <dgm:prSet custT="1"/>
      <dgm:spPr/>
      <dgm:t>
        <a:bodyPr/>
        <a:lstStyle/>
        <a:p>
          <a:r>
            <a:rPr lang="en-US" sz="2800" b="1"/>
            <a:t>Python:</a:t>
          </a:r>
          <a:r>
            <a:rPr lang="en-US" sz="2800"/>
            <a:t> The language of AI.</a:t>
          </a:r>
        </a:p>
      </dgm:t>
    </dgm:pt>
    <dgm:pt modelId="{C6142DF5-1B43-47DD-8A7F-2DF4569F1737}" type="parTrans" cxnId="{F878BD98-F71A-4495-A527-5D5CC7E4098A}">
      <dgm:prSet/>
      <dgm:spPr/>
      <dgm:t>
        <a:bodyPr/>
        <a:lstStyle/>
        <a:p>
          <a:endParaRPr lang="en-US" sz="2800"/>
        </a:p>
      </dgm:t>
    </dgm:pt>
    <dgm:pt modelId="{A1C2985D-F979-49F8-A885-62F01F345EF5}" type="sibTrans" cxnId="{F878BD98-F71A-4495-A527-5D5CC7E4098A}">
      <dgm:prSet/>
      <dgm:spPr/>
      <dgm:t>
        <a:bodyPr/>
        <a:lstStyle/>
        <a:p>
          <a:endParaRPr lang="en-US" sz="2800"/>
        </a:p>
      </dgm:t>
    </dgm:pt>
    <dgm:pt modelId="{C0021C25-454B-4A49-9D5E-9D02777984C4}">
      <dgm:prSet custT="1"/>
      <dgm:spPr/>
      <dgm:t>
        <a:bodyPr/>
        <a:lstStyle/>
        <a:p>
          <a:r>
            <a:rPr lang="en-US" sz="2800" b="1"/>
            <a:t>Hugging Face (Transformers):</a:t>
          </a:r>
          <a:r>
            <a:rPr lang="en-US" sz="2800"/>
            <a:t> The "GitHub of AI" – our source for models and datasets.</a:t>
          </a:r>
        </a:p>
      </dgm:t>
    </dgm:pt>
    <dgm:pt modelId="{8BA2B02D-0D5B-4200-85E5-591B2469FD8B}" type="parTrans" cxnId="{8F047103-798D-437A-8550-EA0CFB99BB46}">
      <dgm:prSet/>
      <dgm:spPr/>
      <dgm:t>
        <a:bodyPr/>
        <a:lstStyle/>
        <a:p>
          <a:endParaRPr lang="en-US" sz="2800"/>
        </a:p>
      </dgm:t>
    </dgm:pt>
    <dgm:pt modelId="{7D49A338-29D2-488B-958D-B9F4F3CE535A}" type="sibTrans" cxnId="{8F047103-798D-437A-8550-EA0CFB99BB46}">
      <dgm:prSet/>
      <dgm:spPr/>
      <dgm:t>
        <a:bodyPr/>
        <a:lstStyle/>
        <a:p>
          <a:endParaRPr lang="en-US" sz="2800"/>
        </a:p>
      </dgm:t>
    </dgm:pt>
    <dgm:pt modelId="{71BFAC4E-0092-4155-8E7F-81FB18D11EB7}">
      <dgm:prSet custT="1"/>
      <dgm:spPr/>
      <dgm:t>
        <a:bodyPr/>
        <a:lstStyle/>
        <a:p>
          <a:r>
            <a:rPr lang="en-US" sz="2800" b="1"/>
            <a:t>PyTorch:</a:t>
          </a:r>
          <a:r>
            <a:rPr lang="en-US" sz="2800"/>
            <a:t> The deep learning framework.</a:t>
          </a:r>
        </a:p>
      </dgm:t>
    </dgm:pt>
    <dgm:pt modelId="{7C1AD60D-341D-4C20-A609-7F51B7DAE17B}" type="parTrans" cxnId="{79C7D0EC-09C0-4A3E-B784-D6B249FF0A22}">
      <dgm:prSet/>
      <dgm:spPr/>
      <dgm:t>
        <a:bodyPr/>
        <a:lstStyle/>
        <a:p>
          <a:endParaRPr lang="en-US" sz="2800"/>
        </a:p>
      </dgm:t>
    </dgm:pt>
    <dgm:pt modelId="{FBB36E11-66F0-4C9A-885E-E34A0F9F7CBB}" type="sibTrans" cxnId="{79C7D0EC-09C0-4A3E-B784-D6B249FF0A22}">
      <dgm:prSet/>
      <dgm:spPr/>
      <dgm:t>
        <a:bodyPr/>
        <a:lstStyle/>
        <a:p>
          <a:endParaRPr lang="en-US" sz="2800"/>
        </a:p>
      </dgm:t>
    </dgm:pt>
    <dgm:pt modelId="{35E5B452-4633-44E9-AE77-7D6C332CA47C}">
      <dgm:prSet custT="1"/>
      <dgm:spPr/>
      <dgm:t>
        <a:bodyPr/>
        <a:lstStyle/>
        <a:p>
          <a:r>
            <a:rPr lang="en-US" sz="2800" b="1"/>
            <a:t>SpaCy / NLTK:</a:t>
          </a:r>
          <a:r>
            <a:rPr lang="en-US" sz="2800"/>
            <a:t> The Swiss-army knives for text processing.</a:t>
          </a:r>
        </a:p>
      </dgm:t>
    </dgm:pt>
    <dgm:pt modelId="{AED318CB-250F-4C9C-B674-11CE59499730}" type="parTrans" cxnId="{98FE038E-AF04-40EA-96D6-1B55D79617E6}">
      <dgm:prSet/>
      <dgm:spPr/>
      <dgm:t>
        <a:bodyPr/>
        <a:lstStyle/>
        <a:p>
          <a:endParaRPr lang="en-US" sz="2800"/>
        </a:p>
      </dgm:t>
    </dgm:pt>
    <dgm:pt modelId="{D1D00E25-BBCB-4843-B1E9-06374EF436FB}" type="sibTrans" cxnId="{98FE038E-AF04-40EA-96D6-1B55D79617E6}">
      <dgm:prSet/>
      <dgm:spPr/>
      <dgm:t>
        <a:bodyPr/>
        <a:lstStyle/>
        <a:p>
          <a:endParaRPr lang="en-US" sz="2800"/>
        </a:p>
      </dgm:t>
    </dgm:pt>
    <dgm:pt modelId="{4708411F-1B91-4656-9EA5-30AE94993D7B}">
      <dgm:prSet custT="1"/>
      <dgm:spPr/>
      <dgm:t>
        <a:bodyPr/>
        <a:lstStyle/>
        <a:p>
          <a:r>
            <a:rPr lang="en-US" sz="2800" b="1" dirty="0"/>
            <a:t>Agent Framework (MSFT)/ </a:t>
          </a:r>
          <a:r>
            <a:rPr lang="en-US" sz="2800" b="1" dirty="0" err="1"/>
            <a:t>LangChain</a:t>
          </a:r>
          <a:r>
            <a:rPr lang="en-US" sz="2800" b="1" dirty="0"/>
            <a:t> / </a:t>
          </a:r>
          <a:r>
            <a:rPr lang="en-US" sz="2800" b="1" dirty="0" err="1"/>
            <a:t>Openai</a:t>
          </a:r>
          <a:r>
            <a:rPr lang="en-US" sz="2800" b="1" dirty="0"/>
            <a:t>-agents / </a:t>
          </a:r>
          <a:r>
            <a:rPr lang="en-US" sz="2800" b="1" dirty="0" err="1"/>
            <a:t>Pydantic</a:t>
          </a:r>
          <a:r>
            <a:rPr lang="en-US" sz="2800" b="1" dirty="0"/>
            <a:t>-ai/ Google-ADK/ Build or Pick your own:</a:t>
          </a:r>
          <a:br>
            <a:rPr lang="en-US" sz="2800" b="1" dirty="0"/>
          </a:br>
          <a:r>
            <a:rPr lang="en-US" sz="2800" dirty="0"/>
            <a:t>For building chains and agents.</a:t>
          </a:r>
        </a:p>
      </dgm:t>
    </dgm:pt>
    <dgm:pt modelId="{B53185AA-823C-4E80-8E20-A0F46A13C9F6}" type="parTrans" cxnId="{FB297BD5-4730-42ED-98EB-A9AD482D9C8C}">
      <dgm:prSet/>
      <dgm:spPr/>
      <dgm:t>
        <a:bodyPr/>
        <a:lstStyle/>
        <a:p>
          <a:endParaRPr lang="en-US" sz="2800"/>
        </a:p>
      </dgm:t>
    </dgm:pt>
    <dgm:pt modelId="{36A7C055-F58F-4F89-AB0B-7351E3943EE6}" type="sibTrans" cxnId="{FB297BD5-4730-42ED-98EB-A9AD482D9C8C}">
      <dgm:prSet/>
      <dgm:spPr/>
      <dgm:t>
        <a:bodyPr/>
        <a:lstStyle/>
        <a:p>
          <a:endParaRPr lang="en-US" sz="2800"/>
        </a:p>
      </dgm:t>
    </dgm:pt>
    <dgm:pt modelId="{418FBEE9-6E5D-45C9-90CA-1E78E77A6EC7}" type="pres">
      <dgm:prSet presAssocID="{8AA5F5C3-CED2-40F0-827C-6DAF8D24A5EF}" presName="vert0" presStyleCnt="0">
        <dgm:presLayoutVars>
          <dgm:dir/>
          <dgm:animOne val="branch"/>
          <dgm:animLvl val="lvl"/>
        </dgm:presLayoutVars>
      </dgm:prSet>
      <dgm:spPr/>
    </dgm:pt>
    <dgm:pt modelId="{0B6802DA-F35E-42F8-BA32-E4B5EC299E28}" type="pres">
      <dgm:prSet presAssocID="{ADD39524-0144-408A-AC11-595DEBE112A4}" presName="thickLine" presStyleLbl="alignNode1" presStyleIdx="0" presStyleCnt="5"/>
      <dgm:spPr/>
    </dgm:pt>
    <dgm:pt modelId="{0D1C15F3-BF47-4D79-96FC-9147912AE109}" type="pres">
      <dgm:prSet presAssocID="{ADD39524-0144-408A-AC11-595DEBE112A4}" presName="horz1" presStyleCnt="0"/>
      <dgm:spPr/>
    </dgm:pt>
    <dgm:pt modelId="{8527F0FE-6CB7-4982-9558-3AAEAE7EE4D8}" type="pres">
      <dgm:prSet presAssocID="{ADD39524-0144-408A-AC11-595DEBE112A4}" presName="tx1" presStyleLbl="revTx" presStyleIdx="0" presStyleCnt="5"/>
      <dgm:spPr/>
    </dgm:pt>
    <dgm:pt modelId="{C99BCFDA-DC86-4DF3-846C-466F50E78BDF}" type="pres">
      <dgm:prSet presAssocID="{ADD39524-0144-408A-AC11-595DEBE112A4}" presName="vert1" presStyleCnt="0"/>
      <dgm:spPr/>
    </dgm:pt>
    <dgm:pt modelId="{7B2DAA03-6058-45AC-B121-0220F2A56404}" type="pres">
      <dgm:prSet presAssocID="{C0021C25-454B-4A49-9D5E-9D02777984C4}" presName="thickLine" presStyleLbl="alignNode1" presStyleIdx="1" presStyleCnt="5"/>
      <dgm:spPr/>
    </dgm:pt>
    <dgm:pt modelId="{55DD2C5B-DFD9-4DFF-B83C-86C644FBD29F}" type="pres">
      <dgm:prSet presAssocID="{C0021C25-454B-4A49-9D5E-9D02777984C4}" presName="horz1" presStyleCnt="0"/>
      <dgm:spPr/>
    </dgm:pt>
    <dgm:pt modelId="{92E86482-2541-4D36-AA4A-35AC405D4CBA}" type="pres">
      <dgm:prSet presAssocID="{C0021C25-454B-4A49-9D5E-9D02777984C4}" presName="tx1" presStyleLbl="revTx" presStyleIdx="1" presStyleCnt="5"/>
      <dgm:spPr/>
    </dgm:pt>
    <dgm:pt modelId="{202A2806-FF0C-46AE-BC5A-522D0E3BF5A2}" type="pres">
      <dgm:prSet presAssocID="{C0021C25-454B-4A49-9D5E-9D02777984C4}" presName="vert1" presStyleCnt="0"/>
      <dgm:spPr/>
    </dgm:pt>
    <dgm:pt modelId="{4A022B50-D5B0-4804-A58D-A794F0286C41}" type="pres">
      <dgm:prSet presAssocID="{71BFAC4E-0092-4155-8E7F-81FB18D11EB7}" presName="thickLine" presStyleLbl="alignNode1" presStyleIdx="2" presStyleCnt="5"/>
      <dgm:spPr/>
    </dgm:pt>
    <dgm:pt modelId="{B2357D9A-45AA-4384-912B-FD64F6AFDBCE}" type="pres">
      <dgm:prSet presAssocID="{71BFAC4E-0092-4155-8E7F-81FB18D11EB7}" presName="horz1" presStyleCnt="0"/>
      <dgm:spPr/>
    </dgm:pt>
    <dgm:pt modelId="{987C28E8-BFA0-463A-AD15-AA422F23FEF7}" type="pres">
      <dgm:prSet presAssocID="{71BFAC4E-0092-4155-8E7F-81FB18D11EB7}" presName="tx1" presStyleLbl="revTx" presStyleIdx="2" presStyleCnt="5"/>
      <dgm:spPr/>
    </dgm:pt>
    <dgm:pt modelId="{11A924C5-F58D-4997-BBA3-2ED8F6C27267}" type="pres">
      <dgm:prSet presAssocID="{71BFAC4E-0092-4155-8E7F-81FB18D11EB7}" presName="vert1" presStyleCnt="0"/>
      <dgm:spPr/>
    </dgm:pt>
    <dgm:pt modelId="{3590E6E7-363F-4995-BB85-7A9F1FD50CB6}" type="pres">
      <dgm:prSet presAssocID="{35E5B452-4633-44E9-AE77-7D6C332CA47C}" presName="thickLine" presStyleLbl="alignNode1" presStyleIdx="3" presStyleCnt="5"/>
      <dgm:spPr/>
    </dgm:pt>
    <dgm:pt modelId="{01AF0A5F-1C60-45F0-AC96-71F421BDC1F0}" type="pres">
      <dgm:prSet presAssocID="{35E5B452-4633-44E9-AE77-7D6C332CA47C}" presName="horz1" presStyleCnt="0"/>
      <dgm:spPr/>
    </dgm:pt>
    <dgm:pt modelId="{F1B5F83A-8A3D-48E2-AC6B-B1F8A1EB307D}" type="pres">
      <dgm:prSet presAssocID="{35E5B452-4633-44E9-AE77-7D6C332CA47C}" presName="tx1" presStyleLbl="revTx" presStyleIdx="3" presStyleCnt="5"/>
      <dgm:spPr/>
    </dgm:pt>
    <dgm:pt modelId="{92A427BB-063A-48E3-A8C6-37E1FCF98CF4}" type="pres">
      <dgm:prSet presAssocID="{35E5B452-4633-44E9-AE77-7D6C332CA47C}" presName="vert1" presStyleCnt="0"/>
      <dgm:spPr/>
    </dgm:pt>
    <dgm:pt modelId="{890F2EA6-7B9A-43D3-B6C7-09FB3A4FFC6F}" type="pres">
      <dgm:prSet presAssocID="{4708411F-1B91-4656-9EA5-30AE94993D7B}" presName="thickLine" presStyleLbl="alignNode1" presStyleIdx="4" presStyleCnt="5"/>
      <dgm:spPr/>
    </dgm:pt>
    <dgm:pt modelId="{DFDF98A2-430A-495E-B4E3-30357A3DF67D}" type="pres">
      <dgm:prSet presAssocID="{4708411F-1B91-4656-9EA5-30AE94993D7B}" presName="horz1" presStyleCnt="0"/>
      <dgm:spPr/>
    </dgm:pt>
    <dgm:pt modelId="{7E302A28-37B0-4AC7-BBB3-EB3F54978E82}" type="pres">
      <dgm:prSet presAssocID="{4708411F-1B91-4656-9EA5-30AE94993D7B}" presName="tx1" presStyleLbl="revTx" presStyleIdx="4" presStyleCnt="5"/>
      <dgm:spPr/>
    </dgm:pt>
    <dgm:pt modelId="{9E735371-0D13-4087-996A-5595CAEC715C}" type="pres">
      <dgm:prSet presAssocID="{4708411F-1B91-4656-9EA5-30AE94993D7B}" presName="vert1" presStyleCnt="0"/>
      <dgm:spPr/>
    </dgm:pt>
  </dgm:ptLst>
  <dgm:cxnLst>
    <dgm:cxn modelId="{8F047103-798D-437A-8550-EA0CFB99BB46}" srcId="{8AA5F5C3-CED2-40F0-827C-6DAF8D24A5EF}" destId="{C0021C25-454B-4A49-9D5E-9D02777984C4}" srcOrd="1" destOrd="0" parTransId="{8BA2B02D-0D5B-4200-85E5-591B2469FD8B}" sibTransId="{7D49A338-29D2-488B-958D-B9F4F3CE535A}"/>
    <dgm:cxn modelId="{44CE8706-2F40-4EAD-9298-CD389060D660}" type="presOf" srcId="{8AA5F5C3-CED2-40F0-827C-6DAF8D24A5EF}" destId="{418FBEE9-6E5D-45C9-90CA-1E78E77A6EC7}" srcOrd="0" destOrd="0" presId="urn:microsoft.com/office/officeart/2008/layout/LinedList"/>
    <dgm:cxn modelId="{8EAC400C-39F0-4FF3-AB2E-1E3C810EDD3F}" type="presOf" srcId="{35E5B452-4633-44E9-AE77-7D6C332CA47C}" destId="{F1B5F83A-8A3D-48E2-AC6B-B1F8A1EB307D}" srcOrd="0" destOrd="0" presId="urn:microsoft.com/office/officeart/2008/layout/LinedList"/>
    <dgm:cxn modelId="{A49B571F-B0B5-4C46-A9D6-4CBE436160B4}" type="presOf" srcId="{ADD39524-0144-408A-AC11-595DEBE112A4}" destId="{8527F0FE-6CB7-4982-9558-3AAEAE7EE4D8}" srcOrd="0" destOrd="0" presId="urn:microsoft.com/office/officeart/2008/layout/LinedList"/>
    <dgm:cxn modelId="{16FD6A51-CE42-4A46-A03A-33D60B207C25}" type="presOf" srcId="{C0021C25-454B-4A49-9D5E-9D02777984C4}" destId="{92E86482-2541-4D36-AA4A-35AC405D4CBA}" srcOrd="0" destOrd="0" presId="urn:microsoft.com/office/officeart/2008/layout/LinedList"/>
    <dgm:cxn modelId="{98FE038E-AF04-40EA-96D6-1B55D79617E6}" srcId="{8AA5F5C3-CED2-40F0-827C-6DAF8D24A5EF}" destId="{35E5B452-4633-44E9-AE77-7D6C332CA47C}" srcOrd="3" destOrd="0" parTransId="{AED318CB-250F-4C9C-B674-11CE59499730}" sibTransId="{D1D00E25-BBCB-4843-B1E9-06374EF436FB}"/>
    <dgm:cxn modelId="{F878BD98-F71A-4495-A527-5D5CC7E4098A}" srcId="{8AA5F5C3-CED2-40F0-827C-6DAF8D24A5EF}" destId="{ADD39524-0144-408A-AC11-595DEBE112A4}" srcOrd="0" destOrd="0" parTransId="{C6142DF5-1B43-47DD-8A7F-2DF4569F1737}" sibTransId="{A1C2985D-F979-49F8-A885-62F01F345EF5}"/>
    <dgm:cxn modelId="{5F3B9C99-F834-4AA2-BF29-ED5D9B9A5529}" type="presOf" srcId="{71BFAC4E-0092-4155-8E7F-81FB18D11EB7}" destId="{987C28E8-BFA0-463A-AD15-AA422F23FEF7}" srcOrd="0" destOrd="0" presId="urn:microsoft.com/office/officeart/2008/layout/LinedList"/>
    <dgm:cxn modelId="{FB297BD5-4730-42ED-98EB-A9AD482D9C8C}" srcId="{8AA5F5C3-CED2-40F0-827C-6DAF8D24A5EF}" destId="{4708411F-1B91-4656-9EA5-30AE94993D7B}" srcOrd="4" destOrd="0" parTransId="{B53185AA-823C-4E80-8E20-A0F46A13C9F6}" sibTransId="{36A7C055-F58F-4F89-AB0B-7351E3943EE6}"/>
    <dgm:cxn modelId="{79C7D0EC-09C0-4A3E-B784-D6B249FF0A22}" srcId="{8AA5F5C3-CED2-40F0-827C-6DAF8D24A5EF}" destId="{71BFAC4E-0092-4155-8E7F-81FB18D11EB7}" srcOrd="2" destOrd="0" parTransId="{7C1AD60D-341D-4C20-A609-7F51B7DAE17B}" sibTransId="{FBB36E11-66F0-4C9A-885E-E34A0F9F7CBB}"/>
    <dgm:cxn modelId="{42A60AF3-11D0-455D-AF11-7C58740791E7}" type="presOf" srcId="{4708411F-1B91-4656-9EA5-30AE94993D7B}" destId="{7E302A28-37B0-4AC7-BBB3-EB3F54978E82}" srcOrd="0" destOrd="0" presId="urn:microsoft.com/office/officeart/2008/layout/LinedList"/>
    <dgm:cxn modelId="{67BB0FF1-AD90-4155-BC4F-605D2A28B8B9}" type="presParOf" srcId="{418FBEE9-6E5D-45C9-90CA-1E78E77A6EC7}" destId="{0B6802DA-F35E-42F8-BA32-E4B5EC299E28}" srcOrd="0" destOrd="0" presId="urn:microsoft.com/office/officeart/2008/layout/LinedList"/>
    <dgm:cxn modelId="{899E6630-0C8A-4708-8011-E652274FCF1A}" type="presParOf" srcId="{418FBEE9-6E5D-45C9-90CA-1E78E77A6EC7}" destId="{0D1C15F3-BF47-4D79-96FC-9147912AE109}" srcOrd="1" destOrd="0" presId="urn:microsoft.com/office/officeart/2008/layout/LinedList"/>
    <dgm:cxn modelId="{A4AA2839-739B-43BA-85AD-FE78EFC025D3}" type="presParOf" srcId="{0D1C15F3-BF47-4D79-96FC-9147912AE109}" destId="{8527F0FE-6CB7-4982-9558-3AAEAE7EE4D8}" srcOrd="0" destOrd="0" presId="urn:microsoft.com/office/officeart/2008/layout/LinedList"/>
    <dgm:cxn modelId="{6A2A3C09-BC5C-46C7-970D-828F0B66B9C8}" type="presParOf" srcId="{0D1C15F3-BF47-4D79-96FC-9147912AE109}" destId="{C99BCFDA-DC86-4DF3-846C-466F50E78BDF}" srcOrd="1" destOrd="0" presId="urn:microsoft.com/office/officeart/2008/layout/LinedList"/>
    <dgm:cxn modelId="{1EF03B15-3CF1-4602-B245-A30318467DCD}" type="presParOf" srcId="{418FBEE9-6E5D-45C9-90CA-1E78E77A6EC7}" destId="{7B2DAA03-6058-45AC-B121-0220F2A56404}" srcOrd="2" destOrd="0" presId="urn:microsoft.com/office/officeart/2008/layout/LinedList"/>
    <dgm:cxn modelId="{B11A527A-423B-463A-B7DB-C2D7FB44A449}" type="presParOf" srcId="{418FBEE9-6E5D-45C9-90CA-1E78E77A6EC7}" destId="{55DD2C5B-DFD9-4DFF-B83C-86C644FBD29F}" srcOrd="3" destOrd="0" presId="urn:microsoft.com/office/officeart/2008/layout/LinedList"/>
    <dgm:cxn modelId="{42471F95-DC1B-4EAF-B091-5776597C5DA3}" type="presParOf" srcId="{55DD2C5B-DFD9-4DFF-B83C-86C644FBD29F}" destId="{92E86482-2541-4D36-AA4A-35AC405D4CBA}" srcOrd="0" destOrd="0" presId="urn:microsoft.com/office/officeart/2008/layout/LinedList"/>
    <dgm:cxn modelId="{710C00DC-A4EB-42A5-B4F8-B6D7835541CC}" type="presParOf" srcId="{55DD2C5B-DFD9-4DFF-B83C-86C644FBD29F}" destId="{202A2806-FF0C-46AE-BC5A-522D0E3BF5A2}" srcOrd="1" destOrd="0" presId="urn:microsoft.com/office/officeart/2008/layout/LinedList"/>
    <dgm:cxn modelId="{EBC205D2-56CE-4EEF-8BB2-5D5BD91A16C9}" type="presParOf" srcId="{418FBEE9-6E5D-45C9-90CA-1E78E77A6EC7}" destId="{4A022B50-D5B0-4804-A58D-A794F0286C41}" srcOrd="4" destOrd="0" presId="urn:microsoft.com/office/officeart/2008/layout/LinedList"/>
    <dgm:cxn modelId="{E6751B79-1EF8-4591-A592-55C135C47CEF}" type="presParOf" srcId="{418FBEE9-6E5D-45C9-90CA-1E78E77A6EC7}" destId="{B2357D9A-45AA-4384-912B-FD64F6AFDBCE}" srcOrd="5" destOrd="0" presId="urn:microsoft.com/office/officeart/2008/layout/LinedList"/>
    <dgm:cxn modelId="{11E97174-6F68-48B0-9D89-3C8793342E6F}" type="presParOf" srcId="{B2357D9A-45AA-4384-912B-FD64F6AFDBCE}" destId="{987C28E8-BFA0-463A-AD15-AA422F23FEF7}" srcOrd="0" destOrd="0" presId="urn:microsoft.com/office/officeart/2008/layout/LinedList"/>
    <dgm:cxn modelId="{7D44E5E2-FAC1-4A3F-808B-442A281A7D80}" type="presParOf" srcId="{B2357D9A-45AA-4384-912B-FD64F6AFDBCE}" destId="{11A924C5-F58D-4997-BBA3-2ED8F6C27267}" srcOrd="1" destOrd="0" presId="urn:microsoft.com/office/officeart/2008/layout/LinedList"/>
    <dgm:cxn modelId="{1E428EAA-4C10-42A0-8995-D0A9F8800540}" type="presParOf" srcId="{418FBEE9-6E5D-45C9-90CA-1E78E77A6EC7}" destId="{3590E6E7-363F-4995-BB85-7A9F1FD50CB6}" srcOrd="6" destOrd="0" presId="urn:microsoft.com/office/officeart/2008/layout/LinedList"/>
    <dgm:cxn modelId="{A0ACA366-72A5-4816-BB20-BE83A5E0C82B}" type="presParOf" srcId="{418FBEE9-6E5D-45C9-90CA-1E78E77A6EC7}" destId="{01AF0A5F-1C60-45F0-AC96-71F421BDC1F0}" srcOrd="7" destOrd="0" presId="urn:microsoft.com/office/officeart/2008/layout/LinedList"/>
    <dgm:cxn modelId="{193B2FF2-E515-47C9-9165-AB9E09F9B6C7}" type="presParOf" srcId="{01AF0A5F-1C60-45F0-AC96-71F421BDC1F0}" destId="{F1B5F83A-8A3D-48E2-AC6B-B1F8A1EB307D}" srcOrd="0" destOrd="0" presId="urn:microsoft.com/office/officeart/2008/layout/LinedList"/>
    <dgm:cxn modelId="{CE118DD3-5912-4305-8E88-BB25F4789E3C}" type="presParOf" srcId="{01AF0A5F-1C60-45F0-AC96-71F421BDC1F0}" destId="{92A427BB-063A-48E3-A8C6-37E1FCF98CF4}" srcOrd="1" destOrd="0" presId="urn:microsoft.com/office/officeart/2008/layout/LinedList"/>
    <dgm:cxn modelId="{8CFA1940-95ED-4EC7-B439-798F3E696402}" type="presParOf" srcId="{418FBEE9-6E5D-45C9-90CA-1E78E77A6EC7}" destId="{890F2EA6-7B9A-43D3-B6C7-09FB3A4FFC6F}" srcOrd="8" destOrd="0" presId="urn:microsoft.com/office/officeart/2008/layout/LinedList"/>
    <dgm:cxn modelId="{D8759ACC-A702-41E6-BF6F-18140FD4502C}" type="presParOf" srcId="{418FBEE9-6E5D-45C9-90CA-1E78E77A6EC7}" destId="{DFDF98A2-430A-495E-B4E3-30357A3DF67D}" srcOrd="9" destOrd="0" presId="urn:microsoft.com/office/officeart/2008/layout/LinedList"/>
    <dgm:cxn modelId="{60AB8417-8544-4A48-A2BB-D3F42BC10DB2}" type="presParOf" srcId="{DFDF98A2-430A-495E-B4E3-30357A3DF67D}" destId="{7E302A28-37B0-4AC7-BBB3-EB3F54978E82}" srcOrd="0" destOrd="0" presId="urn:microsoft.com/office/officeart/2008/layout/LinedList"/>
    <dgm:cxn modelId="{FA754595-EF86-41D2-8982-2366980C3AFC}" type="presParOf" srcId="{DFDF98A2-430A-495E-B4E3-30357A3DF67D}" destId="{9E735371-0D13-4087-996A-5595CAEC715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FE4B9C4-26C8-4634-8E85-B701A9A72DB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05CB42A-01B5-4C78-8E19-17D933C5FEC9}">
      <dgm:prSet/>
      <dgm:spPr/>
      <dgm:t>
        <a:bodyPr/>
        <a:lstStyle/>
        <a:p>
          <a:r>
            <a:rPr lang="en-US" b="1" dirty="0"/>
            <a:t>Read:</a:t>
          </a:r>
          <a:r>
            <a:rPr lang="en-US" dirty="0"/>
            <a:t> "The Illustrated Transformer" (</a:t>
          </a:r>
          <a:r>
            <a:rPr lang="en-US" dirty="0">
              <a:solidFill>
                <a:schemeClr val="tx2">
                  <a:lumMod val="25000"/>
                  <a:lumOff val="75000"/>
                </a:schemeClr>
              </a:solidFill>
              <a:hlinkClick xmlns:r="http://schemas.openxmlformats.org/officeDocument/2006/relationships" r:id="rId1">
                <a:extLst>
                  <a:ext uri="{A12FA001-AC4F-418D-AE19-62706E023703}">
                    <ahyp:hlinkClr xmlns:ahyp="http://schemas.microsoft.com/office/drawing/2018/hyperlinkcolor" val="tx"/>
                  </a:ext>
                </a:extLst>
              </a:hlinkClick>
            </a:rPr>
            <a:t>Blog post link</a:t>
          </a:r>
          <a:r>
            <a:rPr lang="en-US" dirty="0"/>
            <a:t>)</a:t>
          </a:r>
        </a:p>
      </dgm:t>
    </dgm:pt>
    <dgm:pt modelId="{8E7D23F7-8E5C-4BAF-BA71-66490F5AF133}" type="parTrans" cxnId="{7A272951-5490-40AB-B5D6-3D6691953F70}">
      <dgm:prSet/>
      <dgm:spPr/>
      <dgm:t>
        <a:bodyPr/>
        <a:lstStyle/>
        <a:p>
          <a:endParaRPr lang="en-US"/>
        </a:p>
      </dgm:t>
    </dgm:pt>
    <dgm:pt modelId="{366F882A-B0BD-42A7-9906-45124C779D83}" type="sibTrans" cxnId="{7A272951-5490-40AB-B5D6-3D6691953F70}">
      <dgm:prSet/>
      <dgm:spPr/>
      <dgm:t>
        <a:bodyPr/>
        <a:lstStyle/>
        <a:p>
          <a:endParaRPr lang="en-US"/>
        </a:p>
      </dgm:t>
    </dgm:pt>
    <dgm:pt modelId="{82A911FD-3EB4-423F-8E89-5E883CE2AE10}">
      <dgm:prSet/>
      <dgm:spPr/>
      <dgm:t>
        <a:bodyPr/>
        <a:lstStyle/>
        <a:p>
          <a:r>
            <a:rPr lang="en-US" b="1" dirty="0"/>
            <a:t>Watch</a:t>
          </a:r>
          <a:r>
            <a:rPr lang="en-US" dirty="0"/>
            <a:t>: </a:t>
          </a:r>
          <a:r>
            <a:rPr lang="en-US" dirty="0">
              <a:solidFill>
                <a:schemeClr val="tx2">
                  <a:lumMod val="25000"/>
                  <a:lumOff val="75000"/>
                </a:schemeClr>
              </a:solidFill>
              <a:hlinkClick xmlns:r="http://schemas.openxmlformats.org/officeDocument/2006/relationships" r:id="rId2">
                <a:extLst>
                  <a:ext uri="{A12FA001-AC4F-418D-AE19-62706E023703}">
                    <ahyp:hlinkClr xmlns:ahyp="http://schemas.microsoft.com/office/drawing/2018/hyperlinkcolor" val="tx"/>
                  </a:ext>
                </a:extLst>
              </a:hlinkClick>
            </a:rPr>
            <a:t>Transformer Explained with Historical reference </a:t>
          </a:r>
          <a:r>
            <a:rPr lang="en-US" dirty="0"/>
            <a:t>(2025)</a:t>
          </a:r>
        </a:p>
      </dgm:t>
    </dgm:pt>
    <dgm:pt modelId="{8571CAFC-B41A-44A4-B034-D88BC3D60D42}" type="parTrans" cxnId="{67FD7446-80D9-45DC-A705-DB943561E29A}">
      <dgm:prSet/>
      <dgm:spPr/>
      <dgm:t>
        <a:bodyPr/>
        <a:lstStyle/>
        <a:p>
          <a:endParaRPr lang="en-US"/>
        </a:p>
      </dgm:t>
    </dgm:pt>
    <dgm:pt modelId="{75DA7565-F7FD-4172-94D2-CFD2BF9244F9}" type="sibTrans" cxnId="{67FD7446-80D9-45DC-A705-DB943561E29A}">
      <dgm:prSet/>
      <dgm:spPr/>
      <dgm:t>
        <a:bodyPr/>
        <a:lstStyle/>
        <a:p>
          <a:endParaRPr lang="en-US"/>
        </a:p>
      </dgm:t>
    </dgm:pt>
    <dgm:pt modelId="{D480E951-9BA4-434C-88D2-3F298B973158}">
      <dgm:prSet/>
      <dgm:spPr/>
      <dgm:t>
        <a:bodyPr/>
        <a:lstStyle/>
        <a:p>
          <a:r>
            <a:rPr lang="en-US" b="1"/>
            <a:t>Topic:</a:t>
          </a:r>
          <a:r>
            <a:rPr lang="en-US"/>
            <a:t> We dive into </a:t>
          </a:r>
          <a:r>
            <a:rPr lang="en-US" b="1"/>
            <a:t>Text Preprocessing</a:t>
          </a:r>
          <a:r>
            <a:rPr lang="en-US"/>
            <a:t> – Cleaning the data before the AI sees it.</a:t>
          </a:r>
        </a:p>
      </dgm:t>
    </dgm:pt>
    <dgm:pt modelId="{6B6159E5-96DF-49ED-9FBC-EE3DE84D1A26}" type="parTrans" cxnId="{52E870FE-BECF-4771-81CF-3F3ABF4A28E3}">
      <dgm:prSet/>
      <dgm:spPr/>
      <dgm:t>
        <a:bodyPr/>
        <a:lstStyle/>
        <a:p>
          <a:endParaRPr lang="en-US"/>
        </a:p>
      </dgm:t>
    </dgm:pt>
    <dgm:pt modelId="{D3CC5413-F826-4EB5-8FD2-7899E48C75FC}" type="sibTrans" cxnId="{52E870FE-BECF-4771-81CF-3F3ABF4A28E3}">
      <dgm:prSet/>
      <dgm:spPr/>
      <dgm:t>
        <a:bodyPr/>
        <a:lstStyle/>
        <a:p>
          <a:endParaRPr lang="en-US"/>
        </a:p>
      </dgm:t>
    </dgm:pt>
    <dgm:pt modelId="{3317E085-51C8-4A9A-93CC-5E02163B198B}">
      <dgm:prSet/>
      <dgm:spPr/>
      <dgm:t>
        <a:bodyPr/>
        <a:lstStyle/>
        <a:p>
          <a:r>
            <a:rPr lang="en-US" b="1"/>
            <a:t>Q&amp;A</a:t>
          </a:r>
          <a:endParaRPr lang="en-US"/>
        </a:p>
      </dgm:t>
    </dgm:pt>
    <dgm:pt modelId="{AFF5B0E2-49CD-47FD-866A-96BFCCD04CCE}" type="parTrans" cxnId="{CBE5ED1E-9F22-46EF-9375-083A8C219D7C}">
      <dgm:prSet/>
      <dgm:spPr/>
      <dgm:t>
        <a:bodyPr/>
        <a:lstStyle/>
        <a:p>
          <a:endParaRPr lang="en-US"/>
        </a:p>
      </dgm:t>
    </dgm:pt>
    <dgm:pt modelId="{EFCDBB0D-40C4-48CC-9C3D-2416A95CD6E1}" type="sibTrans" cxnId="{CBE5ED1E-9F22-46EF-9375-083A8C219D7C}">
      <dgm:prSet/>
      <dgm:spPr/>
      <dgm:t>
        <a:bodyPr/>
        <a:lstStyle/>
        <a:p>
          <a:endParaRPr lang="en-US"/>
        </a:p>
      </dgm:t>
    </dgm:pt>
    <dgm:pt modelId="{954FD9BA-8B05-4530-BA0B-C31E782D7AFF}" type="pres">
      <dgm:prSet presAssocID="{4FE4B9C4-26C8-4634-8E85-B701A9A72DBE}" presName="root" presStyleCnt="0">
        <dgm:presLayoutVars>
          <dgm:dir/>
          <dgm:resizeHandles val="exact"/>
        </dgm:presLayoutVars>
      </dgm:prSet>
      <dgm:spPr/>
    </dgm:pt>
    <dgm:pt modelId="{59B139F9-04F0-4D59-804D-E34BFEABA522}" type="pres">
      <dgm:prSet presAssocID="{705CB42A-01B5-4C78-8E19-17D933C5FEC9}" presName="compNode" presStyleCnt="0"/>
      <dgm:spPr/>
    </dgm:pt>
    <dgm:pt modelId="{9DBCC7DD-9FFF-4C5A-B413-D1F6260ED937}" type="pres">
      <dgm:prSet presAssocID="{705CB42A-01B5-4C78-8E19-17D933C5FEC9}" presName="bgRect" presStyleLbl="bgShp" presStyleIdx="0" presStyleCnt="4"/>
      <dgm:spPr/>
    </dgm:pt>
    <dgm:pt modelId="{67DDAC1C-288D-4F0E-A4E1-494A9DA56F77}" type="pres">
      <dgm:prSet presAssocID="{705CB42A-01B5-4C78-8E19-17D933C5FEC9}" presName="iconRect" presStyleLbl="node1" presStyleIdx="0"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nk"/>
        </a:ext>
      </dgm:extLst>
    </dgm:pt>
    <dgm:pt modelId="{DC2699A2-B53C-42E9-9330-6994F2E7EA53}" type="pres">
      <dgm:prSet presAssocID="{705CB42A-01B5-4C78-8E19-17D933C5FEC9}" presName="spaceRect" presStyleCnt="0"/>
      <dgm:spPr/>
    </dgm:pt>
    <dgm:pt modelId="{9A7CC889-47D2-447C-AE1C-65428BEE99D6}" type="pres">
      <dgm:prSet presAssocID="{705CB42A-01B5-4C78-8E19-17D933C5FEC9}" presName="parTx" presStyleLbl="revTx" presStyleIdx="0" presStyleCnt="4">
        <dgm:presLayoutVars>
          <dgm:chMax val="0"/>
          <dgm:chPref val="0"/>
        </dgm:presLayoutVars>
      </dgm:prSet>
      <dgm:spPr/>
    </dgm:pt>
    <dgm:pt modelId="{0E9D33F9-2C67-4B18-9DB0-86EFAAFD0790}" type="pres">
      <dgm:prSet presAssocID="{366F882A-B0BD-42A7-9906-45124C779D83}" presName="sibTrans" presStyleCnt="0"/>
      <dgm:spPr/>
    </dgm:pt>
    <dgm:pt modelId="{D7936111-744C-4A52-B3C6-3032BA577CC8}" type="pres">
      <dgm:prSet presAssocID="{82A911FD-3EB4-423F-8E89-5E883CE2AE10}" presName="compNode" presStyleCnt="0"/>
      <dgm:spPr/>
    </dgm:pt>
    <dgm:pt modelId="{09F0778A-1BE0-477F-8877-BB446CAAB065}" type="pres">
      <dgm:prSet presAssocID="{82A911FD-3EB4-423F-8E89-5E883CE2AE10}" presName="bgRect" presStyleLbl="bgShp" presStyleIdx="1" presStyleCnt="4"/>
      <dgm:spPr/>
    </dgm:pt>
    <dgm:pt modelId="{46E8FAFB-FE67-45C7-925B-60F741308591}" type="pres">
      <dgm:prSet presAssocID="{82A911FD-3EB4-423F-8E89-5E883CE2AE10}" presName="iconRect" presStyleLbl="node1" presStyleIdx="1"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pper board"/>
        </a:ext>
      </dgm:extLst>
    </dgm:pt>
    <dgm:pt modelId="{74063656-9929-4336-8A52-E21A5FEF1BD2}" type="pres">
      <dgm:prSet presAssocID="{82A911FD-3EB4-423F-8E89-5E883CE2AE10}" presName="spaceRect" presStyleCnt="0"/>
      <dgm:spPr/>
    </dgm:pt>
    <dgm:pt modelId="{E751A4E6-D960-46E6-A483-3679498AA4CD}" type="pres">
      <dgm:prSet presAssocID="{82A911FD-3EB4-423F-8E89-5E883CE2AE10}" presName="parTx" presStyleLbl="revTx" presStyleIdx="1" presStyleCnt="4">
        <dgm:presLayoutVars>
          <dgm:chMax val="0"/>
          <dgm:chPref val="0"/>
        </dgm:presLayoutVars>
      </dgm:prSet>
      <dgm:spPr/>
    </dgm:pt>
    <dgm:pt modelId="{4B7A4D2E-73EB-46EC-A8E3-6718238073F8}" type="pres">
      <dgm:prSet presAssocID="{75DA7565-F7FD-4172-94D2-CFD2BF9244F9}" presName="sibTrans" presStyleCnt="0"/>
      <dgm:spPr/>
    </dgm:pt>
    <dgm:pt modelId="{422B9CD3-B202-4BEF-8087-EE7AE8ED1616}" type="pres">
      <dgm:prSet presAssocID="{D480E951-9BA4-434C-88D2-3F298B973158}" presName="compNode" presStyleCnt="0"/>
      <dgm:spPr/>
    </dgm:pt>
    <dgm:pt modelId="{EFAD03CC-A278-41A9-BCF9-308C4BE49F4F}" type="pres">
      <dgm:prSet presAssocID="{D480E951-9BA4-434C-88D2-3F298B973158}" presName="bgRect" presStyleLbl="bgShp" presStyleIdx="2" presStyleCnt="4"/>
      <dgm:spPr/>
    </dgm:pt>
    <dgm:pt modelId="{A7439065-5FB5-454C-B23D-C122935E0A2A}" type="pres">
      <dgm:prSet presAssocID="{D480E951-9BA4-434C-88D2-3F298B973158}" presName="iconRect" presStyleLbl="node1" presStyleIdx="2"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atistics"/>
        </a:ext>
      </dgm:extLst>
    </dgm:pt>
    <dgm:pt modelId="{3638786B-72E1-4C4D-BEEE-929608D48AA9}" type="pres">
      <dgm:prSet presAssocID="{D480E951-9BA4-434C-88D2-3F298B973158}" presName="spaceRect" presStyleCnt="0"/>
      <dgm:spPr/>
    </dgm:pt>
    <dgm:pt modelId="{929A8F3C-32D9-4A81-A264-E620D5A09502}" type="pres">
      <dgm:prSet presAssocID="{D480E951-9BA4-434C-88D2-3F298B973158}" presName="parTx" presStyleLbl="revTx" presStyleIdx="2" presStyleCnt="4">
        <dgm:presLayoutVars>
          <dgm:chMax val="0"/>
          <dgm:chPref val="0"/>
        </dgm:presLayoutVars>
      </dgm:prSet>
      <dgm:spPr/>
    </dgm:pt>
    <dgm:pt modelId="{51DE27A0-D3EE-4FA2-922E-66203E449E85}" type="pres">
      <dgm:prSet presAssocID="{D3CC5413-F826-4EB5-8FD2-7899E48C75FC}" presName="sibTrans" presStyleCnt="0"/>
      <dgm:spPr/>
    </dgm:pt>
    <dgm:pt modelId="{10E0BE53-A825-430E-9C65-EB9B73101E82}" type="pres">
      <dgm:prSet presAssocID="{3317E085-51C8-4A9A-93CC-5E02163B198B}" presName="compNode" presStyleCnt="0"/>
      <dgm:spPr/>
    </dgm:pt>
    <dgm:pt modelId="{492A4438-681E-4A56-9AF2-8EB01C17EC3C}" type="pres">
      <dgm:prSet presAssocID="{3317E085-51C8-4A9A-93CC-5E02163B198B}" presName="bgRect" presStyleLbl="bgShp" presStyleIdx="3" presStyleCnt="4"/>
      <dgm:spPr/>
    </dgm:pt>
    <dgm:pt modelId="{11EDD63D-9915-4277-BA25-70F5C8B01A34}" type="pres">
      <dgm:prSet presAssocID="{3317E085-51C8-4A9A-93CC-5E02163B198B}" presName="iconRect" presStyleLbl="node1" presStyleIdx="3" presStyleCnt="4"/>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Questions"/>
        </a:ext>
      </dgm:extLst>
    </dgm:pt>
    <dgm:pt modelId="{FF41AFC8-7742-4F95-BC1F-85D17B58A968}" type="pres">
      <dgm:prSet presAssocID="{3317E085-51C8-4A9A-93CC-5E02163B198B}" presName="spaceRect" presStyleCnt="0"/>
      <dgm:spPr/>
    </dgm:pt>
    <dgm:pt modelId="{05C4796D-AAD5-4598-87A2-67E35CEB867A}" type="pres">
      <dgm:prSet presAssocID="{3317E085-51C8-4A9A-93CC-5E02163B198B}" presName="parTx" presStyleLbl="revTx" presStyleIdx="3" presStyleCnt="4">
        <dgm:presLayoutVars>
          <dgm:chMax val="0"/>
          <dgm:chPref val="0"/>
        </dgm:presLayoutVars>
      </dgm:prSet>
      <dgm:spPr/>
    </dgm:pt>
  </dgm:ptLst>
  <dgm:cxnLst>
    <dgm:cxn modelId="{CBE5ED1E-9F22-46EF-9375-083A8C219D7C}" srcId="{4FE4B9C4-26C8-4634-8E85-B701A9A72DBE}" destId="{3317E085-51C8-4A9A-93CC-5E02163B198B}" srcOrd="3" destOrd="0" parTransId="{AFF5B0E2-49CD-47FD-866A-96BFCCD04CCE}" sibTransId="{EFCDBB0D-40C4-48CC-9C3D-2416A95CD6E1}"/>
    <dgm:cxn modelId="{67FD7446-80D9-45DC-A705-DB943561E29A}" srcId="{4FE4B9C4-26C8-4634-8E85-B701A9A72DBE}" destId="{82A911FD-3EB4-423F-8E89-5E883CE2AE10}" srcOrd="1" destOrd="0" parTransId="{8571CAFC-B41A-44A4-B034-D88BC3D60D42}" sibTransId="{75DA7565-F7FD-4172-94D2-CFD2BF9244F9}"/>
    <dgm:cxn modelId="{7A272951-5490-40AB-B5D6-3D6691953F70}" srcId="{4FE4B9C4-26C8-4634-8E85-B701A9A72DBE}" destId="{705CB42A-01B5-4C78-8E19-17D933C5FEC9}" srcOrd="0" destOrd="0" parTransId="{8E7D23F7-8E5C-4BAF-BA71-66490F5AF133}" sibTransId="{366F882A-B0BD-42A7-9906-45124C779D83}"/>
    <dgm:cxn modelId="{5F9C1253-9A6B-4066-9C56-AB59E4050F3A}" type="presOf" srcId="{D480E951-9BA4-434C-88D2-3F298B973158}" destId="{929A8F3C-32D9-4A81-A264-E620D5A09502}" srcOrd="0" destOrd="0" presId="urn:microsoft.com/office/officeart/2018/2/layout/IconVerticalSolidList"/>
    <dgm:cxn modelId="{18D43E83-D14F-4EDC-BD1C-E70A38A0ADDD}" type="presOf" srcId="{82A911FD-3EB4-423F-8E89-5E883CE2AE10}" destId="{E751A4E6-D960-46E6-A483-3679498AA4CD}" srcOrd="0" destOrd="0" presId="urn:microsoft.com/office/officeart/2018/2/layout/IconVerticalSolidList"/>
    <dgm:cxn modelId="{E644F196-7814-4829-B1BA-CCA76A8FCC8A}" type="presOf" srcId="{705CB42A-01B5-4C78-8E19-17D933C5FEC9}" destId="{9A7CC889-47D2-447C-AE1C-65428BEE99D6}" srcOrd="0" destOrd="0" presId="urn:microsoft.com/office/officeart/2018/2/layout/IconVerticalSolidList"/>
    <dgm:cxn modelId="{96F110E6-A112-4CB6-BD37-8440799FCE5C}" type="presOf" srcId="{3317E085-51C8-4A9A-93CC-5E02163B198B}" destId="{05C4796D-AAD5-4598-87A2-67E35CEB867A}" srcOrd="0" destOrd="0" presId="urn:microsoft.com/office/officeart/2018/2/layout/IconVerticalSolidList"/>
    <dgm:cxn modelId="{EAA934FA-F08F-4593-BF85-5B5785ED8752}" type="presOf" srcId="{4FE4B9C4-26C8-4634-8E85-B701A9A72DBE}" destId="{954FD9BA-8B05-4530-BA0B-C31E782D7AFF}" srcOrd="0" destOrd="0" presId="urn:microsoft.com/office/officeart/2018/2/layout/IconVerticalSolidList"/>
    <dgm:cxn modelId="{52E870FE-BECF-4771-81CF-3F3ABF4A28E3}" srcId="{4FE4B9C4-26C8-4634-8E85-B701A9A72DBE}" destId="{D480E951-9BA4-434C-88D2-3F298B973158}" srcOrd="2" destOrd="0" parTransId="{6B6159E5-96DF-49ED-9FBC-EE3DE84D1A26}" sibTransId="{D3CC5413-F826-4EB5-8FD2-7899E48C75FC}"/>
    <dgm:cxn modelId="{7C370E6D-C381-4EDB-BCCB-7C13F84655E2}" type="presParOf" srcId="{954FD9BA-8B05-4530-BA0B-C31E782D7AFF}" destId="{59B139F9-04F0-4D59-804D-E34BFEABA522}" srcOrd="0" destOrd="0" presId="urn:microsoft.com/office/officeart/2018/2/layout/IconVerticalSolidList"/>
    <dgm:cxn modelId="{7D8DD3C8-AD09-4934-9922-0F14F9FC1262}" type="presParOf" srcId="{59B139F9-04F0-4D59-804D-E34BFEABA522}" destId="{9DBCC7DD-9FFF-4C5A-B413-D1F6260ED937}" srcOrd="0" destOrd="0" presId="urn:microsoft.com/office/officeart/2018/2/layout/IconVerticalSolidList"/>
    <dgm:cxn modelId="{EC327322-BFD3-4FC5-B777-0DCB7A3FEE3E}" type="presParOf" srcId="{59B139F9-04F0-4D59-804D-E34BFEABA522}" destId="{67DDAC1C-288D-4F0E-A4E1-494A9DA56F77}" srcOrd="1" destOrd="0" presId="urn:microsoft.com/office/officeart/2018/2/layout/IconVerticalSolidList"/>
    <dgm:cxn modelId="{052BD8E6-76C6-46C9-B5B4-0E488F6F534D}" type="presParOf" srcId="{59B139F9-04F0-4D59-804D-E34BFEABA522}" destId="{DC2699A2-B53C-42E9-9330-6994F2E7EA53}" srcOrd="2" destOrd="0" presId="urn:microsoft.com/office/officeart/2018/2/layout/IconVerticalSolidList"/>
    <dgm:cxn modelId="{A82543C0-DC42-4BB3-803C-DC2DBAAA1CEB}" type="presParOf" srcId="{59B139F9-04F0-4D59-804D-E34BFEABA522}" destId="{9A7CC889-47D2-447C-AE1C-65428BEE99D6}" srcOrd="3" destOrd="0" presId="urn:microsoft.com/office/officeart/2018/2/layout/IconVerticalSolidList"/>
    <dgm:cxn modelId="{AF97CBC9-E99B-4A86-B43C-BB266BDEDC88}" type="presParOf" srcId="{954FD9BA-8B05-4530-BA0B-C31E782D7AFF}" destId="{0E9D33F9-2C67-4B18-9DB0-86EFAAFD0790}" srcOrd="1" destOrd="0" presId="urn:microsoft.com/office/officeart/2018/2/layout/IconVerticalSolidList"/>
    <dgm:cxn modelId="{EBCC540D-244F-42C1-BE59-66B82073E5F7}" type="presParOf" srcId="{954FD9BA-8B05-4530-BA0B-C31E782D7AFF}" destId="{D7936111-744C-4A52-B3C6-3032BA577CC8}" srcOrd="2" destOrd="0" presId="urn:microsoft.com/office/officeart/2018/2/layout/IconVerticalSolidList"/>
    <dgm:cxn modelId="{CD37A5D4-5D4A-4201-98CA-9836841F8CCB}" type="presParOf" srcId="{D7936111-744C-4A52-B3C6-3032BA577CC8}" destId="{09F0778A-1BE0-477F-8877-BB446CAAB065}" srcOrd="0" destOrd="0" presId="urn:microsoft.com/office/officeart/2018/2/layout/IconVerticalSolidList"/>
    <dgm:cxn modelId="{76B6CCB8-1462-4568-A481-AB4F9C73D304}" type="presParOf" srcId="{D7936111-744C-4A52-B3C6-3032BA577CC8}" destId="{46E8FAFB-FE67-45C7-925B-60F741308591}" srcOrd="1" destOrd="0" presId="urn:microsoft.com/office/officeart/2018/2/layout/IconVerticalSolidList"/>
    <dgm:cxn modelId="{CE250CE2-CC0D-4B6E-9774-81C0672845EF}" type="presParOf" srcId="{D7936111-744C-4A52-B3C6-3032BA577CC8}" destId="{74063656-9929-4336-8A52-E21A5FEF1BD2}" srcOrd="2" destOrd="0" presId="urn:microsoft.com/office/officeart/2018/2/layout/IconVerticalSolidList"/>
    <dgm:cxn modelId="{5E755541-77F0-4A70-BDF4-4E98C7AC19D8}" type="presParOf" srcId="{D7936111-744C-4A52-B3C6-3032BA577CC8}" destId="{E751A4E6-D960-46E6-A483-3679498AA4CD}" srcOrd="3" destOrd="0" presId="urn:microsoft.com/office/officeart/2018/2/layout/IconVerticalSolidList"/>
    <dgm:cxn modelId="{279C0AA0-01FD-48CD-B36C-322C48E4FD8F}" type="presParOf" srcId="{954FD9BA-8B05-4530-BA0B-C31E782D7AFF}" destId="{4B7A4D2E-73EB-46EC-A8E3-6718238073F8}" srcOrd="3" destOrd="0" presId="urn:microsoft.com/office/officeart/2018/2/layout/IconVerticalSolidList"/>
    <dgm:cxn modelId="{C85CF83C-2166-48F8-9B70-5761004B7614}" type="presParOf" srcId="{954FD9BA-8B05-4530-BA0B-C31E782D7AFF}" destId="{422B9CD3-B202-4BEF-8087-EE7AE8ED1616}" srcOrd="4" destOrd="0" presId="urn:microsoft.com/office/officeart/2018/2/layout/IconVerticalSolidList"/>
    <dgm:cxn modelId="{659C223B-7A16-440D-89C2-96CA5A84624C}" type="presParOf" srcId="{422B9CD3-B202-4BEF-8087-EE7AE8ED1616}" destId="{EFAD03CC-A278-41A9-BCF9-308C4BE49F4F}" srcOrd="0" destOrd="0" presId="urn:microsoft.com/office/officeart/2018/2/layout/IconVerticalSolidList"/>
    <dgm:cxn modelId="{F5ABB234-E6F1-464C-A6C8-539FDCCD8A63}" type="presParOf" srcId="{422B9CD3-B202-4BEF-8087-EE7AE8ED1616}" destId="{A7439065-5FB5-454C-B23D-C122935E0A2A}" srcOrd="1" destOrd="0" presId="urn:microsoft.com/office/officeart/2018/2/layout/IconVerticalSolidList"/>
    <dgm:cxn modelId="{BAC6EB60-1EAF-4994-88D1-1F0854BD2357}" type="presParOf" srcId="{422B9CD3-B202-4BEF-8087-EE7AE8ED1616}" destId="{3638786B-72E1-4C4D-BEEE-929608D48AA9}" srcOrd="2" destOrd="0" presId="urn:microsoft.com/office/officeart/2018/2/layout/IconVerticalSolidList"/>
    <dgm:cxn modelId="{A849B292-FB74-4E0E-9651-60310E4730EA}" type="presParOf" srcId="{422B9CD3-B202-4BEF-8087-EE7AE8ED1616}" destId="{929A8F3C-32D9-4A81-A264-E620D5A09502}" srcOrd="3" destOrd="0" presId="urn:microsoft.com/office/officeart/2018/2/layout/IconVerticalSolidList"/>
    <dgm:cxn modelId="{4726F838-4107-4228-BCD4-7756070C732C}" type="presParOf" srcId="{954FD9BA-8B05-4530-BA0B-C31E782D7AFF}" destId="{51DE27A0-D3EE-4FA2-922E-66203E449E85}" srcOrd="5" destOrd="0" presId="urn:microsoft.com/office/officeart/2018/2/layout/IconVerticalSolidList"/>
    <dgm:cxn modelId="{143D5A3F-689F-4888-A3C3-86313A87B5CE}" type="presParOf" srcId="{954FD9BA-8B05-4530-BA0B-C31E782D7AFF}" destId="{10E0BE53-A825-430E-9C65-EB9B73101E82}" srcOrd="6" destOrd="0" presId="urn:microsoft.com/office/officeart/2018/2/layout/IconVerticalSolidList"/>
    <dgm:cxn modelId="{15B19043-1738-42F2-A8A0-606E7957D3EE}" type="presParOf" srcId="{10E0BE53-A825-430E-9C65-EB9B73101E82}" destId="{492A4438-681E-4A56-9AF2-8EB01C17EC3C}" srcOrd="0" destOrd="0" presId="urn:microsoft.com/office/officeart/2018/2/layout/IconVerticalSolidList"/>
    <dgm:cxn modelId="{F4925BF7-8C45-40B6-A8AC-61CDDAC40380}" type="presParOf" srcId="{10E0BE53-A825-430E-9C65-EB9B73101E82}" destId="{11EDD63D-9915-4277-BA25-70F5C8B01A34}" srcOrd="1" destOrd="0" presId="urn:microsoft.com/office/officeart/2018/2/layout/IconVerticalSolidList"/>
    <dgm:cxn modelId="{45649E49-6D83-4534-865E-9A72417289CF}" type="presParOf" srcId="{10E0BE53-A825-430E-9C65-EB9B73101E82}" destId="{FF41AFC8-7742-4F95-BC1F-85D17B58A968}" srcOrd="2" destOrd="0" presId="urn:microsoft.com/office/officeart/2018/2/layout/IconVerticalSolidList"/>
    <dgm:cxn modelId="{CB2583A1-85FF-4D40-968F-C036627DB6A0}" type="presParOf" srcId="{10E0BE53-A825-430E-9C65-EB9B73101E82}" destId="{05C4796D-AAD5-4598-87A2-67E35CEB867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759C81-94AA-45D6-8004-CA9B22CF77E3}">
      <dsp:nvSpPr>
        <dsp:cNvPr id="0" name=""/>
        <dsp:cNvSpPr/>
      </dsp:nvSpPr>
      <dsp:spPr>
        <a:xfrm>
          <a:off x="0" y="2726960"/>
          <a:ext cx="6666833" cy="0"/>
        </a:xfrm>
        <a:prstGeom prst="line">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CFE2BFAA-6BFA-4F2D-93A6-12D147A213E4}">
      <dsp:nvSpPr>
        <dsp:cNvPr id="0" name=""/>
        <dsp:cNvSpPr/>
      </dsp:nvSpPr>
      <dsp:spPr>
        <a:xfrm>
          <a:off x="115074" y="1690715"/>
          <a:ext cx="1675823" cy="654470"/>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96520" tIns="96520" rIns="96520" bIns="96520" numCol="1" spcCol="1270" anchor="ctr" anchorCtr="0">
          <a:noAutofit/>
        </a:bodyPr>
        <a:lstStyle/>
        <a:p>
          <a:pPr marL="0" lvl="0" indent="0" algn="ctr" defTabSz="844550">
            <a:lnSpc>
              <a:spcPct val="90000"/>
            </a:lnSpc>
            <a:spcBef>
              <a:spcPct val="0"/>
            </a:spcBef>
            <a:spcAft>
              <a:spcPct val="35000"/>
            </a:spcAft>
            <a:buNone/>
            <a:defRPr b="1"/>
          </a:pPr>
          <a:r>
            <a:rPr lang="en-US" sz="1900" kern="1200"/>
            <a:t>1950s</a:t>
          </a:r>
        </a:p>
      </dsp:txBody>
      <dsp:txXfrm>
        <a:off x="115074" y="1690715"/>
        <a:ext cx="1675823" cy="654470"/>
      </dsp:txXfrm>
    </dsp:sp>
    <dsp:sp modelId="{76F27897-8386-4F14-8535-4E16F8D440EB}">
      <dsp:nvSpPr>
        <dsp:cNvPr id="0" name=""/>
        <dsp:cNvSpPr/>
      </dsp:nvSpPr>
      <dsp:spPr>
        <a:xfrm>
          <a:off x="115074" y="701646"/>
          <a:ext cx="1675823" cy="989068"/>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l" defTabSz="711200">
            <a:lnSpc>
              <a:spcPct val="90000"/>
            </a:lnSpc>
            <a:spcBef>
              <a:spcPct val="0"/>
            </a:spcBef>
            <a:spcAft>
              <a:spcPct val="35000"/>
            </a:spcAft>
            <a:buNone/>
          </a:pPr>
          <a:r>
            <a:rPr lang="en-US" sz="1600" kern="1200"/>
            <a:t>Turing Test &amp; Rule-based translation.</a:t>
          </a:r>
        </a:p>
      </dsp:txBody>
      <dsp:txXfrm>
        <a:off x="115074" y="701646"/>
        <a:ext cx="1675823" cy="989068"/>
      </dsp:txXfrm>
    </dsp:sp>
    <dsp:sp modelId="{C69541F9-CEFA-4606-9FDD-9AFA993C9070}">
      <dsp:nvSpPr>
        <dsp:cNvPr id="0" name=""/>
        <dsp:cNvSpPr/>
      </dsp:nvSpPr>
      <dsp:spPr>
        <a:xfrm>
          <a:off x="952986" y="2345185"/>
          <a:ext cx="0" cy="381774"/>
        </a:xfrm>
        <a:prstGeom prst="line">
          <a:avLst/>
        </a:prstGeom>
        <a:noFill/>
        <a:ln w="12700" cap="flat" cmpd="sng" algn="ctr">
          <a:solidFill>
            <a:schemeClr val="accent5">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022EF27-5C34-48F3-8A3D-02089E871DBB}">
      <dsp:nvSpPr>
        <dsp:cNvPr id="0" name=""/>
        <dsp:cNvSpPr/>
      </dsp:nvSpPr>
      <dsp:spPr>
        <a:xfrm>
          <a:off x="1067246" y="3108734"/>
          <a:ext cx="1675823" cy="654470"/>
        </a:xfrm>
        <a:prstGeom prst="rect">
          <a:avLst/>
        </a:prstGeom>
        <a:gradFill rotWithShape="0">
          <a:gsLst>
            <a:gs pos="0">
              <a:schemeClr val="accent5">
                <a:hueOff val="-2430430"/>
                <a:satOff val="-165"/>
                <a:lumOff val="392"/>
                <a:alphaOff val="0"/>
                <a:satMod val="103000"/>
                <a:lumMod val="102000"/>
                <a:tint val="94000"/>
              </a:schemeClr>
            </a:gs>
            <a:gs pos="50000">
              <a:schemeClr val="accent5">
                <a:hueOff val="-2430430"/>
                <a:satOff val="-165"/>
                <a:lumOff val="392"/>
                <a:alphaOff val="0"/>
                <a:satMod val="110000"/>
                <a:lumMod val="100000"/>
                <a:shade val="100000"/>
              </a:schemeClr>
            </a:gs>
            <a:gs pos="100000">
              <a:schemeClr val="accent5">
                <a:hueOff val="-2430430"/>
                <a:satOff val="-165"/>
                <a:lumOff val="392"/>
                <a:alphaOff val="0"/>
                <a:lumMod val="99000"/>
                <a:satMod val="120000"/>
                <a:shade val="78000"/>
              </a:schemeClr>
            </a:gs>
          </a:gsLst>
          <a:lin ang="5400000" scaled="0"/>
        </a:gradFill>
        <a:ln w="12700" cap="flat" cmpd="sng" algn="ctr">
          <a:solidFill>
            <a:schemeClr val="accent5">
              <a:hueOff val="-2430430"/>
              <a:satOff val="-165"/>
              <a:lumOff val="39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96520" tIns="96520" rIns="96520" bIns="96520" numCol="1" spcCol="1270" anchor="ctr" anchorCtr="0">
          <a:noAutofit/>
        </a:bodyPr>
        <a:lstStyle/>
        <a:p>
          <a:pPr marL="0" lvl="0" indent="0" algn="ctr" defTabSz="844550">
            <a:lnSpc>
              <a:spcPct val="90000"/>
            </a:lnSpc>
            <a:spcBef>
              <a:spcPct val="0"/>
            </a:spcBef>
            <a:spcAft>
              <a:spcPct val="35000"/>
            </a:spcAft>
            <a:buNone/>
            <a:defRPr b="1"/>
          </a:pPr>
          <a:r>
            <a:rPr lang="en-US" sz="1900" kern="1200"/>
            <a:t>1990s</a:t>
          </a:r>
        </a:p>
      </dsp:txBody>
      <dsp:txXfrm>
        <a:off x="1067246" y="3108734"/>
        <a:ext cx="1675823" cy="654470"/>
      </dsp:txXfrm>
    </dsp:sp>
    <dsp:sp modelId="{F73E357C-1BE1-4E99-A979-3F2F87C14916}">
      <dsp:nvSpPr>
        <dsp:cNvPr id="0" name=""/>
        <dsp:cNvSpPr/>
      </dsp:nvSpPr>
      <dsp:spPr>
        <a:xfrm>
          <a:off x="1067246" y="3763204"/>
          <a:ext cx="1675823" cy="762406"/>
        </a:xfrm>
        <a:prstGeom prst="rect">
          <a:avLst/>
        </a:prstGeom>
        <a:solidFill>
          <a:schemeClr val="accent5">
            <a:tint val="40000"/>
            <a:alpha val="90000"/>
            <a:hueOff val="-2388933"/>
            <a:satOff val="533"/>
            <a:lumOff val="80"/>
            <a:alphaOff val="0"/>
          </a:schemeClr>
        </a:solidFill>
        <a:ln w="12700" cap="flat" cmpd="sng" algn="ctr">
          <a:solidFill>
            <a:schemeClr val="accent5">
              <a:tint val="40000"/>
              <a:alpha val="90000"/>
              <a:hueOff val="-2388933"/>
              <a:satOff val="533"/>
              <a:lumOff val="8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l" defTabSz="711200">
            <a:lnSpc>
              <a:spcPct val="90000"/>
            </a:lnSpc>
            <a:spcBef>
              <a:spcPct val="0"/>
            </a:spcBef>
            <a:spcAft>
              <a:spcPct val="35000"/>
            </a:spcAft>
            <a:buNone/>
          </a:pPr>
          <a:r>
            <a:rPr lang="en-US" sz="1600" kern="1200"/>
            <a:t>Statistical NLP (Probabilities).</a:t>
          </a:r>
        </a:p>
      </dsp:txBody>
      <dsp:txXfrm>
        <a:off x="1067246" y="3763204"/>
        <a:ext cx="1675823" cy="762406"/>
      </dsp:txXfrm>
    </dsp:sp>
    <dsp:sp modelId="{067D961F-113D-4DD5-B8F6-DEAB1E2488C6}">
      <dsp:nvSpPr>
        <dsp:cNvPr id="0" name=""/>
        <dsp:cNvSpPr/>
      </dsp:nvSpPr>
      <dsp:spPr>
        <a:xfrm>
          <a:off x="1905158" y="2726959"/>
          <a:ext cx="0" cy="381774"/>
        </a:xfrm>
        <a:prstGeom prst="line">
          <a:avLst/>
        </a:prstGeom>
        <a:noFill/>
        <a:ln w="12700" cap="flat" cmpd="sng" algn="ctr">
          <a:solidFill>
            <a:schemeClr val="accent5">
              <a:hueOff val="-2430430"/>
              <a:satOff val="-165"/>
              <a:lumOff val="392"/>
              <a:alphaOff val="0"/>
            </a:schemeClr>
          </a:solidFill>
          <a:prstDash val="solid"/>
          <a:miter lim="800000"/>
        </a:ln>
        <a:effectLst/>
      </dsp:spPr>
      <dsp:style>
        <a:lnRef idx="1">
          <a:scrgbClr r="0" g="0" b="0"/>
        </a:lnRef>
        <a:fillRef idx="0">
          <a:scrgbClr r="0" g="0" b="0"/>
        </a:fillRef>
        <a:effectRef idx="0">
          <a:scrgbClr r="0" g="0" b="0"/>
        </a:effectRef>
        <a:fontRef idx="minor"/>
      </dsp:style>
    </dsp:sp>
    <dsp:sp modelId="{91A1899F-276F-409B-8D83-CC75D59B3B86}">
      <dsp:nvSpPr>
        <dsp:cNvPr id="0" name=""/>
        <dsp:cNvSpPr/>
      </dsp:nvSpPr>
      <dsp:spPr>
        <a:xfrm rot="2700000">
          <a:off x="910564" y="2684538"/>
          <a:ext cx="84843" cy="84843"/>
        </a:xfrm>
        <a:prstGeom prst="rect">
          <a:avLst/>
        </a:prstGeom>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a:noFill/>
        </a:ln>
        <a:effectLst/>
      </dsp:spPr>
      <dsp:style>
        <a:lnRef idx="0">
          <a:scrgbClr r="0" g="0" b="0"/>
        </a:lnRef>
        <a:fillRef idx="3">
          <a:scrgbClr r="0" g="0" b="0"/>
        </a:fillRef>
        <a:effectRef idx="2">
          <a:scrgbClr r="0" g="0" b="0"/>
        </a:effectRef>
        <a:fontRef idx="minor">
          <a:schemeClr val="lt1"/>
        </a:fontRef>
      </dsp:style>
    </dsp:sp>
    <dsp:sp modelId="{79264171-7610-4DC2-9360-CAFE0EDF7727}">
      <dsp:nvSpPr>
        <dsp:cNvPr id="0" name=""/>
        <dsp:cNvSpPr/>
      </dsp:nvSpPr>
      <dsp:spPr>
        <a:xfrm rot="2700000">
          <a:off x="1862736" y="2684538"/>
          <a:ext cx="84843" cy="84843"/>
        </a:xfrm>
        <a:prstGeom prst="rect">
          <a:avLst/>
        </a:prstGeom>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a:noFill/>
        </a:ln>
        <a:effectLst/>
      </dsp:spPr>
      <dsp:style>
        <a:lnRef idx="0">
          <a:scrgbClr r="0" g="0" b="0"/>
        </a:lnRef>
        <a:fillRef idx="3">
          <a:scrgbClr r="0" g="0" b="0"/>
        </a:fillRef>
        <a:effectRef idx="2">
          <a:scrgbClr r="0" g="0" b="0"/>
        </a:effectRef>
        <a:fontRef idx="minor">
          <a:schemeClr val="lt1"/>
        </a:fontRef>
      </dsp:style>
    </dsp:sp>
    <dsp:sp modelId="{72309532-AC2F-4916-BF3D-D1599996EEE1}">
      <dsp:nvSpPr>
        <dsp:cNvPr id="0" name=""/>
        <dsp:cNvSpPr/>
      </dsp:nvSpPr>
      <dsp:spPr>
        <a:xfrm>
          <a:off x="2019418" y="1690715"/>
          <a:ext cx="1675823" cy="654470"/>
        </a:xfrm>
        <a:prstGeom prst="rect">
          <a:avLst/>
        </a:prstGeom>
        <a:gradFill rotWithShape="0">
          <a:gsLst>
            <a:gs pos="0">
              <a:schemeClr val="accent5">
                <a:hueOff val="-4860860"/>
                <a:satOff val="-330"/>
                <a:lumOff val="784"/>
                <a:alphaOff val="0"/>
                <a:satMod val="103000"/>
                <a:lumMod val="102000"/>
                <a:tint val="94000"/>
              </a:schemeClr>
            </a:gs>
            <a:gs pos="50000">
              <a:schemeClr val="accent5">
                <a:hueOff val="-4860860"/>
                <a:satOff val="-330"/>
                <a:lumOff val="784"/>
                <a:alphaOff val="0"/>
                <a:satMod val="110000"/>
                <a:lumMod val="100000"/>
                <a:shade val="100000"/>
              </a:schemeClr>
            </a:gs>
            <a:gs pos="100000">
              <a:schemeClr val="accent5">
                <a:hueOff val="-4860860"/>
                <a:satOff val="-330"/>
                <a:lumOff val="784"/>
                <a:alphaOff val="0"/>
                <a:lumMod val="99000"/>
                <a:satMod val="120000"/>
                <a:shade val="78000"/>
              </a:schemeClr>
            </a:gs>
          </a:gsLst>
          <a:lin ang="5400000" scaled="0"/>
        </a:gradFill>
        <a:ln w="12700" cap="flat" cmpd="sng" algn="ctr">
          <a:solidFill>
            <a:schemeClr val="accent5">
              <a:hueOff val="-4860860"/>
              <a:satOff val="-330"/>
              <a:lumOff val="78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96520" tIns="96520" rIns="96520" bIns="96520" numCol="1" spcCol="1270" anchor="ctr" anchorCtr="0">
          <a:noAutofit/>
        </a:bodyPr>
        <a:lstStyle/>
        <a:p>
          <a:pPr marL="0" lvl="0" indent="0" algn="ctr" defTabSz="844550">
            <a:lnSpc>
              <a:spcPct val="90000"/>
            </a:lnSpc>
            <a:spcBef>
              <a:spcPct val="0"/>
            </a:spcBef>
            <a:spcAft>
              <a:spcPct val="35000"/>
            </a:spcAft>
            <a:buNone/>
            <a:defRPr b="1"/>
          </a:pPr>
          <a:r>
            <a:rPr lang="en-US" sz="1900" kern="1200"/>
            <a:t>2013</a:t>
          </a:r>
        </a:p>
      </dsp:txBody>
      <dsp:txXfrm>
        <a:off x="2019418" y="1690715"/>
        <a:ext cx="1675823" cy="654470"/>
      </dsp:txXfrm>
    </dsp:sp>
    <dsp:sp modelId="{2CC59620-AB5A-4A3A-95FC-47740545A27C}">
      <dsp:nvSpPr>
        <dsp:cNvPr id="0" name=""/>
        <dsp:cNvSpPr/>
      </dsp:nvSpPr>
      <dsp:spPr>
        <a:xfrm>
          <a:off x="2019418" y="701646"/>
          <a:ext cx="1675823" cy="989068"/>
        </a:xfrm>
        <a:prstGeom prst="rect">
          <a:avLst/>
        </a:prstGeom>
        <a:solidFill>
          <a:schemeClr val="accent5">
            <a:tint val="40000"/>
            <a:alpha val="90000"/>
            <a:hueOff val="-4777866"/>
            <a:satOff val="1067"/>
            <a:lumOff val="160"/>
            <a:alphaOff val="0"/>
          </a:schemeClr>
        </a:solidFill>
        <a:ln w="12700" cap="flat" cmpd="sng" algn="ctr">
          <a:solidFill>
            <a:schemeClr val="accent5">
              <a:tint val="40000"/>
              <a:alpha val="90000"/>
              <a:hueOff val="-4777866"/>
              <a:satOff val="1067"/>
              <a:lumOff val="16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l" defTabSz="711200">
            <a:lnSpc>
              <a:spcPct val="90000"/>
            </a:lnSpc>
            <a:spcBef>
              <a:spcPct val="0"/>
            </a:spcBef>
            <a:spcAft>
              <a:spcPct val="35000"/>
            </a:spcAft>
            <a:buNone/>
          </a:pPr>
          <a:r>
            <a:rPr lang="en-US" sz="1600" kern="1200"/>
            <a:t>Word2Vec (Words as math vectors).</a:t>
          </a:r>
        </a:p>
      </dsp:txBody>
      <dsp:txXfrm>
        <a:off x="2019418" y="701646"/>
        <a:ext cx="1675823" cy="989068"/>
      </dsp:txXfrm>
    </dsp:sp>
    <dsp:sp modelId="{E73E965D-F727-40FF-A003-730C50330B30}">
      <dsp:nvSpPr>
        <dsp:cNvPr id="0" name=""/>
        <dsp:cNvSpPr/>
      </dsp:nvSpPr>
      <dsp:spPr>
        <a:xfrm>
          <a:off x="2857330" y="2345185"/>
          <a:ext cx="0" cy="381774"/>
        </a:xfrm>
        <a:prstGeom prst="line">
          <a:avLst/>
        </a:prstGeom>
        <a:noFill/>
        <a:ln w="12700" cap="flat" cmpd="sng" algn="ctr">
          <a:solidFill>
            <a:schemeClr val="accent5">
              <a:hueOff val="-4860860"/>
              <a:satOff val="-330"/>
              <a:lumOff val="784"/>
              <a:alphaOff val="0"/>
            </a:schemeClr>
          </a:solidFill>
          <a:prstDash val="solid"/>
          <a:miter lim="800000"/>
        </a:ln>
        <a:effectLst/>
      </dsp:spPr>
      <dsp:style>
        <a:lnRef idx="1">
          <a:scrgbClr r="0" g="0" b="0"/>
        </a:lnRef>
        <a:fillRef idx="0">
          <a:scrgbClr r="0" g="0" b="0"/>
        </a:fillRef>
        <a:effectRef idx="0">
          <a:scrgbClr r="0" g="0" b="0"/>
        </a:effectRef>
        <a:fontRef idx="minor"/>
      </dsp:style>
    </dsp:sp>
    <dsp:sp modelId="{31DC4C57-07C5-4F0E-A5C0-5AA91D9F62BA}">
      <dsp:nvSpPr>
        <dsp:cNvPr id="0" name=""/>
        <dsp:cNvSpPr/>
      </dsp:nvSpPr>
      <dsp:spPr>
        <a:xfrm>
          <a:off x="2971591" y="3108734"/>
          <a:ext cx="1675823" cy="654470"/>
        </a:xfrm>
        <a:prstGeom prst="rect">
          <a:avLst/>
        </a:prstGeom>
        <a:gradFill rotWithShape="0">
          <a:gsLst>
            <a:gs pos="0">
              <a:schemeClr val="accent5">
                <a:hueOff val="-7291290"/>
                <a:satOff val="-496"/>
                <a:lumOff val="1177"/>
                <a:alphaOff val="0"/>
                <a:satMod val="103000"/>
                <a:lumMod val="102000"/>
                <a:tint val="94000"/>
              </a:schemeClr>
            </a:gs>
            <a:gs pos="50000">
              <a:schemeClr val="accent5">
                <a:hueOff val="-7291290"/>
                <a:satOff val="-496"/>
                <a:lumOff val="1177"/>
                <a:alphaOff val="0"/>
                <a:satMod val="110000"/>
                <a:lumMod val="100000"/>
                <a:shade val="100000"/>
              </a:schemeClr>
            </a:gs>
            <a:gs pos="100000">
              <a:schemeClr val="accent5">
                <a:hueOff val="-7291290"/>
                <a:satOff val="-496"/>
                <a:lumOff val="1177"/>
                <a:alphaOff val="0"/>
                <a:lumMod val="99000"/>
                <a:satMod val="120000"/>
                <a:shade val="78000"/>
              </a:schemeClr>
            </a:gs>
          </a:gsLst>
          <a:lin ang="5400000" scaled="0"/>
        </a:gradFill>
        <a:ln w="12700" cap="flat" cmpd="sng" algn="ctr">
          <a:solidFill>
            <a:schemeClr val="accent5">
              <a:hueOff val="-7291290"/>
              <a:satOff val="-496"/>
              <a:lumOff val="1177"/>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96520" tIns="96520" rIns="96520" bIns="96520" numCol="1" spcCol="1270" anchor="ctr" anchorCtr="0">
          <a:noAutofit/>
        </a:bodyPr>
        <a:lstStyle/>
        <a:p>
          <a:pPr marL="0" lvl="0" indent="0" algn="ctr" defTabSz="844550">
            <a:lnSpc>
              <a:spcPct val="90000"/>
            </a:lnSpc>
            <a:spcBef>
              <a:spcPct val="0"/>
            </a:spcBef>
            <a:spcAft>
              <a:spcPct val="35000"/>
            </a:spcAft>
            <a:buNone/>
            <a:defRPr b="1"/>
          </a:pPr>
          <a:r>
            <a:rPr lang="en-US" sz="1900" kern="1200"/>
            <a:t>2017</a:t>
          </a:r>
        </a:p>
      </dsp:txBody>
      <dsp:txXfrm>
        <a:off x="2971591" y="3108734"/>
        <a:ext cx="1675823" cy="654470"/>
      </dsp:txXfrm>
    </dsp:sp>
    <dsp:sp modelId="{649282B0-C609-4323-9B90-46AE06DFB96C}">
      <dsp:nvSpPr>
        <dsp:cNvPr id="0" name=""/>
        <dsp:cNvSpPr/>
      </dsp:nvSpPr>
      <dsp:spPr>
        <a:xfrm>
          <a:off x="2971591" y="3763204"/>
          <a:ext cx="1675823" cy="1215729"/>
        </a:xfrm>
        <a:prstGeom prst="rect">
          <a:avLst/>
        </a:prstGeom>
        <a:solidFill>
          <a:schemeClr val="accent5">
            <a:tint val="40000"/>
            <a:alpha val="90000"/>
            <a:hueOff val="-7166800"/>
            <a:satOff val="1600"/>
            <a:lumOff val="241"/>
            <a:alphaOff val="0"/>
          </a:schemeClr>
        </a:solidFill>
        <a:ln w="12700" cap="flat" cmpd="sng" algn="ctr">
          <a:solidFill>
            <a:schemeClr val="accent5">
              <a:tint val="40000"/>
              <a:alpha val="90000"/>
              <a:hueOff val="-7166800"/>
              <a:satOff val="1600"/>
              <a:lumOff val="24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l" defTabSz="711200">
            <a:lnSpc>
              <a:spcPct val="90000"/>
            </a:lnSpc>
            <a:spcBef>
              <a:spcPct val="0"/>
            </a:spcBef>
            <a:spcAft>
              <a:spcPct val="35000"/>
            </a:spcAft>
            <a:buNone/>
          </a:pPr>
          <a:r>
            <a:rPr lang="en-US" sz="1600" kern="1200"/>
            <a:t>Attention Is All You Need" (The Transformer Paper).</a:t>
          </a:r>
        </a:p>
      </dsp:txBody>
      <dsp:txXfrm>
        <a:off x="2971591" y="3763204"/>
        <a:ext cx="1675823" cy="1215729"/>
      </dsp:txXfrm>
    </dsp:sp>
    <dsp:sp modelId="{E5B3F3AF-36F9-4F7A-B961-79157A61C8B9}">
      <dsp:nvSpPr>
        <dsp:cNvPr id="0" name=""/>
        <dsp:cNvSpPr/>
      </dsp:nvSpPr>
      <dsp:spPr>
        <a:xfrm>
          <a:off x="3809502" y="2726959"/>
          <a:ext cx="0" cy="381774"/>
        </a:xfrm>
        <a:prstGeom prst="line">
          <a:avLst/>
        </a:prstGeom>
        <a:noFill/>
        <a:ln w="12700" cap="flat" cmpd="sng" algn="ctr">
          <a:solidFill>
            <a:schemeClr val="accent5">
              <a:hueOff val="-7291290"/>
              <a:satOff val="-496"/>
              <a:lumOff val="1177"/>
              <a:alphaOff val="0"/>
            </a:schemeClr>
          </a:solidFill>
          <a:prstDash val="solid"/>
          <a:miter lim="800000"/>
        </a:ln>
        <a:effectLst/>
      </dsp:spPr>
      <dsp:style>
        <a:lnRef idx="1">
          <a:scrgbClr r="0" g="0" b="0"/>
        </a:lnRef>
        <a:fillRef idx="0">
          <a:scrgbClr r="0" g="0" b="0"/>
        </a:fillRef>
        <a:effectRef idx="0">
          <a:scrgbClr r="0" g="0" b="0"/>
        </a:effectRef>
        <a:fontRef idx="minor"/>
      </dsp:style>
    </dsp:sp>
    <dsp:sp modelId="{3E457B1D-E61C-4628-998C-C2D26B184BB9}">
      <dsp:nvSpPr>
        <dsp:cNvPr id="0" name=""/>
        <dsp:cNvSpPr/>
      </dsp:nvSpPr>
      <dsp:spPr>
        <a:xfrm rot="2700000">
          <a:off x="2814908" y="2684538"/>
          <a:ext cx="84843" cy="84843"/>
        </a:xfrm>
        <a:prstGeom prst="rect">
          <a:avLst/>
        </a:prstGeom>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a:noFill/>
        </a:ln>
        <a:effectLst/>
      </dsp:spPr>
      <dsp:style>
        <a:lnRef idx="0">
          <a:scrgbClr r="0" g="0" b="0"/>
        </a:lnRef>
        <a:fillRef idx="3">
          <a:scrgbClr r="0" g="0" b="0"/>
        </a:fillRef>
        <a:effectRef idx="2">
          <a:scrgbClr r="0" g="0" b="0"/>
        </a:effectRef>
        <a:fontRef idx="minor">
          <a:schemeClr val="lt1"/>
        </a:fontRef>
      </dsp:style>
    </dsp:sp>
    <dsp:sp modelId="{13917FBB-C21B-4209-BCDE-DD27DD25010E}">
      <dsp:nvSpPr>
        <dsp:cNvPr id="0" name=""/>
        <dsp:cNvSpPr/>
      </dsp:nvSpPr>
      <dsp:spPr>
        <a:xfrm rot="2700000">
          <a:off x="3767081" y="2684538"/>
          <a:ext cx="84843" cy="84843"/>
        </a:xfrm>
        <a:prstGeom prst="rect">
          <a:avLst/>
        </a:prstGeom>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a:noFill/>
        </a:ln>
        <a:effectLst/>
      </dsp:spPr>
      <dsp:style>
        <a:lnRef idx="0">
          <a:scrgbClr r="0" g="0" b="0"/>
        </a:lnRef>
        <a:fillRef idx="3">
          <a:scrgbClr r="0" g="0" b="0"/>
        </a:fillRef>
        <a:effectRef idx="2">
          <a:scrgbClr r="0" g="0" b="0"/>
        </a:effectRef>
        <a:fontRef idx="minor">
          <a:schemeClr val="lt1"/>
        </a:fontRef>
      </dsp:style>
    </dsp:sp>
    <dsp:sp modelId="{EA2BF639-43B5-40C7-BF27-40B955DDE474}">
      <dsp:nvSpPr>
        <dsp:cNvPr id="0" name=""/>
        <dsp:cNvSpPr/>
      </dsp:nvSpPr>
      <dsp:spPr>
        <a:xfrm>
          <a:off x="3923763" y="1690715"/>
          <a:ext cx="1675823" cy="654470"/>
        </a:xfrm>
        <a:prstGeom prst="rect">
          <a:avLst/>
        </a:prstGeom>
        <a:gradFill rotWithShape="0">
          <a:gsLst>
            <a:gs pos="0">
              <a:schemeClr val="accent5">
                <a:hueOff val="-9721720"/>
                <a:satOff val="-661"/>
                <a:lumOff val="1569"/>
                <a:alphaOff val="0"/>
                <a:satMod val="103000"/>
                <a:lumMod val="102000"/>
                <a:tint val="94000"/>
              </a:schemeClr>
            </a:gs>
            <a:gs pos="50000">
              <a:schemeClr val="accent5">
                <a:hueOff val="-9721720"/>
                <a:satOff val="-661"/>
                <a:lumOff val="1569"/>
                <a:alphaOff val="0"/>
                <a:satMod val="110000"/>
                <a:lumMod val="100000"/>
                <a:shade val="100000"/>
              </a:schemeClr>
            </a:gs>
            <a:gs pos="100000">
              <a:schemeClr val="accent5">
                <a:hueOff val="-9721720"/>
                <a:satOff val="-661"/>
                <a:lumOff val="1569"/>
                <a:alphaOff val="0"/>
                <a:lumMod val="99000"/>
                <a:satMod val="120000"/>
                <a:shade val="78000"/>
              </a:schemeClr>
            </a:gs>
          </a:gsLst>
          <a:lin ang="5400000" scaled="0"/>
        </a:gradFill>
        <a:ln w="12700" cap="flat" cmpd="sng" algn="ctr">
          <a:solidFill>
            <a:schemeClr val="accent5">
              <a:hueOff val="-9721720"/>
              <a:satOff val="-661"/>
              <a:lumOff val="156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96520" tIns="96520" rIns="96520" bIns="96520" numCol="1" spcCol="1270" anchor="ctr" anchorCtr="0">
          <a:noAutofit/>
        </a:bodyPr>
        <a:lstStyle/>
        <a:p>
          <a:pPr marL="0" lvl="0" indent="0" algn="ctr" defTabSz="844550">
            <a:lnSpc>
              <a:spcPct val="90000"/>
            </a:lnSpc>
            <a:spcBef>
              <a:spcPct val="0"/>
            </a:spcBef>
            <a:spcAft>
              <a:spcPct val="35000"/>
            </a:spcAft>
            <a:buNone/>
            <a:defRPr b="1"/>
          </a:pPr>
          <a:r>
            <a:rPr lang="en-US" sz="1900" kern="1200"/>
            <a:t>2022</a:t>
          </a:r>
        </a:p>
      </dsp:txBody>
      <dsp:txXfrm>
        <a:off x="3923763" y="1690715"/>
        <a:ext cx="1675823" cy="654470"/>
      </dsp:txXfrm>
    </dsp:sp>
    <dsp:sp modelId="{963238B8-E824-459A-A05A-0C03E00E8318}">
      <dsp:nvSpPr>
        <dsp:cNvPr id="0" name=""/>
        <dsp:cNvSpPr/>
      </dsp:nvSpPr>
      <dsp:spPr>
        <a:xfrm>
          <a:off x="3923763" y="701646"/>
          <a:ext cx="1675823" cy="989068"/>
        </a:xfrm>
        <a:prstGeom prst="rect">
          <a:avLst/>
        </a:prstGeom>
        <a:solidFill>
          <a:schemeClr val="accent5">
            <a:tint val="40000"/>
            <a:alpha val="90000"/>
            <a:hueOff val="-9555732"/>
            <a:satOff val="2134"/>
            <a:lumOff val="321"/>
            <a:alphaOff val="0"/>
          </a:schemeClr>
        </a:solidFill>
        <a:ln w="12700" cap="flat" cmpd="sng" algn="ctr">
          <a:solidFill>
            <a:schemeClr val="accent5">
              <a:tint val="40000"/>
              <a:alpha val="90000"/>
              <a:hueOff val="-9555732"/>
              <a:satOff val="2134"/>
              <a:lumOff val="32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l" defTabSz="711200">
            <a:lnSpc>
              <a:spcPct val="90000"/>
            </a:lnSpc>
            <a:spcBef>
              <a:spcPct val="0"/>
            </a:spcBef>
            <a:spcAft>
              <a:spcPct val="35000"/>
            </a:spcAft>
            <a:buNone/>
          </a:pPr>
          <a:r>
            <a:rPr lang="en-US" sz="1600" kern="1200"/>
            <a:t>ChatGPT (RLHF &amp; Mass Adoption).</a:t>
          </a:r>
        </a:p>
      </dsp:txBody>
      <dsp:txXfrm>
        <a:off x="3923763" y="701646"/>
        <a:ext cx="1675823" cy="989068"/>
      </dsp:txXfrm>
    </dsp:sp>
    <dsp:sp modelId="{20976C7D-9E86-4539-B6B4-9805F14FE990}">
      <dsp:nvSpPr>
        <dsp:cNvPr id="0" name=""/>
        <dsp:cNvSpPr/>
      </dsp:nvSpPr>
      <dsp:spPr>
        <a:xfrm>
          <a:off x="4761674" y="2345185"/>
          <a:ext cx="0" cy="381774"/>
        </a:xfrm>
        <a:prstGeom prst="line">
          <a:avLst/>
        </a:prstGeom>
        <a:noFill/>
        <a:ln w="12700" cap="flat" cmpd="sng" algn="ctr">
          <a:solidFill>
            <a:schemeClr val="accent5">
              <a:hueOff val="-9721720"/>
              <a:satOff val="-661"/>
              <a:lumOff val="1569"/>
              <a:alphaOff val="0"/>
            </a:schemeClr>
          </a:solidFill>
          <a:prstDash val="solid"/>
          <a:miter lim="800000"/>
        </a:ln>
        <a:effectLst/>
      </dsp:spPr>
      <dsp:style>
        <a:lnRef idx="1">
          <a:scrgbClr r="0" g="0" b="0"/>
        </a:lnRef>
        <a:fillRef idx="0">
          <a:scrgbClr r="0" g="0" b="0"/>
        </a:fillRef>
        <a:effectRef idx="0">
          <a:scrgbClr r="0" g="0" b="0"/>
        </a:effectRef>
        <a:fontRef idx="minor"/>
      </dsp:style>
    </dsp:sp>
    <dsp:sp modelId="{E8382B3A-19B7-4AE7-9979-F0C6DFD08CB0}">
      <dsp:nvSpPr>
        <dsp:cNvPr id="0" name=""/>
        <dsp:cNvSpPr/>
      </dsp:nvSpPr>
      <dsp:spPr>
        <a:xfrm>
          <a:off x="4875935" y="3108734"/>
          <a:ext cx="1675823" cy="654470"/>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96520" tIns="96520" rIns="96520" bIns="96520" numCol="1" spcCol="1270" anchor="ctr" anchorCtr="0">
          <a:noAutofit/>
        </a:bodyPr>
        <a:lstStyle/>
        <a:p>
          <a:pPr marL="0" lvl="0" indent="0" algn="ctr" defTabSz="844550">
            <a:lnSpc>
              <a:spcPct val="90000"/>
            </a:lnSpc>
            <a:spcBef>
              <a:spcPct val="0"/>
            </a:spcBef>
            <a:spcAft>
              <a:spcPct val="35000"/>
            </a:spcAft>
            <a:buNone/>
            <a:defRPr b="1"/>
          </a:pPr>
          <a:r>
            <a:rPr lang="en-US" sz="1900" kern="1200"/>
            <a:t>2025</a:t>
          </a:r>
        </a:p>
      </dsp:txBody>
      <dsp:txXfrm>
        <a:off x="4875935" y="3108734"/>
        <a:ext cx="1675823" cy="654470"/>
      </dsp:txXfrm>
    </dsp:sp>
    <dsp:sp modelId="{C0D6539F-FB19-49A9-85FA-8DF3B6106889}">
      <dsp:nvSpPr>
        <dsp:cNvPr id="0" name=""/>
        <dsp:cNvSpPr/>
      </dsp:nvSpPr>
      <dsp:spPr>
        <a:xfrm>
          <a:off x="4875935" y="3763204"/>
          <a:ext cx="1675823" cy="989068"/>
        </a:xfrm>
        <a:prstGeom prst="rect">
          <a:avLst/>
        </a:prstGeom>
        <a:solidFill>
          <a:schemeClr val="accent5">
            <a:tint val="40000"/>
            <a:alpha val="90000"/>
            <a:hueOff val="-11944666"/>
            <a:satOff val="2667"/>
            <a:lumOff val="401"/>
            <a:alphaOff val="0"/>
          </a:schemeClr>
        </a:solidFill>
        <a:ln w="12700" cap="flat" cmpd="sng" algn="ctr">
          <a:solidFill>
            <a:schemeClr val="accent5">
              <a:tint val="40000"/>
              <a:alpha val="90000"/>
              <a:hueOff val="-11944666"/>
              <a:satOff val="2667"/>
              <a:lumOff val="40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l" defTabSz="711200">
            <a:lnSpc>
              <a:spcPct val="90000"/>
            </a:lnSpc>
            <a:spcBef>
              <a:spcPct val="0"/>
            </a:spcBef>
            <a:spcAft>
              <a:spcPct val="35000"/>
            </a:spcAft>
            <a:buNone/>
          </a:pPr>
          <a:r>
            <a:rPr lang="en-US" sz="1600" kern="1200"/>
            <a:t>Multimodal Agents (Action-oriented AI).</a:t>
          </a:r>
        </a:p>
      </dsp:txBody>
      <dsp:txXfrm>
        <a:off x="4875935" y="3763204"/>
        <a:ext cx="1675823" cy="989068"/>
      </dsp:txXfrm>
    </dsp:sp>
    <dsp:sp modelId="{65DAA518-98F3-4B31-81B4-2476E1704A7D}">
      <dsp:nvSpPr>
        <dsp:cNvPr id="0" name=""/>
        <dsp:cNvSpPr/>
      </dsp:nvSpPr>
      <dsp:spPr>
        <a:xfrm>
          <a:off x="5713846" y="2726959"/>
          <a:ext cx="0" cy="381774"/>
        </a:xfrm>
        <a:prstGeom prst="line">
          <a:avLst/>
        </a:prstGeom>
        <a:noFill/>
        <a:ln w="12700" cap="flat" cmpd="sng" algn="ctr">
          <a:solidFill>
            <a:schemeClr val="accent5">
              <a:hueOff val="-12152150"/>
              <a:satOff val="-826"/>
              <a:lumOff val="1961"/>
              <a:alphaOff val="0"/>
            </a:schemeClr>
          </a:solidFill>
          <a:prstDash val="solid"/>
          <a:miter lim="800000"/>
        </a:ln>
        <a:effectLst/>
      </dsp:spPr>
      <dsp:style>
        <a:lnRef idx="1">
          <a:scrgbClr r="0" g="0" b="0"/>
        </a:lnRef>
        <a:fillRef idx="0">
          <a:scrgbClr r="0" g="0" b="0"/>
        </a:fillRef>
        <a:effectRef idx="0">
          <a:scrgbClr r="0" g="0" b="0"/>
        </a:effectRef>
        <a:fontRef idx="minor"/>
      </dsp:style>
    </dsp:sp>
    <dsp:sp modelId="{81C66DA7-4708-4A17-8752-0F02DA49B05F}">
      <dsp:nvSpPr>
        <dsp:cNvPr id="0" name=""/>
        <dsp:cNvSpPr/>
      </dsp:nvSpPr>
      <dsp:spPr>
        <a:xfrm rot="2700000">
          <a:off x="4719253" y="2684538"/>
          <a:ext cx="84843" cy="84843"/>
        </a:xfrm>
        <a:prstGeom prst="rect">
          <a:avLst/>
        </a:prstGeom>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a:noFill/>
        </a:ln>
        <a:effectLst/>
      </dsp:spPr>
      <dsp:style>
        <a:lnRef idx="0">
          <a:scrgbClr r="0" g="0" b="0"/>
        </a:lnRef>
        <a:fillRef idx="3">
          <a:scrgbClr r="0" g="0" b="0"/>
        </a:fillRef>
        <a:effectRef idx="2">
          <a:scrgbClr r="0" g="0" b="0"/>
        </a:effectRef>
        <a:fontRef idx="minor">
          <a:schemeClr val="lt1"/>
        </a:fontRef>
      </dsp:style>
    </dsp:sp>
    <dsp:sp modelId="{1CD06E43-2745-4AD9-AAE8-E418C6FCFB3E}">
      <dsp:nvSpPr>
        <dsp:cNvPr id="0" name=""/>
        <dsp:cNvSpPr/>
      </dsp:nvSpPr>
      <dsp:spPr>
        <a:xfrm rot="2700000">
          <a:off x="5671425" y="2684538"/>
          <a:ext cx="84843" cy="84843"/>
        </a:xfrm>
        <a:prstGeom prst="rect">
          <a:avLst/>
        </a:prstGeom>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a:noFill/>
        </a:ln>
        <a:effectLst/>
      </dsp:spPr>
      <dsp:style>
        <a:lnRef idx="0">
          <a:scrgbClr r="0" g="0" b="0"/>
        </a:lnRef>
        <a:fillRef idx="3">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474540-30AF-4E3F-BF66-6663FD815A72}">
      <dsp:nvSpPr>
        <dsp:cNvPr id="0" name=""/>
        <dsp:cNvSpPr/>
      </dsp:nvSpPr>
      <dsp:spPr>
        <a:xfrm>
          <a:off x="0" y="458757"/>
          <a:ext cx="6666833" cy="97807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79044" rIns="517420"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a:t>Input + Explicit Rules (Code) = Output.</a:t>
          </a:r>
        </a:p>
      </dsp:txBody>
      <dsp:txXfrm>
        <a:off x="0" y="458757"/>
        <a:ext cx="6666833" cy="978075"/>
      </dsp:txXfrm>
    </dsp:sp>
    <dsp:sp modelId="{1127BF86-E005-4A34-A7B4-A2DFF326BB83}">
      <dsp:nvSpPr>
        <dsp:cNvPr id="0" name=""/>
        <dsp:cNvSpPr/>
      </dsp:nvSpPr>
      <dsp:spPr>
        <a:xfrm>
          <a:off x="333341" y="119277"/>
          <a:ext cx="4666783" cy="6789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en-US" sz="2300" b="1" kern="1200"/>
            <a:t>Traditional Programming:</a:t>
          </a:r>
          <a:endParaRPr lang="en-US" sz="2300" kern="1200"/>
        </a:p>
      </dsp:txBody>
      <dsp:txXfrm>
        <a:off x="366485" y="152421"/>
        <a:ext cx="4600495" cy="612672"/>
      </dsp:txXfrm>
    </dsp:sp>
    <dsp:sp modelId="{E9E0A59A-E102-4350-ACF9-3AB8EDDE6DEC}">
      <dsp:nvSpPr>
        <dsp:cNvPr id="0" name=""/>
        <dsp:cNvSpPr/>
      </dsp:nvSpPr>
      <dsp:spPr>
        <a:xfrm>
          <a:off x="0" y="1900512"/>
          <a:ext cx="6666833" cy="978075"/>
        </a:xfrm>
        <a:prstGeom prst="rect">
          <a:avLst/>
        </a:prstGeom>
        <a:solidFill>
          <a:schemeClr val="lt1">
            <a:alpha val="90000"/>
            <a:hueOff val="0"/>
            <a:satOff val="0"/>
            <a:lumOff val="0"/>
            <a:alphaOff val="0"/>
          </a:schemeClr>
        </a:solidFill>
        <a:ln w="12700" cap="flat" cmpd="sng" algn="ctr">
          <a:solidFill>
            <a:schemeClr val="accent2">
              <a:hueOff val="3221807"/>
              <a:satOff val="-9246"/>
              <a:lumOff val="-1480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79044" rIns="517420"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a:t>Input + Output Data = Learned Rules.</a:t>
          </a:r>
        </a:p>
      </dsp:txBody>
      <dsp:txXfrm>
        <a:off x="0" y="1900512"/>
        <a:ext cx="6666833" cy="978075"/>
      </dsp:txXfrm>
    </dsp:sp>
    <dsp:sp modelId="{C13058A9-C738-4CB9-9DE3-D2288D829505}">
      <dsp:nvSpPr>
        <dsp:cNvPr id="0" name=""/>
        <dsp:cNvSpPr/>
      </dsp:nvSpPr>
      <dsp:spPr>
        <a:xfrm>
          <a:off x="333341" y="1561032"/>
          <a:ext cx="4666783" cy="678960"/>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en-US" sz="2300" b="1" kern="1200"/>
            <a:t>Traditional Machine Learning:</a:t>
          </a:r>
          <a:endParaRPr lang="en-US" sz="2300" kern="1200"/>
        </a:p>
      </dsp:txBody>
      <dsp:txXfrm>
        <a:off x="366485" y="1594176"/>
        <a:ext cx="4600495" cy="612672"/>
      </dsp:txXfrm>
    </dsp:sp>
    <dsp:sp modelId="{D6B0E300-8799-48C9-B704-D1AADF991987}">
      <dsp:nvSpPr>
        <dsp:cNvPr id="0" name=""/>
        <dsp:cNvSpPr/>
      </dsp:nvSpPr>
      <dsp:spPr>
        <a:xfrm>
          <a:off x="0" y="3342267"/>
          <a:ext cx="6666833" cy="1992375"/>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79044" rIns="517420"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a:t>Natural Language Instruction + Context = Reasoning &amp; Output.</a:t>
          </a:r>
        </a:p>
        <a:p>
          <a:pPr marL="228600" lvl="1" indent="-228600" algn="l" defTabSz="1022350">
            <a:lnSpc>
              <a:spcPct val="90000"/>
            </a:lnSpc>
            <a:spcBef>
              <a:spcPct val="0"/>
            </a:spcBef>
            <a:spcAft>
              <a:spcPct val="15000"/>
            </a:spcAft>
            <a:buChar char="•"/>
          </a:pPr>
          <a:r>
            <a:rPr lang="en-US" sz="2300" i="1" kern="1200" dirty="0">
              <a:solidFill>
                <a:srgbClr val="00B050"/>
              </a:solidFill>
            </a:rPr>
            <a:t>Takeaway</a:t>
          </a:r>
          <a:r>
            <a:rPr lang="en-US" sz="2300" i="1" kern="1200" dirty="0"/>
            <a:t>:</a:t>
          </a:r>
          <a:r>
            <a:rPr lang="en-US" sz="2300" kern="1200" dirty="0"/>
            <a:t> English is becoming the hottest new programming language.</a:t>
          </a:r>
        </a:p>
      </dsp:txBody>
      <dsp:txXfrm>
        <a:off x="0" y="3342267"/>
        <a:ext cx="6666833" cy="1992375"/>
      </dsp:txXfrm>
    </dsp:sp>
    <dsp:sp modelId="{346832C8-C675-42B4-A2B2-6F8E419CB803}">
      <dsp:nvSpPr>
        <dsp:cNvPr id="0" name=""/>
        <dsp:cNvSpPr/>
      </dsp:nvSpPr>
      <dsp:spPr>
        <a:xfrm>
          <a:off x="333341" y="3002787"/>
          <a:ext cx="4666783" cy="67896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en-US" sz="2300" b="1" kern="1200"/>
            <a:t>The LLM Paradigm (Prompting):</a:t>
          </a:r>
          <a:endParaRPr lang="en-US" sz="2300" kern="1200"/>
        </a:p>
      </dsp:txBody>
      <dsp:txXfrm>
        <a:off x="366485" y="3035931"/>
        <a:ext cx="4600495" cy="6126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EF5093-BC10-4E48-866C-9EB8EA8AD272}">
      <dsp:nvSpPr>
        <dsp:cNvPr id="0" name=""/>
        <dsp:cNvSpPr/>
      </dsp:nvSpPr>
      <dsp:spPr>
        <a:xfrm>
          <a:off x="0" y="53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B3E051-A38E-4174-9C9D-635397CCAC18}">
      <dsp:nvSpPr>
        <dsp:cNvPr id="0" name=""/>
        <dsp:cNvSpPr/>
      </dsp:nvSpPr>
      <dsp:spPr>
        <a:xfrm>
          <a:off x="0" y="531"/>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i="1" kern="1200"/>
            <a:t>We still use this for specific, low-cost tasks.</a:t>
          </a:r>
          <a:endParaRPr lang="en-US" sz="2800" kern="1200"/>
        </a:p>
      </dsp:txBody>
      <dsp:txXfrm>
        <a:off x="0" y="531"/>
        <a:ext cx="10515600" cy="621467"/>
      </dsp:txXfrm>
    </dsp:sp>
    <dsp:sp modelId="{2C33D155-DBB2-4352-9FD6-E03513213E65}">
      <dsp:nvSpPr>
        <dsp:cNvPr id="0" name=""/>
        <dsp:cNvSpPr/>
      </dsp:nvSpPr>
      <dsp:spPr>
        <a:xfrm>
          <a:off x="0" y="62199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5A096D-ECDA-4CD2-A2D2-A41D78383D63}">
      <dsp:nvSpPr>
        <dsp:cNvPr id="0" name=""/>
        <dsp:cNvSpPr/>
      </dsp:nvSpPr>
      <dsp:spPr>
        <a:xfrm>
          <a:off x="0" y="621999"/>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Step 1: Preprocessing</a:t>
          </a:r>
          <a:r>
            <a:rPr lang="en-US" sz="2800" kern="1200"/>
            <a:t> (Cleaning, Tokenizing).</a:t>
          </a:r>
        </a:p>
      </dsp:txBody>
      <dsp:txXfrm>
        <a:off x="0" y="621999"/>
        <a:ext cx="10515600" cy="621467"/>
      </dsp:txXfrm>
    </dsp:sp>
    <dsp:sp modelId="{58FF4A42-E349-4BD8-B592-0D99BFD0FA24}">
      <dsp:nvSpPr>
        <dsp:cNvPr id="0" name=""/>
        <dsp:cNvSpPr/>
      </dsp:nvSpPr>
      <dsp:spPr>
        <a:xfrm>
          <a:off x="0" y="1243467"/>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A28FB-873B-425B-9DDF-E292067DE87C}">
      <dsp:nvSpPr>
        <dsp:cNvPr id="0" name=""/>
        <dsp:cNvSpPr/>
      </dsp:nvSpPr>
      <dsp:spPr>
        <a:xfrm>
          <a:off x="0" y="1243467"/>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Step 2: Feature Extraction</a:t>
          </a:r>
          <a:r>
            <a:rPr lang="en-US" sz="2800" kern="1200"/>
            <a:t> (Counting words, looking for patterns).</a:t>
          </a:r>
        </a:p>
      </dsp:txBody>
      <dsp:txXfrm>
        <a:off x="0" y="1243467"/>
        <a:ext cx="10515600" cy="621467"/>
      </dsp:txXfrm>
    </dsp:sp>
    <dsp:sp modelId="{13C5C2E8-2308-488E-84E6-087AF983C660}">
      <dsp:nvSpPr>
        <dsp:cNvPr id="0" name=""/>
        <dsp:cNvSpPr/>
      </dsp:nvSpPr>
      <dsp:spPr>
        <a:xfrm>
          <a:off x="0" y="1864935"/>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10B21A-3ADE-4F30-80B2-3102B843E71C}">
      <dsp:nvSpPr>
        <dsp:cNvPr id="0" name=""/>
        <dsp:cNvSpPr/>
      </dsp:nvSpPr>
      <dsp:spPr>
        <a:xfrm>
          <a:off x="0" y="1864935"/>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Step 3: Model</a:t>
          </a:r>
          <a:r>
            <a:rPr lang="en-US" sz="2800" kern="1200"/>
            <a:t> (Logistic Regression, SVM).</a:t>
          </a:r>
        </a:p>
      </dsp:txBody>
      <dsp:txXfrm>
        <a:off x="0" y="1864935"/>
        <a:ext cx="10515600" cy="621467"/>
      </dsp:txXfrm>
    </dsp:sp>
    <dsp:sp modelId="{BEC06080-FE75-4691-855A-1FA045F46DF6}">
      <dsp:nvSpPr>
        <dsp:cNvPr id="0" name=""/>
        <dsp:cNvSpPr/>
      </dsp:nvSpPr>
      <dsp:spPr>
        <a:xfrm>
          <a:off x="0" y="2486402"/>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38C637-499E-4EB0-8495-07953BD0ACAA}">
      <dsp:nvSpPr>
        <dsp:cNvPr id="0" name=""/>
        <dsp:cNvSpPr/>
      </dsp:nvSpPr>
      <dsp:spPr>
        <a:xfrm>
          <a:off x="0" y="2486402"/>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Step 4: Output</a:t>
          </a:r>
          <a:r>
            <a:rPr lang="en-US" sz="2800" kern="1200"/>
            <a:t> (Class Label).</a:t>
          </a:r>
        </a:p>
      </dsp:txBody>
      <dsp:txXfrm>
        <a:off x="0" y="2486402"/>
        <a:ext cx="10515600" cy="621467"/>
      </dsp:txXfrm>
    </dsp:sp>
    <dsp:sp modelId="{E68D4E8A-C607-4693-8690-347F0A947CA9}">
      <dsp:nvSpPr>
        <dsp:cNvPr id="0" name=""/>
        <dsp:cNvSpPr/>
      </dsp:nvSpPr>
      <dsp:spPr>
        <a:xfrm>
          <a:off x="0" y="310787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AFAD21-E7FC-4B6B-9D21-D7D75911EE2B}">
      <dsp:nvSpPr>
        <dsp:cNvPr id="0" name=""/>
        <dsp:cNvSpPr/>
      </dsp:nvSpPr>
      <dsp:spPr>
        <a:xfrm>
          <a:off x="0" y="3107870"/>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i="1" kern="1200"/>
            <a:t>Pros:</a:t>
          </a:r>
          <a:r>
            <a:rPr lang="en-US" sz="2800" kern="1200"/>
            <a:t> Fast, cheap, transparent.</a:t>
          </a:r>
        </a:p>
      </dsp:txBody>
      <dsp:txXfrm>
        <a:off x="0" y="3107870"/>
        <a:ext cx="10515600" cy="621467"/>
      </dsp:txXfrm>
    </dsp:sp>
    <dsp:sp modelId="{76FCB2ED-7E7D-4AAD-8FB7-4A1A8746D772}">
      <dsp:nvSpPr>
        <dsp:cNvPr id="0" name=""/>
        <dsp:cNvSpPr/>
      </dsp:nvSpPr>
      <dsp:spPr>
        <a:xfrm>
          <a:off x="0" y="3729338"/>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F0A33B-6F6B-43EF-9C94-EFF3DF42B3AD}">
      <dsp:nvSpPr>
        <dsp:cNvPr id="0" name=""/>
        <dsp:cNvSpPr/>
      </dsp:nvSpPr>
      <dsp:spPr>
        <a:xfrm>
          <a:off x="0" y="3729338"/>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i="1" kern="1200" dirty="0"/>
            <a:t>Cons:</a:t>
          </a:r>
          <a:r>
            <a:rPr lang="en-US" sz="2800" kern="1200" dirty="0"/>
            <a:t> Can't write poetry or understand deep nuance.</a:t>
          </a:r>
        </a:p>
      </dsp:txBody>
      <dsp:txXfrm>
        <a:off x="0" y="3729338"/>
        <a:ext cx="10515600" cy="6214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C98B9D-16D0-4F76-924A-C2AE6663B9F5}">
      <dsp:nvSpPr>
        <dsp:cNvPr id="0" name=""/>
        <dsp:cNvSpPr/>
      </dsp:nvSpPr>
      <dsp:spPr>
        <a:xfrm>
          <a:off x="0" y="2125"/>
          <a:ext cx="1051560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86D267-C83E-4DB4-9792-D4F7C151DF03}">
      <dsp:nvSpPr>
        <dsp:cNvPr id="0" name=""/>
        <dsp:cNvSpPr/>
      </dsp:nvSpPr>
      <dsp:spPr>
        <a:xfrm>
          <a:off x="0" y="2125"/>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Step 1: Prompt Engineering</a:t>
          </a:r>
          <a:r>
            <a:rPr lang="en-US" sz="2800" kern="1200"/>
            <a:t> (Designing the instruction).</a:t>
          </a:r>
        </a:p>
      </dsp:txBody>
      <dsp:txXfrm>
        <a:off x="0" y="2125"/>
        <a:ext cx="10515600" cy="724715"/>
      </dsp:txXfrm>
    </dsp:sp>
    <dsp:sp modelId="{A5368EFA-3DB4-4F1E-A77A-A4622B1E6BDF}">
      <dsp:nvSpPr>
        <dsp:cNvPr id="0" name=""/>
        <dsp:cNvSpPr/>
      </dsp:nvSpPr>
      <dsp:spPr>
        <a:xfrm>
          <a:off x="0" y="726840"/>
          <a:ext cx="1051560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163867-998C-4654-8F1B-0D9A3BC1894A}">
      <dsp:nvSpPr>
        <dsp:cNvPr id="0" name=""/>
        <dsp:cNvSpPr/>
      </dsp:nvSpPr>
      <dsp:spPr>
        <a:xfrm>
          <a:off x="0" y="726840"/>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Step 2: Context Injection</a:t>
          </a:r>
          <a:r>
            <a:rPr lang="en-US" sz="2800" kern="1200"/>
            <a:t> (Adding relevant data/documents).</a:t>
          </a:r>
        </a:p>
      </dsp:txBody>
      <dsp:txXfrm>
        <a:off x="0" y="726840"/>
        <a:ext cx="10515600" cy="724715"/>
      </dsp:txXfrm>
    </dsp:sp>
    <dsp:sp modelId="{A8FA86A5-C53C-418C-AE7E-22AFCE268B4C}">
      <dsp:nvSpPr>
        <dsp:cNvPr id="0" name=""/>
        <dsp:cNvSpPr/>
      </dsp:nvSpPr>
      <dsp:spPr>
        <a:xfrm>
          <a:off x="0" y="1451556"/>
          <a:ext cx="1051560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AB5948-BD6B-4C24-981C-7B15DA8CC85A}">
      <dsp:nvSpPr>
        <dsp:cNvPr id="0" name=""/>
        <dsp:cNvSpPr/>
      </dsp:nvSpPr>
      <dsp:spPr>
        <a:xfrm>
          <a:off x="0" y="1451556"/>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Step 3: Black Box Inference</a:t>
          </a:r>
          <a:r>
            <a:rPr lang="en-US" sz="2800" kern="1200"/>
            <a:t> (The LLM does the heavy lifting).</a:t>
          </a:r>
        </a:p>
      </dsp:txBody>
      <dsp:txXfrm>
        <a:off x="0" y="1451556"/>
        <a:ext cx="10515600" cy="724715"/>
      </dsp:txXfrm>
    </dsp:sp>
    <dsp:sp modelId="{4192D9A5-4D55-4BA9-8498-ECB58A656726}">
      <dsp:nvSpPr>
        <dsp:cNvPr id="0" name=""/>
        <dsp:cNvSpPr/>
      </dsp:nvSpPr>
      <dsp:spPr>
        <a:xfrm>
          <a:off x="0" y="2176271"/>
          <a:ext cx="1051560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4B6F50-A4D7-424F-90A0-41BB9C7EC636}">
      <dsp:nvSpPr>
        <dsp:cNvPr id="0" name=""/>
        <dsp:cNvSpPr/>
      </dsp:nvSpPr>
      <dsp:spPr>
        <a:xfrm>
          <a:off x="0" y="2176271"/>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Step 4: Output Parsing</a:t>
          </a:r>
          <a:r>
            <a:rPr lang="en-US" sz="2800" kern="1200"/>
            <a:t> (Formatting the text back into data).</a:t>
          </a:r>
        </a:p>
      </dsp:txBody>
      <dsp:txXfrm>
        <a:off x="0" y="2176271"/>
        <a:ext cx="10515600" cy="724715"/>
      </dsp:txXfrm>
    </dsp:sp>
    <dsp:sp modelId="{83D262C5-E50C-4CBA-9264-9376817C58C4}">
      <dsp:nvSpPr>
        <dsp:cNvPr id="0" name=""/>
        <dsp:cNvSpPr/>
      </dsp:nvSpPr>
      <dsp:spPr>
        <a:xfrm>
          <a:off x="0" y="2900987"/>
          <a:ext cx="1051560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E1F42B-85F9-4781-BB21-BA0F09494C7F}">
      <dsp:nvSpPr>
        <dsp:cNvPr id="0" name=""/>
        <dsp:cNvSpPr/>
      </dsp:nvSpPr>
      <dsp:spPr>
        <a:xfrm>
          <a:off x="0" y="2900987"/>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i="1" kern="1200"/>
            <a:t>Pros:</a:t>
          </a:r>
          <a:r>
            <a:rPr lang="en-US" sz="2800" kern="1200"/>
            <a:t> Incredible capabilities, handles unseen tasks.</a:t>
          </a:r>
        </a:p>
      </dsp:txBody>
      <dsp:txXfrm>
        <a:off x="0" y="2900987"/>
        <a:ext cx="10515600" cy="724715"/>
      </dsp:txXfrm>
    </dsp:sp>
    <dsp:sp modelId="{97A13B99-1F1D-4023-B031-615CFB759195}">
      <dsp:nvSpPr>
        <dsp:cNvPr id="0" name=""/>
        <dsp:cNvSpPr/>
      </dsp:nvSpPr>
      <dsp:spPr>
        <a:xfrm>
          <a:off x="0" y="3625703"/>
          <a:ext cx="1051560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B943BC-3100-444C-BC97-5E74C01A2A9E}">
      <dsp:nvSpPr>
        <dsp:cNvPr id="0" name=""/>
        <dsp:cNvSpPr/>
      </dsp:nvSpPr>
      <dsp:spPr>
        <a:xfrm>
          <a:off x="0" y="3625703"/>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i="1" kern="1200"/>
            <a:t>Cons:</a:t>
          </a:r>
          <a:r>
            <a:rPr lang="en-US" sz="2800" kern="1200"/>
            <a:t> Expensive, "Black Box" (hard to explain why), Hallucinations.</a:t>
          </a:r>
        </a:p>
      </dsp:txBody>
      <dsp:txXfrm>
        <a:off x="0" y="3625703"/>
        <a:ext cx="10515600" cy="72471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6802DA-F35E-42F8-BA32-E4B5EC299E28}">
      <dsp:nvSpPr>
        <dsp:cNvPr id="0" name=""/>
        <dsp:cNvSpPr/>
      </dsp:nvSpPr>
      <dsp:spPr>
        <a:xfrm>
          <a:off x="0" y="53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27F0FE-6CB7-4982-9558-3AAEAE7EE4D8}">
      <dsp:nvSpPr>
        <dsp:cNvPr id="0" name=""/>
        <dsp:cNvSpPr/>
      </dsp:nvSpPr>
      <dsp:spPr>
        <a:xfrm>
          <a:off x="0" y="53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Python:</a:t>
          </a:r>
          <a:r>
            <a:rPr lang="en-US" sz="2800" kern="1200"/>
            <a:t> The language of AI.</a:t>
          </a:r>
        </a:p>
      </dsp:txBody>
      <dsp:txXfrm>
        <a:off x="0" y="531"/>
        <a:ext cx="10515600" cy="870055"/>
      </dsp:txXfrm>
    </dsp:sp>
    <dsp:sp modelId="{7B2DAA03-6058-45AC-B121-0220F2A56404}">
      <dsp:nvSpPr>
        <dsp:cNvPr id="0" name=""/>
        <dsp:cNvSpPr/>
      </dsp:nvSpPr>
      <dsp:spPr>
        <a:xfrm>
          <a:off x="0" y="87058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E86482-2541-4D36-AA4A-35AC405D4CBA}">
      <dsp:nvSpPr>
        <dsp:cNvPr id="0" name=""/>
        <dsp:cNvSpPr/>
      </dsp:nvSpPr>
      <dsp:spPr>
        <a:xfrm>
          <a:off x="0" y="87058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Hugging Face (Transformers):</a:t>
          </a:r>
          <a:r>
            <a:rPr lang="en-US" sz="2800" kern="1200"/>
            <a:t> The "GitHub of AI" – our source for models and datasets.</a:t>
          </a:r>
        </a:p>
      </dsp:txBody>
      <dsp:txXfrm>
        <a:off x="0" y="870586"/>
        <a:ext cx="10515600" cy="870055"/>
      </dsp:txXfrm>
    </dsp:sp>
    <dsp:sp modelId="{4A022B50-D5B0-4804-A58D-A794F0286C41}">
      <dsp:nvSpPr>
        <dsp:cNvPr id="0" name=""/>
        <dsp:cNvSpPr/>
      </dsp:nvSpPr>
      <dsp:spPr>
        <a:xfrm>
          <a:off x="0" y="174064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7C28E8-BFA0-463A-AD15-AA422F23FEF7}">
      <dsp:nvSpPr>
        <dsp:cNvPr id="0" name=""/>
        <dsp:cNvSpPr/>
      </dsp:nvSpPr>
      <dsp:spPr>
        <a:xfrm>
          <a:off x="0" y="174064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PyTorch:</a:t>
          </a:r>
          <a:r>
            <a:rPr lang="en-US" sz="2800" kern="1200"/>
            <a:t> The deep learning framework.</a:t>
          </a:r>
        </a:p>
      </dsp:txBody>
      <dsp:txXfrm>
        <a:off x="0" y="1740641"/>
        <a:ext cx="10515600" cy="870055"/>
      </dsp:txXfrm>
    </dsp:sp>
    <dsp:sp modelId="{3590E6E7-363F-4995-BB85-7A9F1FD50CB6}">
      <dsp:nvSpPr>
        <dsp:cNvPr id="0" name=""/>
        <dsp:cNvSpPr/>
      </dsp:nvSpPr>
      <dsp:spPr>
        <a:xfrm>
          <a:off x="0" y="261069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B5F83A-8A3D-48E2-AC6B-B1F8A1EB307D}">
      <dsp:nvSpPr>
        <dsp:cNvPr id="0" name=""/>
        <dsp:cNvSpPr/>
      </dsp:nvSpPr>
      <dsp:spPr>
        <a:xfrm>
          <a:off x="0" y="261069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SpaCy / NLTK:</a:t>
          </a:r>
          <a:r>
            <a:rPr lang="en-US" sz="2800" kern="1200"/>
            <a:t> The Swiss-army knives for text processing.</a:t>
          </a:r>
        </a:p>
      </dsp:txBody>
      <dsp:txXfrm>
        <a:off x="0" y="2610696"/>
        <a:ext cx="10515600" cy="870055"/>
      </dsp:txXfrm>
    </dsp:sp>
    <dsp:sp modelId="{890F2EA6-7B9A-43D3-B6C7-09FB3A4FFC6F}">
      <dsp:nvSpPr>
        <dsp:cNvPr id="0" name=""/>
        <dsp:cNvSpPr/>
      </dsp:nvSpPr>
      <dsp:spPr>
        <a:xfrm>
          <a:off x="0" y="348075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302A28-37B0-4AC7-BBB3-EB3F54978E82}">
      <dsp:nvSpPr>
        <dsp:cNvPr id="0" name=""/>
        <dsp:cNvSpPr/>
      </dsp:nvSpPr>
      <dsp:spPr>
        <a:xfrm>
          <a:off x="0" y="348075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dirty="0"/>
            <a:t>Agent Framework (MSFT)/ </a:t>
          </a:r>
          <a:r>
            <a:rPr lang="en-US" sz="2800" b="1" kern="1200" dirty="0" err="1"/>
            <a:t>LangChain</a:t>
          </a:r>
          <a:r>
            <a:rPr lang="en-US" sz="2800" b="1" kern="1200" dirty="0"/>
            <a:t> / </a:t>
          </a:r>
          <a:r>
            <a:rPr lang="en-US" sz="2800" b="1" kern="1200" dirty="0" err="1"/>
            <a:t>Openai</a:t>
          </a:r>
          <a:r>
            <a:rPr lang="en-US" sz="2800" b="1" kern="1200" dirty="0"/>
            <a:t>-agents / </a:t>
          </a:r>
          <a:r>
            <a:rPr lang="en-US" sz="2800" b="1" kern="1200" dirty="0" err="1"/>
            <a:t>Pydantic</a:t>
          </a:r>
          <a:r>
            <a:rPr lang="en-US" sz="2800" b="1" kern="1200" dirty="0"/>
            <a:t>-ai/ Google-ADK/ Build or Pick your own:</a:t>
          </a:r>
          <a:br>
            <a:rPr lang="en-US" sz="2800" b="1" kern="1200" dirty="0"/>
          </a:br>
          <a:r>
            <a:rPr lang="en-US" sz="2800" kern="1200" dirty="0"/>
            <a:t>For building chains and agents.</a:t>
          </a:r>
        </a:p>
      </dsp:txBody>
      <dsp:txXfrm>
        <a:off x="0" y="3480751"/>
        <a:ext cx="10515600" cy="87005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BCC7DD-9FFF-4C5A-B413-D1F6260ED937}">
      <dsp:nvSpPr>
        <dsp:cNvPr id="0" name=""/>
        <dsp:cNvSpPr/>
      </dsp:nvSpPr>
      <dsp:spPr>
        <a:xfrm>
          <a:off x="0" y="2319"/>
          <a:ext cx="6245265" cy="117572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DDAC1C-288D-4F0E-A4E1-494A9DA56F77}">
      <dsp:nvSpPr>
        <dsp:cNvPr id="0" name=""/>
        <dsp:cNvSpPr/>
      </dsp:nvSpPr>
      <dsp:spPr>
        <a:xfrm>
          <a:off x="355657" y="266858"/>
          <a:ext cx="646650" cy="6466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7CC889-47D2-447C-AE1C-65428BEE99D6}">
      <dsp:nvSpPr>
        <dsp:cNvPr id="0" name=""/>
        <dsp:cNvSpPr/>
      </dsp:nvSpPr>
      <dsp:spPr>
        <a:xfrm>
          <a:off x="1357965" y="231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b="1" kern="1200" dirty="0"/>
            <a:t>Read:</a:t>
          </a:r>
          <a:r>
            <a:rPr lang="en-US" sz="2200" kern="1200" dirty="0"/>
            <a:t> "The Illustrated Transformer" (</a:t>
          </a:r>
          <a:r>
            <a:rPr lang="en-US" sz="2200" kern="1200" dirty="0">
              <a:solidFill>
                <a:schemeClr val="tx2">
                  <a:lumMod val="25000"/>
                  <a:lumOff val="75000"/>
                </a:schemeClr>
              </a:solidFill>
              <a:hlinkClick xmlns:r="http://schemas.openxmlformats.org/officeDocument/2006/relationships" r:id="rId3">
                <a:extLst>
                  <a:ext uri="{A12FA001-AC4F-418D-AE19-62706E023703}">
                    <ahyp:hlinkClr xmlns:ahyp="http://schemas.microsoft.com/office/drawing/2018/hyperlinkcolor" val="tx"/>
                  </a:ext>
                </a:extLst>
              </a:hlinkClick>
            </a:rPr>
            <a:t>Blog post link</a:t>
          </a:r>
          <a:r>
            <a:rPr lang="en-US" sz="2200" kern="1200" dirty="0"/>
            <a:t>)</a:t>
          </a:r>
        </a:p>
      </dsp:txBody>
      <dsp:txXfrm>
        <a:off x="1357965" y="2319"/>
        <a:ext cx="4887299" cy="1175727"/>
      </dsp:txXfrm>
    </dsp:sp>
    <dsp:sp modelId="{09F0778A-1BE0-477F-8877-BB446CAAB065}">
      <dsp:nvSpPr>
        <dsp:cNvPr id="0" name=""/>
        <dsp:cNvSpPr/>
      </dsp:nvSpPr>
      <dsp:spPr>
        <a:xfrm>
          <a:off x="0" y="1471979"/>
          <a:ext cx="6245265" cy="117572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E8FAFB-FE67-45C7-925B-60F741308591}">
      <dsp:nvSpPr>
        <dsp:cNvPr id="0" name=""/>
        <dsp:cNvSpPr/>
      </dsp:nvSpPr>
      <dsp:spPr>
        <a:xfrm>
          <a:off x="355657" y="1736518"/>
          <a:ext cx="646650" cy="646650"/>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51A4E6-D960-46E6-A483-3679498AA4CD}">
      <dsp:nvSpPr>
        <dsp:cNvPr id="0" name=""/>
        <dsp:cNvSpPr/>
      </dsp:nvSpPr>
      <dsp:spPr>
        <a:xfrm>
          <a:off x="1357965" y="147197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b="1" kern="1200" dirty="0"/>
            <a:t>Watch</a:t>
          </a:r>
          <a:r>
            <a:rPr lang="en-US" sz="2200" kern="1200" dirty="0"/>
            <a:t>: </a:t>
          </a:r>
          <a:r>
            <a:rPr lang="en-US" sz="2200" kern="1200" dirty="0">
              <a:solidFill>
                <a:schemeClr val="tx2">
                  <a:lumMod val="25000"/>
                  <a:lumOff val="75000"/>
                </a:schemeClr>
              </a:solidFill>
              <a:hlinkClick xmlns:r="http://schemas.openxmlformats.org/officeDocument/2006/relationships" r:id="rId6">
                <a:extLst>
                  <a:ext uri="{A12FA001-AC4F-418D-AE19-62706E023703}">
                    <ahyp:hlinkClr xmlns:ahyp="http://schemas.microsoft.com/office/drawing/2018/hyperlinkcolor" val="tx"/>
                  </a:ext>
                </a:extLst>
              </a:hlinkClick>
            </a:rPr>
            <a:t>Transformer Explained with Historical reference </a:t>
          </a:r>
          <a:r>
            <a:rPr lang="en-US" sz="2200" kern="1200" dirty="0"/>
            <a:t>(2025)</a:t>
          </a:r>
        </a:p>
      </dsp:txBody>
      <dsp:txXfrm>
        <a:off x="1357965" y="1471979"/>
        <a:ext cx="4887299" cy="1175727"/>
      </dsp:txXfrm>
    </dsp:sp>
    <dsp:sp modelId="{EFAD03CC-A278-41A9-BCF9-308C4BE49F4F}">
      <dsp:nvSpPr>
        <dsp:cNvPr id="0" name=""/>
        <dsp:cNvSpPr/>
      </dsp:nvSpPr>
      <dsp:spPr>
        <a:xfrm>
          <a:off x="0" y="2941639"/>
          <a:ext cx="6245265" cy="117572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439065-5FB5-454C-B23D-C122935E0A2A}">
      <dsp:nvSpPr>
        <dsp:cNvPr id="0" name=""/>
        <dsp:cNvSpPr/>
      </dsp:nvSpPr>
      <dsp:spPr>
        <a:xfrm>
          <a:off x="355657" y="3206178"/>
          <a:ext cx="646650" cy="6466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9A8F3C-32D9-4A81-A264-E620D5A09502}">
      <dsp:nvSpPr>
        <dsp:cNvPr id="0" name=""/>
        <dsp:cNvSpPr/>
      </dsp:nvSpPr>
      <dsp:spPr>
        <a:xfrm>
          <a:off x="1357965" y="294163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b="1" kern="1200"/>
            <a:t>Topic:</a:t>
          </a:r>
          <a:r>
            <a:rPr lang="en-US" sz="2200" kern="1200"/>
            <a:t> We dive into </a:t>
          </a:r>
          <a:r>
            <a:rPr lang="en-US" sz="2200" b="1" kern="1200"/>
            <a:t>Text Preprocessing</a:t>
          </a:r>
          <a:r>
            <a:rPr lang="en-US" sz="2200" kern="1200"/>
            <a:t> – Cleaning the data before the AI sees it.</a:t>
          </a:r>
        </a:p>
      </dsp:txBody>
      <dsp:txXfrm>
        <a:off x="1357965" y="2941639"/>
        <a:ext cx="4887299" cy="1175727"/>
      </dsp:txXfrm>
    </dsp:sp>
    <dsp:sp modelId="{492A4438-681E-4A56-9AF2-8EB01C17EC3C}">
      <dsp:nvSpPr>
        <dsp:cNvPr id="0" name=""/>
        <dsp:cNvSpPr/>
      </dsp:nvSpPr>
      <dsp:spPr>
        <a:xfrm>
          <a:off x="0" y="4411299"/>
          <a:ext cx="6245265" cy="117572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EDD63D-9915-4277-BA25-70F5C8B01A34}">
      <dsp:nvSpPr>
        <dsp:cNvPr id="0" name=""/>
        <dsp:cNvSpPr/>
      </dsp:nvSpPr>
      <dsp:spPr>
        <a:xfrm>
          <a:off x="355657" y="4675838"/>
          <a:ext cx="646650" cy="64665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C4796D-AAD5-4598-87A2-67E35CEB867A}">
      <dsp:nvSpPr>
        <dsp:cNvPr id="0" name=""/>
        <dsp:cNvSpPr/>
      </dsp:nvSpPr>
      <dsp:spPr>
        <a:xfrm>
          <a:off x="1357965" y="441129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b="1" kern="1200"/>
            <a:t>Q&amp;A</a:t>
          </a:r>
          <a:endParaRPr lang="en-US" sz="2200" kern="1200"/>
        </a:p>
      </dsp:txBody>
      <dsp:txXfrm>
        <a:off x="1357965" y="4411299"/>
        <a:ext cx="4887299" cy="1175727"/>
      </dsp:txXfrm>
    </dsp:sp>
  </dsp:spTree>
</dsp:drawing>
</file>

<file path=ppt/diagrams/layout1.xml><?xml version="1.0" encoding="utf-8"?>
<dgm:layoutDef xmlns:dgm="http://schemas.openxmlformats.org/drawingml/2006/diagram" xmlns:a="http://schemas.openxmlformats.org/drawingml/2006/main" uniqueId="urn:microsoft.com/office/officeart/2017/3/layout/HorizontalLabelsTimeline">
  <dgm:title val="Horizontal Labels Timeline"/>
  <dgm:desc val="Use to show a list of events in chronological order. The rectangular shape contains the description while the date is shown immediately below. It can display a large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1">
      <dgm:alg type="sp"/>
      <dgm:shape xmlns:r="http://schemas.openxmlformats.org/officeDocument/2006/relationships" type="line" r:blip="" zOrderOff="-1">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h" for="ch" forName="L1TextContainer" refType="h" fact="0.12"/>
                <dgm:constr type="t" for="ch" forName="L1TextContainer" refType="h" fact="0.31"/>
                <dgm:constr type="w" for="ch" forName="L2TextContainerWrapper" refType="w" fact="0.88"/>
                <dgm:constr type="l" for="ch" forName="L2TextContainerWrapper" refType="w" fact="0.06"/>
                <dgm:constr type="h" for="ch" forName="L2TextContainerWrapper" refType="h" fact="0.31"/>
                <dgm:constr type="b" for="ch" forName="L2TextContainerWrapper" refType="h" fact="0.31"/>
                <dgm:constr type="w" for="ch" forName="ConnectLine"/>
                <dgm:constr type="ctrX" for="ch" forName="ConnectLine" refType="w" fact="0.5"/>
                <dgm:constr type="h" for="ch" forName="ConnectLine" refType="h" fact="0.07"/>
                <dgm:constr type="t" for="ch" forName="ConnectLine" refType="h" fact="0.43"/>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
              <dgm:constrLst>
                <dgm:constr type="w" for="ch" forName="L1TextContainer" refType="w" fact="0.88"/>
                <dgm:constr type="l" for="ch" forName="L1TextContainer" refType="w" fact="0.06"/>
                <dgm:constr type="h" for="ch" forName="L1TextContainer" refType="h" fact="0.12"/>
                <dgm:constr type="t" for="ch" forName="L1TextContainer" refType="h" fact="0.57"/>
                <dgm:constr type="w" for="ch" forName="L2TextContainerWrapper" refType="w" fact="0.88"/>
                <dgm:constr type="l" for="ch" forName="L2TextContainerWrapper" refType="w" fact="0.06"/>
                <dgm:constr type="h" for="ch" forName="L2TextContainerWrapper" refType="h" fact="0.31"/>
                <dgm:constr type="t" for="ch" forName="L2TextContainerWrapper" refType="h" fact="0.69"/>
                <dgm:constr type="w" for="ch" forName="ConnectLine"/>
                <dgm:constr type="ctrX" for="ch" forName="ConnectLine" refType="w" fact="0.5"/>
                <dgm:constr type="h" for="ch" forName="ConnectLine" refType="h" fact="0.07"/>
                <dgm:constr type="t" for="ch" forName="ConnectLine" refType="h" fact="0.5"/>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
              </dgm:constrLst>
            </dgm:else>
          </dgm:choose>
          <dgm:layoutNode name="L1TextContainer" styleLbl="alignNode1">
            <dgm:varLst>
              <dgm:chMax val="1"/>
              <dgm:chPref val="1"/>
              <dgm:bulletEnabled val="1"/>
            </dgm:varLst>
            <dgm:alg type="tx">
              <dgm:param type="txAnchorVert" val="mid"/>
              <dgm:param type="parTxLTRAlign" val="ctr"/>
              <dgm:param type="parTxRTLAlign" val="ctr"/>
            </dgm:alg>
            <dgm:shape xmlns:r="http://schemas.openxmlformats.org/officeDocument/2006/relationships" type="rect" r:blip="">
              <dgm:adjLst/>
            </dgm:shape>
            <dgm:presOf axis="self"/>
            <dgm:constrLst>
              <dgm:constr type="tMarg" refType="primFontSz" fact="0.4"/>
              <dgm:constr type="bMarg" refType="primFontSz" fact="0.4"/>
              <dgm:constr type="lMarg" refType="primFontSz" fact="0.4"/>
              <dgm:constr type="rMarg" refType="primFontSz" fact="0.4"/>
            </dgm:constrLst>
            <dgm:ruleLst>
              <dgm:rule type="primFontSz" val="14" fact="NaN" max="NaN"/>
            </dgm:ruleLst>
          </dgm:layoutNode>
          <dgm:layoutNode name="L2TextContainerWrapper">
            <dgm:varLst>
              <dgm:bulletEnabled val="1"/>
            </dgm:varLst>
            <dgm:alg type="composite"/>
            <dgm:choose name="L2TextContainerConstr">
              <dgm:if name="CaseForPlacingL2TextContaineAboveDivider" axis="self" ptType="node" func="posOdd" op="equ" val="1">
                <dgm:constrLst>
                  <dgm:constr type="h" for="ch" forName="L2TextContainer" refType="h" fact="0.39"/>
                  <dgm:constr type="b" for="ch" forName="L2TextContainer" refType="h"/>
                  <dgm:constr type="h" for="ch" forName="FlexibleEmptyPlaceHolder" refType="h" fact="0.61"/>
                </dgm:constrLst>
              </dgm:if>
              <dgm:else name="CaseForPlacingL2TextContaineBelowDivider">
                <dgm:constrLst>
                  <dgm:constr type="h" for="ch" forName="L2TextContainer" refType="h" fact="0.39"/>
                  <dgm:constr type="h" for="ch" forName="FlexibleEmptyPlaceHolder" refType="h" fact="0.61"/>
                  <dgm:constr type="b" for="ch" forName="FlexibleEmptyPlaceHolder" refType="h"/>
                </dgm:constrLst>
              </dgm:else>
            </dgm:choose>
            <dgm:layoutNode name="L2TextContainer" styleLbl="bgAccFollowNode1" moveWith="L1TextContainer">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tMarg" refType="primFontSz" fact="0.75"/>
                <dgm:constr type="bMarg" refType="primFontSz" fact="0.75"/>
                <dgm:constr type="lMarg" refType="primFontSz" fact="0.75"/>
                <dgm:constr type="rMarg" refType="primFontSz" fact="0.75"/>
              </dgm:constrLst>
              <dgm:ruleLst>
                <dgm:rule type="h" val="INF" fact="NaN" max="NaN"/>
                <dgm:rule type="primFontSz" val="12" fact="NaN" max="NaN"/>
                <dgm:rule type="secFontSz" val="10"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1TextContainer">
            <dgm:alg type="sp"/>
            <dgm:shape xmlns:r="http://schemas.openxmlformats.org/officeDocument/2006/relationships" type="line" r:blip="">
              <dgm:adjLst/>
            </dgm:shape>
            <dgm:presOf/>
            <dgm:constrLst/>
          </dgm:layoutNode>
          <dgm:layoutNode name="ConnectorPoint" styleLbl="node1" moveWith="L1TextContainer">
            <dgm:alg type="sp"/>
            <dgm:shape xmlns:r="http://schemas.openxmlformats.org/officeDocument/2006/relationships" rot="45" type="rect" r:blip="" zOrderOff="10">
              <dgm:adjLst/>
              <dgm:extLst>
                <a:ext uri="{B698B0E9-8C71-41B9-8309-B3DCBF30829C}">
                  <dgm1612:spPr xmlns:dgm1612="http://schemas.microsoft.com/office/drawing/2016/12/diagram">
                    <a:ln w="6350"/>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0D73A2-1639-4E9A-9174-7772BBB22EB0}" type="datetimeFigureOut">
              <a:rPr lang="en-US" smtClean="0"/>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9D602B-FAE2-48ED-BDA3-487C5B4BBDE1}" type="slidenum">
              <a:rPr lang="en-US" smtClean="0"/>
              <a:t>‹#›</a:t>
            </a:fld>
            <a:endParaRPr lang="en-US"/>
          </a:p>
        </p:txBody>
      </p:sp>
    </p:spTree>
    <p:extLst>
      <p:ext uri="{BB962C8B-B14F-4D97-AF65-F5344CB8AC3E}">
        <p14:creationId xmlns:p14="http://schemas.microsoft.com/office/powerpoint/2010/main" val="3648006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8" Type="http://schemas.openxmlformats.org/officeDocument/2006/relationships/hyperlink" Target="https://www.google.com/search?sca_esv=1939b7fac6b66ed5&amp;q=Composable+Transformations&amp;sa=X&amp;ved=2ahUKEwjjn5jClJWRAxU8m2oFHe5LLJgQxccNegUIlQEQAw&amp;mstk=AUtExfA8GC8QnyXRZaky1Gi2BcmUWi8JZSdRtkpi1mPPbFPs_OtRGbd5UnvQu0TR7-BvAuKVFGsmSPCHiLSF73kYCjVMoX2dmiDwstpmGP4-FPNcktHiIEDt31GW0YEEblNYzxWGTX-CCRrCmSl_bxPXn77Z21gPtuDHv3VyA9AT-GqPvAY_xApV_aoPsmvwMfEVDjryF3IRt2AxV7m-4qA1iG-kqSq6fK0HtY86gQXPCti_og&amp;csui=3" TargetMode="External"/><Relationship Id="rId3" Type="http://schemas.openxmlformats.org/officeDocument/2006/relationships/hyperlink" Target="https://www.google.com/search?sca_esv=1939b7fac6b66ed5&amp;q=NumPy-like+Interface&amp;sa=X&amp;ved=2ahUKEwjjn5jClJWRAxU8m2oFHe5LLJgQxccNegQIQhAD&amp;mstk=AUtExfA8GC8QnyXRZaky1Gi2BcmUWi8JZSdRtkpi1mPPbFPs_OtRGbd5UnvQu0TR7-BvAuKVFGsmSPCHiLSF73kYCjVMoX2dmiDwstpmGP4-FPNcktHiIEDt31GW0YEEblNYzxWGTX-CCRrCmSl_bxPXn77Z21gPtuDHv3VyA9AT-GqPvAY_xApV_aoPsmvwMfEVDjryF3IRt2AxV7m-4qA1iG-kqSq6fK0HtY86gQXPCti_og&amp;csui=3" TargetMode="External"/><Relationship Id="rId7" Type="http://schemas.openxmlformats.org/officeDocument/2006/relationships/hyperlink" Target="https://www.google.com/search?sca_esv=1939b7fac6b66ed5&amp;q=Parallelization+%28Pmap%29&amp;sa=X&amp;ved=2ahUKEwjjn5jClJWRAxU8m2oFHe5LLJgQxccNegUIjAEQAw&amp;mstk=AUtExfA8GC8QnyXRZaky1Gi2BcmUWi8JZSdRtkpi1mPPbFPs_OtRGbd5UnvQu0TR7-BvAuKVFGsmSPCHiLSF73kYCjVMoX2dmiDwstpmGP4-FPNcktHiIEDt31GW0YEEblNYzxWGTX-CCRrCmSl_bxPXn77Z21gPtuDHv3VyA9AT-GqPvAY_xApV_aoPsmvwMfEVDjryF3IRt2AxV7m-4qA1iG-kqSq6fK0HtY86gQXPCti_og&amp;csui=3" TargetMode="External"/><Relationship Id="rId2" Type="http://schemas.openxmlformats.org/officeDocument/2006/relationships/slide" Target="../slides/slide26.xml"/><Relationship Id="rId1" Type="http://schemas.openxmlformats.org/officeDocument/2006/relationships/notesMaster" Target="../notesMasters/notesMaster1.xml"/><Relationship Id="rId6" Type="http://schemas.openxmlformats.org/officeDocument/2006/relationships/hyperlink" Target="https://www.google.com/search?sca_esv=1939b7fac6b66ed5&amp;q=Automatic+Vectorization+%28Vmap%29&amp;sa=X&amp;ved=2ahUKEwjjn5jClJWRAxU8m2oFHe5LLJgQxccNegUIkAEQAw&amp;mstk=AUtExfA8GC8QnyXRZaky1Gi2BcmUWi8JZSdRtkpi1mPPbFPs_OtRGbd5UnvQu0TR7-BvAuKVFGsmSPCHiLSF73kYCjVMoX2dmiDwstpmGP4-FPNcktHiIEDt31GW0YEEblNYzxWGTX-CCRrCmSl_bxPXn77Z21gPtuDHv3VyA9AT-GqPvAY_xApV_aoPsmvwMfEVDjryF3IRt2AxV7m-4qA1iG-kqSq6fK0HtY86gQXPCti_og&amp;csui=3" TargetMode="External"/><Relationship Id="rId5" Type="http://schemas.openxmlformats.org/officeDocument/2006/relationships/hyperlink" Target="https://www.google.com/search?sca_esv=1939b7fac6b66ed5&amp;q=Just-In-Time+%28JIT%29+Compilation&amp;sa=X&amp;ved=2ahUKEwjjn5jClJWRAxU8m2oFHe5LLJgQxccNegUIkgEQAw&amp;mstk=AUtExfA8GC8QnyXRZaky1Gi2BcmUWi8JZSdRtkpi1mPPbFPs_OtRGbd5UnvQu0TR7-BvAuKVFGsmSPCHiLSF73kYCjVMoX2dmiDwstpmGP4-FPNcktHiIEDt31GW0YEEblNYzxWGTX-CCRrCmSl_bxPXn77Z21gPtuDHv3VyA9AT-GqPvAY_xApV_aoPsmvwMfEVDjryF3IRt2AxV7m-4qA1iG-kqSq6fK0HtY86gQXPCti_og&amp;csui=3" TargetMode="External"/><Relationship Id="rId10" Type="http://schemas.openxmlformats.org/officeDocument/2006/relationships/hyperlink" Target="https://www.google.com/search?sca_esv=1939b7fac6b66ed5&amp;q=Ecosystem+of+Tools&amp;sa=X&amp;ved=2ahUKEwjjn5jClJWRAxU8m2oFHe5LLJgQxccNegUIhQEQAw&amp;mstk=AUtExfA8GC8QnyXRZaky1Gi2BcmUWi8JZSdRtkpi1mPPbFPs_OtRGbd5UnvQu0TR7-BvAuKVFGsmSPCHiLSF73kYCjVMoX2dmiDwstpmGP4-FPNcktHiIEDt31GW0YEEblNYzxWGTX-CCRrCmSl_bxPXn77Z21gPtuDHv3VyA9AT-GqPvAY_xApV_aoPsmvwMfEVDjryF3IRt2AxV7m-4qA1iG-kqSq6fK0HtY86gQXPCti_og&amp;csui=3" TargetMode="External"/><Relationship Id="rId4" Type="http://schemas.openxmlformats.org/officeDocument/2006/relationships/hyperlink" Target="https://www.google.com/search?sca_esv=1939b7fac6b66ed5&amp;q=Automatic+Differentiation+%28Autodiff%29&amp;sa=X&amp;ved=2ahUKEwjjn5jClJWRAxU8m2oFHe5LLJgQxccNegQIRBAD&amp;mstk=AUtExfA8GC8QnyXRZaky1Gi2BcmUWi8JZSdRtkpi1mPPbFPs_OtRGbd5UnvQu0TR7-BvAuKVFGsmSPCHiLSF73kYCjVMoX2dmiDwstpmGP4-FPNcktHiIEDt31GW0YEEblNYzxWGTX-CCRrCmSl_bxPXn77Z21gPtuDHv3VyA9AT-GqPvAY_xApV_aoPsmvwMfEVDjryF3IRt2AxV7m-4qA1iG-kqSq6fK0HtY86gQXPCti_og&amp;csui=3" TargetMode="External"/><Relationship Id="rId9" Type="http://schemas.openxmlformats.org/officeDocument/2006/relationships/hyperlink" Target="https://www.google.com/search?sca_esv=1939b7fac6b66ed5&amp;q=Focus+on+Functional+Programming&amp;sa=X&amp;ved=2ahUKEwjjn5jClJWRAxU8m2oFHe5LLJgQxccNegUIhgEQAw&amp;mstk=AUtExfA8GC8QnyXRZaky1Gi2BcmUWi8JZSdRtkpi1mPPbFPs_OtRGbd5UnvQu0TR7-BvAuKVFGsmSPCHiLSF73kYCjVMoX2dmiDwstpmGP4-FPNcktHiIEDt31GW0YEEblNYzxWGTX-CCRrCmSl_bxPXn77Z21gPtuDHv3VyA9AT-GqPvAY_xApV_aoPsmvwMfEVDjryF3IRt2AxV7m-4qA1iG-kqSq6fK0HtY86gQXPCti_og&amp;csui=3"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also look into NLU (Natural Language Understanding) and NLG (Natural Language Generation)</a:t>
            </a:r>
          </a:p>
        </p:txBody>
      </p:sp>
      <p:sp>
        <p:nvSpPr>
          <p:cNvPr id="4" name="Slide Number Placeholder 3"/>
          <p:cNvSpPr>
            <a:spLocks noGrp="1"/>
          </p:cNvSpPr>
          <p:nvPr>
            <p:ph type="sldNum" sz="quarter" idx="5"/>
          </p:nvPr>
        </p:nvSpPr>
        <p:spPr/>
        <p:txBody>
          <a:bodyPr/>
          <a:lstStyle/>
          <a:p>
            <a:fld id="{A99D602B-FAE2-48ED-BDA3-487C5B4BBDE1}" type="slidenum">
              <a:rPr lang="en-US" smtClean="0"/>
              <a:t>1</a:t>
            </a:fld>
            <a:endParaRPr lang="en-US"/>
          </a:p>
        </p:txBody>
      </p:sp>
    </p:spTree>
    <p:extLst>
      <p:ext uri="{BB962C8B-B14F-4D97-AF65-F5344CB8AC3E}">
        <p14:creationId xmlns:p14="http://schemas.microsoft.com/office/powerpoint/2010/main" val="4232153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Openai</a:t>
            </a:r>
            <a:r>
              <a:rPr lang="en-US" dirty="0"/>
              <a:t>, codex-max, </a:t>
            </a:r>
            <a:r>
              <a:rPr lang="en-US" dirty="0" err="1"/>
              <a:t>claude</a:t>
            </a:r>
            <a:r>
              <a:rPr lang="en-US" dirty="0"/>
              <a:t> code, Microsoft VS Code with Auto, Gemini 3, Qwen-coder, your choice. </a:t>
            </a:r>
            <a:r>
              <a:rPr lang="en-US" dirty="0" err="1"/>
              <a:t>Replit</a:t>
            </a:r>
            <a:r>
              <a:rPr lang="en-US" dirty="0"/>
              <a:t>, </a:t>
            </a:r>
            <a:r>
              <a:rPr lang="en-US" dirty="0" err="1"/>
              <a:t>Github</a:t>
            </a:r>
            <a:r>
              <a:rPr lang="en-US" dirty="0"/>
              <a:t> Spark, Gemini Apps, </a:t>
            </a:r>
            <a:r>
              <a:rPr lang="en-US" dirty="0" err="1"/>
              <a:t>Openai</a:t>
            </a:r>
            <a:r>
              <a:rPr lang="en-US" dirty="0"/>
              <a:t> Canvas!</a:t>
            </a:r>
          </a:p>
        </p:txBody>
      </p:sp>
      <p:sp>
        <p:nvSpPr>
          <p:cNvPr id="4" name="Slide Number Placeholder 3"/>
          <p:cNvSpPr>
            <a:spLocks noGrp="1"/>
          </p:cNvSpPr>
          <p:nvPr>
            <p:ph type="sldNum" sz="quarter" idx="5"/>
          </p:nvPr>
        </p:nvSpPr>
        <p:spPr/>
        <p:txBody>
          <a:bodyPr/>
          <a:lstStyle/>
          <a:p>
            <a:fld id="{A99D602B-FAE2-48ED-BDA3-487C5B4BBDE1}" type="slidenum">
              <a:rPr lang="en-US" smtClean="0"/>
              <a:t>3</a:t>
            </a:fld>
            <a:endParaRPr lang="en-US"/>
          </a:p>
        </p:txBody>
      </p:sp>
    </p:spTree>
    <p:extLst>
      <p:ext uri="{BB962C8B-B14F-4D97-AF65-F5344CB8AC3E}">
        <p14:creationId xmlns:p14="http://schemas.microsoft.com/office/powerpoint/2010/main" val="3481873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9D602B-FAE2-48ED-BDA3-487C5B4BBDE1}" type="slidenum">
              <a:rPr lang="en-US" smtClean="0"/>
              <a:t>5</a:t>
            </a:fld>
            <a:endParaRPr lang="en-US"/>
          </a:p>
        </p:txBody>
      </p:sp>
    </p:spTree>
    <p:extLst>
      <p:ext uri="{BB962C8B-B14F-4D97-AF65-F5344CB8AC3E}">
        <p14:creationId xmlns:p14="http://schemas.microsoft.com/office/powerpoint/2010/main" val="3960604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Robotics Context:</a:t>
            </a:r>
            <a:r>
              <a:rPr lang="en-US" sz="1200" b="0" i="0" kern="1200" dirty="0">
                <a:solidFill>
                  <a:schemeClr val="tx1"/>
                </a:solidFill>
                <a:effectLst/>
                <a:latin typeface="+mn-lt"/>
                <a:ea typeface="+mn-ea"/>
                <a:cs typeface="+mn-cs"/>
              </a:rPr>
              <a:t> Constantly tie the concepts back to robotics. When discussing "Ambiguity", ask: "If a robot hears 'Pick up the bat', does it look for a baseball bat or a flying mammal?"</a:t>
            </a:r>
          </a:p>
          <a:p>
            <a:r>
              <a:rPr lang="en-US" dirty="0"/>
              <a:t>Gemini ER model (embodied reasoning)</a:t>
            </a:r>
          </a:p>
        </p:txBody>
      </p:sp>
      <p:sp>
        <p:nvSpPr>
          <p:cNvPr id="4" name="Slide Number Placeholder 3"/>
          <p:cNvSpPr>
            <a:spLocks noGrp="1"/>
          </p:cNvSpPr>
          <p:nvPr>
            <p:ph type="sldNum" sz="quarter" idx="5"/>
          </p:nvPr>
        </p:nvSpPr>
        <p:spPr/>
        <p:txBody>
          <a:bodyPr/>
          <a:lstStyle/>
          <a:p>
            <a:fld id="{A99D602B-FAE2-48ED-BDA3-487C5B4BBDE1}" type="slidenum">
              <a:rPr lang="en-US" smtClean="0"/>
              <a:t>6</a:t>
            </a:fld>
            <a:endParaRPr lang="en-US"/>
          </a:p>
        </p:txBody>
      </p:sp>
    </p:spTree>
    <p:extLst>
      <p:ext uri="{BB962C8B-B14F-4D97-AF65-F5344CB8AC3E}">
        <p14:creationId xmlns:p14="http://schemas.microsoft.com/office/powerpoint/2010/main" val="41217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Human-Robot Interaction (HRI).</a:t>
            </a:r>
            <a:r>
              <a:rPr lang="en-US" dirty="0"/>
              <a:t> This image shows a person giving the voice command "Robot, go to the kitchen and fetch the red mug" to a smart speaker. The robot in the other panel has understood the command, navigated to the kitchen, and is in the process of picking up the correct red mug, demonstrating the "Voice to Action" capability.</a:t>
            </a:r>
          </a:p>
        </p:txBody>
      </p:sp>
      <p:sp>
        <p:nvSpPr>
          <p:cNvPr id="4" name="Slide Number Placeholder 3"/>
          <p:cNvSpPr>
            <a:spLocks noGrp="1"/>
          </p:cNvSpPr>
          <p:nvPr>
            <p:ph type="sldNum" sz="quarter" idx="5"/>
          </p:nvPr>
        </p:nvSpPr>
        <p:spPr/>
        <p:txBody>
          <a:bodyPr/>
          <a:lstStyle/>
          <a:p>
            <a:fld id="{A99D602B-FAE2-48ED-BDA3-487C5B4BBDE1}" type="slidenum">
              <a:rPr lang="en-US" smtClean="0"/>
              <a:t>7</a:t>
            </a:fld>
            <a:endParaRPr lang="en-US"/>
          </a:p>
        </p:txBody>
      </p:sp>
    </p:spTree>
    <p:extLst>
      <p:ext uri="{BB962C8B-B14F-4D97-AF65-F5344CB8AC3E}">
        <p14:creationId xmlns:p14="http://schemas.microsoft.com/office/powerpoint/2010/main" val="2046599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4155D-444D-D8E6-4343-E1947D7E4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6539C9-29D6-635F-F239-BF0DCCD89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4388FB-1CD1-BC14-9C1D-5F0465C93A35}"/>
              </a:ext>
            </a:extLst>
          </p:cNvPr>
          <p:cNvSpPr>
            <a:spLocks noGrp="1"/>
          </p:cNvSpPr>
          <p:nvPr>
            <p:ph type="body" idx="1"/>
          </p:nvPr>
        </p:nvSpPr>
        <p:spPr/>
        <p:txBody>
          <a:bodyPr/>
          <a:lstStyle/>
          <a:p>
            <a:r>
              <a:rPr lang="en-US" b="1" dirty="0"/>
              <a:t>Knowledge Retrieval.</a:t>
            </a:r>
            <a:r>
              <a:rPr lang="en-US" dirty="0"/>
              <a:t> A robot in a workshop is shown consulting a digital technical manual on a monitor while simultaneously working on a piece of industrial machinery. The robot is actively using the knowledge retrieved from the manual to guide its actions.</a:t>
            </a:r>
          </a:p>
        </p:txBody>
      </p:sp>
      <p:sp>
        <p:nvSpPr>
          <p:cNvPr id="4" name="Slide Number Placeholder 3">
            <a:extLst>
              <a:ext uri="{FF2B5EF4-FFF2-40B4-BE49-F238E27FC236}">
                <a16:creationId xmlns:a16="http://schemas.microsoft.com/office/drawing/2014/main" id="{F4C90E76-4D3D-92F9-E04B-739305604A95}"/>
              </a:ext>
            </a:extLst>
          </p:cNvPr>
          <p:cNvSpPr>
            <a:spLocks noGrp="1"/>
          </p:cNvSpPr>
          <p:nvPr>
            <p:ph type="sldNum" sz="quarter" idx="5"/>
          </p:nvPr>
        </p:nvSpPr>
        <p:spPr/>
        <p:txBody>
          <a:bodyPr/>
          <a:lstStyle/>
          <a:p>
            <a:fld id="{A99D602B-FAE2-48ED-BDA3-487C5B4BBDE1}" type="slidenum">
              <a:rPr lang="en-US" smtClean="0"/>
              <a:t>8</a:t>
            </a:fld>
            <a:endParaRPr lang="en-US"/>
          </a:p>
        </p:txBody>
      </p:sp>
    </p:spTree>
    <p:extLst>
      <p:ext uri="{BB962C8B-B14F-4D97-AF65-F5344CB8AC3E}">
        <p14:creationId xmlns:p14="http://schemas.microsoft.com/office/powerpoint/2010/main" val="3158341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C4E07-79F5-A7B9-567E-74A6252A0C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AB0F3-A4A1-8C42-238B-62EECDA3D9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D6D5CF-D762-E8E4-68BE-B031B8C40979}"/>
              </a:ext>
            </a:extLst>
          </p:cNvPr>
          <p:cNvSpPr>
            <a:spLocks noGrp="1"/>
          </p:cNvSpPr>
          <p:nvPr>
            <p:ph type="body" idx="1"/>
          </p:nvPr>
        </p:nvSpPr>
        <p:spPr/>
        <p:txBody>
          <a:bodyPr/>
          <a:lstStyle/>
          <a:p>
            <a:r>
              <a:rPr lang="en-US" b="1" dirty="0"/>
              <a:t>Multimodality.</a:t>
            </a:r>
            <a:r>
              <a:rPr lang="en-US" dirty="0"/>
              <a:t> This conceptual diagram illustrates the robot's ability to "see" with a camera and "hear" with a microphone. These sensory inputs are processed by the central "NLP Bridge," which then directs the robot to "speak" via a speaker and perform physical "actions."</a:t>
            </a:r>
          </a:p>
        </p:txBody>
      </p:sp>
      <p:sp>
        <p:nvSpPr>
          <p:cNvPr id="4" name="Slide Number Placeholder 3">
            <a:extLst>
              <a:ext uri="{FF2B5EF4-FFF2-40B4-BE49-F238E27FC236}">
                <a16:creationId xmlns:a16="http://schemas.microsoft.com/office/drawing/2014/main" id="{8DD40FA5-3EE4-7C38-20F4-4D827711598A}"/>
              </a:ext>
            </a:extLst>
          </p:cNvPr>
          <p:cNvSpPr>
            <a:spLocks noGrp="1"/>
          </p:cNvSpPr>
          <p:nvPr>
            <p:ph type="sldNum" sz="quarter" idx="5"/>
          </p:nvPr>
        </p:nvSpPr>
        <p:spPr/>
        <p:txBody>
          <a:bodyPr/>
          <a:lstStyle/>
          <a:p>
            <a:fld id="{A99D602B-FAE2-48ED-BDA3-487C5B4BBDE1}" type="slidenum">
              <a:rPr lang="en-US" smtClean="0"/>
              <a:t>9</a:t>
            </a:fld>
            <a:endParaRPr lang="en-US"/>
          </a:p>
        </p:txBody>
      </p:sp>
    </p:spTree>
    <p:extLst>
      <p:ext uri="{BB962C8B-B14F-4D97-AF65-F5344CB8AC3E}">
        <p14:creationId xmlns:p14="http://schemas.microsoft.com/office/powerpoint/2010/main" val="2858078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9D602B-FAE2-48ED-BDA3-487C5B4BBDE1}" type="slidenum">
              <a:rPr lang="en-US" smtClean="0"/>
              <a:t>11</a:t>
            </a:fld>
            <a:endParaRPr lang="en-US"/>
          </a:p>
        </p:txBody>
      </p:sp>
    </p:spTree>
    <p:extLst>
      <p:ext uri="{BB962C8B-B14F-4D97-AF65-F5344CB8AC3E}">
        <p14:creationId xmlns:p14="http://schemas.microsoft.com/office/powerpoint/2010/main" val="4100124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live in a world where we are driven by language more than anything else in communication between humans. Any system we created are mostly established with the language constructs as the base (English). </a:t>
            </a:r>
          </a:p>
        </p:txBody>
      </p:sp>
      <p:sp>
        <p:nvSpPr>
          <p:cNvPr id="4" name="Slide Number Placeholder 3"/>
          <p:cNvSpPr>
            <a:spLocks noGrp="1"/>
          </p:cNvSpPr>
          <p:nvPr>
            <p:ph type="sldNum" sz="quarter" idx="5"/>
          </p:nvPr>
        </p:nvSpPr>
        <p:spPr/>
        <p:txBody>
          <a:bodyPr/>
          <a:lstStyle/>
          <a:p>
            <a:fld id="{A99D602B-FAE2-48ED-BDA3-487C5B4BBDE1}" type="slidenum">
              <a:rPr lang="en-US" smtClean="0"/>
              <a:t>12</a:t>
            </a:fld>
            <a:endParaRPr lang="en-US"/>
          </a:p>
        </p:txBody>
      </p:sp>
    </p:spTree>
    <p:extLst>
      <p:ext uri="{BB962C8B-B14F-4D97-AF65-F5344CB8AC3E}">
        <p14:creationId xmlns:p14="http://schemas.microsoft.com/office/powerpoint/2010/main" val="2812133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9D602B-FAE2-48ED-BDA3-487C5B4BBDE1}" type="slidenum">
              <a:rPr lang="en-US" smtClean="0"/>
              <a:t>16</a:t>
            </a:fld>
            <a:endParaRPr lang="en-US"/>
          </a:p>
        </p:txBody>
      </p:sp>
    </p:spTree>
    <p:extLst>
      <p:ext uri="{BB962C8B-B14F-4D97-AF65-F5344CB8AC3E}">
        <p14:creationId xmlns:p14="http://schemas.microsoft.com/office/powerpoint/2010/main" val="22387506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Use Nano Banana Pro: Annotate the original Transformer architecture diagram.</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What we just did is the technical visual communication, that helps understanding and improve your way of communication and bring in the visual details much more granular for the non-deep learners!</a:t>
            </a:r>
            <a:endParaRPr lang="en-US" dirty="0"/>
          </a:p>
        </p:txBody>
      </p:sp>
      <p:sp>
        <p:nvSpPr>
          <p:cNvPr id="4" name="Slide Number Placeholder 3"/>
          <p:cNvSpPr>
            <a:spLocks noGrp="1"/>
          </p:cNvSpPr>
          <p:nvPr>
            <p:ph type="sldNum" sz="quarter" idx="5"/>
          </p:nvPr>
        </p:nvSpPr>
        <p:spPr/>
        <p:txBody>
          <a:bodyPr/>
          <a:lstStyle/>
          <a:p>
            <a:fld id="{A99D602B-FAE2-48ED-BDA3-487C5B4BBDE1}" type="slidenum">
              <a:rPr lang="en-US" smtClean="0"/>
              <a:t>17</a:t>
            </a:fld>
            <a:endParaRPr lang="en-US"/>
          </a:p>
        </p:txBody>
      </p:sp>
    </p:spTree>
    <p:extLst>
      <p:ext uri="{BB962C8B-B14F-4D97-AF65-F5344CB8AC3E}">
        <p14:creationId xmlns:p14="http://schemas.microsoft.com/office/powerpoint/2010/main" val="2784524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Prompt: Generation requires learners to produce an answer, explanation, or prediction before seeing the correct one. Research shows that generating produces stronger memory than passive exposure.</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Using this image outline, create an unlabeled or partially revealed diagram of X that requires learners to generate missing steps or labels. Leave intentional gaps aligned to the student learning objectives</a:t>
            </a:r>
            <a:endParaRPr lang="en-US" dirty="0"/>
          </a:p>
        </p:txBody>
      </p:sp>
      <p:sp>
        <p:nvSpPr>
          <p:cNvPr id="4" name="Slide Number Placeholder 3"/>
          <p:cNvSpPr>
            <a:spLocks noGrp="1"/>
          </p:cNvSpPr>
          <p:nvPr>
            <p:ph type="sldNum" sz="quarter" idx="5"/>
          </p:nvPr>
        </p:nvSpPr>
        <p:spPr/>
        <p:txBody>
          <a:bodyPr/>
          <a:lstStyle/>
          <a:p>
            <a:fld id="{A99D602B-FAE2-48ED-BDA3-487C5B4BBDE1}" type="slidenum">
              <a:rPr lang="en-US" smtClean="0"/>
              <a:t>18</a:t>
            </a:fld>
            <a:endParaRPr lang="en-US"/>
          </a:p>
        </p:txBody>
      </p:sp>
    </p:spTree>
    <p:extLst>
      <p:ext uri="{BB962C8B-B14F-4D97-AF65-F5344CB8AC3E}">
        <p14:creationId xmlns:p14="http://schemas.microsoft.com/office/powerpoint/2010/main" val="3926677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9D602B-FAE2-48ED-BDA3-487C5B4BBDE1}" type="slidenum">
              <a:rPr lang="en-US" smtClean="0"/>
              <a:t>19</a:t>
            </a:fld>
            <a:endParaRPr lang="en-US"/>
          </a:p>
        </p:txBody>
      </p:sp>
    </p:spTree>
    <p:extLst>
      <p:ext uri="{BB962C8B-B14F-4D97-AF65-F5344CB8AC3E}">
        <p14:creationId xmlns:p14="http://schemas.microsoft.com/office/powerpoint/2010/main" val="34791504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is this all possible?</a:t>
            </a:r>
          </a:p>
        </p:txBody>
      </p:sp>
      <p:sp>
        <p:nvSpPr>
          <p:cNvPr id="4" name="Slide Number Placeholder 3"/>
          <p:cNvSpPr>
            <a:spLocks noGrp="1"/>
          </p:cNvSpPr>
          <p:nvPr>
            <p:ph type="sldNum" sz="quarter" idx="5"/>
          </p:nvPr>
        </p:nvSpPr>
        <p:spPr/>
        <p:txBody>
          <a:bodyPr/>
          <a:lstStyle/>
          <a:p>
            <a:fld id="{A99D602B-FAE2-48ED-BDA3-487C5B4BBDE1}" type="slidenum">
              <a:rPr lang="en-US" smtClean="0"/>
              <a:t>21</a:t>
            </a:fld>
            <a:endParaRPr lang="en-US"/>
          </a:p>
        </p:txBody>
      </p:sp>
    </p:spTree>
    <p:extLst>
      <p:ext uri="{BB962C8B-B14F-4D97-AF65-F5344CB8AC3E}">
        <p14:creationId xmlns:p14="http://schemas.microsoft.com/office/powerpoint/2010/main" val="8888931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NVIDIA &amp; Google &amp; AWS &amp; Microsoft</a:t>
            </a:r>
          </a:p>
          <a:p>
            <a:r>
              <a:rPr lang="en-US" dirty="0"/>
              <a:t>I’m going to skip AWS (</a:t>
            </a:r>
            <a:r>
              <a:rPr lang="en-US" dirty="0" err="1"/>
              <a:t>Trainium</a:t>
            </a:r>
            <a:r>
              <a:rPr lang="en-US" dirty="0"/>
              <a:t> &amp; </a:t>
            </a:r>
            <a:r>
              <a:rPr lang="en-US" dirty="0" err="1"/>
              <a:t>Inferentia</a:t>
            </a:r>
            <a:r>
              <a:rPr lang="en-US" dirty="0"/>
              <a:t>) and Microsoft (Maia &amp; Cobalt) for the day</a:t>
            </a:r>
          </a:p>
        </p:txBody>
      </p:sp>
      <p:sp>
        <p:nvSpPr>
          <p:cNvPr id="4" name="Slide Number Placeholder 3"/>
          <p:cNvSpPr>
            <a:spLocks noGrp="1"/>
          </p:cNvSpPr>
          <p:nvPr>
            <p:ph type="sldNum" sz="quarter" idx="5"/>
          </p:nvPr>
        </p:nvSpPr>
        <p:spPr/>
        <p:txBody>
          <a:bodyPr/>
          <a:lstStyle/>
          <a:p>
            <a:fld id="{A99D602B-FAE2-48ED-BDA3-487C5B4BBDE1}" type="slidenum">
              <a:rPr lang="en-US" smtClean="0"/>
              <a:t>22</a:t>
            </a:fld>
            <a:endParaRPr lang="en-US"/>
          </a:p>
        </p:txBody>
      </p:sp>
    </p:spTree>
    <p:extLst>
      <p:ext uri="{BB962C8B-B14F-4D97-AF65-F5344CB8AC3E}">
        <p14:creationId xmlns:p14="http://schemas.microsoft.com/office/powerpoint/2010/main" val="3005832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Quarterly Earnings NVIDIA Nov 2025 – A decade long change is happening in a year in hardware side</a:t>
            </a:r>
            <a:br>
              <a:rPr lang="en-US" dirty="0"/>
            </a:br>
            <a:r>
              <a:rPr lang="en-US" sz="1200" b="0" i="0" kern="1200" dirty="0">
                <a:solidFill>
                  <a:schemeClr val="tx1"/>
                </a:solidFill>
                <a:effectLst/>
                <a:latin typeface="+mn-lt"/>
                <a:ea typeface="+mn-ea"/>
                <a:cs typeface="+mn-cs"/>
              </a:rPr>
              <a:t>NVIDIA delivers innovation at a one-year rhythm, advancing accelerated computing from Volta to Blackwell, Rubin, and soon Feynman. With each new architecture, the NVIDIA platform delivers a full stack—compute, memory, </a:t>
            </a:r>
            <a:r>
              <a:rPr lang="en-US" sz="1200" b="0" i="0" kern="1200" dirty="0" err="1">
                <a:solidFill>
                  <a:schemeClr val="tx1"/>
                </a:solidFill>
                <a:effectLst/>
                <a:latin typeface="+mn-lt"/>
                <a:ea typeface="+mn-ea"/>
                <a:cs typeface="+mn-cs"/>
              </a:rPr>
              <a:t>NVLink</a:t>
            </a:r>
            <a:r>
              <a:rPr lang="en-US" sz="1200" b="0" i="0" kern="1200" dirty="0">
                <a:solidFill>
                  <a:schemeClr val="tx1"/>
                </a:solidFill>
                <a:effectLst/>
                <a:latin typeface="+mn-lt"/>
                <a:ea typeface="+mn-ea"/>
                <a:cs typeface="+mn-cs"/>
              </a:rPr>
              <a:t>, networking, and software all unified by CUDA. This extreme co-design has unlocked a 10x performance leap with Blackwell and enabled 10x revenue potential for customers</a:t>
            </a:r>
            <a:endParaRPr lang="en-US" dirty="0"/>
          </a:p>
        </p:txBody>
      </p:sp>
      <p:sp>
        <p:nvSpPr>
          <p:cNvPr id="4" name="Slide Number Placeholder 3"/>
          <p:cNvSpPr>
            <a:spLocks noGrp="1"/>
          </p:cNvSpPr>
          <p:nvPr>
            <p:ph type="sldNum" sz="quarter" idx="5"/>
          </p:nvPr>
        </p:nvSpPr>
        <p:spPr/>
        <p:txBody>
          <a:bodyPr/>
          <a:lstStyle/>
          <a:p>
            <a:fld id="{A99D602B-FAE2-48ED-BDA3-487C5B4BBDE1}" type="slidenum">
              <a:rPr lang="en-US" smtClean="0"/>
              <a:t>24</a:t>
            </a:fld>
            <a:endParaRPr lang="en-US"/>
          </a:p>
        </p:txBody>
      </p:sp>
    </p:spTree>
    <p:extLst>
      <p:ext uri="{BB962C8B-B14F-4D97-AF65-F5344CB8AC3E}">
        <p14:creationId xmlns:p14="http://schemas.microsoft.com/office/powerpoint/2010/main" val="3364779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Google’s Next Platform- v7 - "An Ironwood cluster linked with Google’s absolutely unique optical circuit switch interconnect can bring to bear 9,216 Ironwood TPUs with a combined 1.77 PB of HBM memory in comparison to rack scale of Nvidia system based on 144 “Blackwell” GPU chipsets with an aggregate of 20.7 TB of HBM memory.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Read: Inside the Google’s Ironwood TPU v7 Supply Chain - https://substack.com/home/post/p-179832133</a:t>
            </a:r>
          </a:p>
          <a:p>
            <a:r>
              <a:rPr lang="en-US" sz="1200" b="0" i="0" kern="1200" dirty="0" err="1">
                <a:solidFill>
                  <a:schemeClr val="tx1"/>
                </a:solidFill>
                <a:effectLst/>
                <a:latin typeface="+mn-lt"/>
                <a:ea typeface="+mn-ea"/>
                <a:cs typeface="+mn-cs"/>
              </a:rPr>
              <a:t>SemiAnalysis</a:t>
            </a:r>
            <a:r>
              <a:rPr lang="en-US" sz="1200" b="0" i="0" kern="1200" dirty="0">
                <a:solidFill>
                  <a:schemeClr val="tx1"/>
                </a:solidFill>
                <a:effectLst/>
                <a:latin typeface="+mn-lt"/>
                <a:ea typeface="+mn-ea"/>
                <a:cs typeface="+mn-cs"/>
              </a:rPr>
              <a:t> Read: https://newsletter.semianalysis.com/p/tpuv7-google-takes-a-swing-at-the</a:t>
            </a:r>
            <a:endParaRPr lang="en-US" dirty="0"/>
          </a:p>
        </p:txBody>
      </p:sp>
      <p:sp>
        <p:nvSpPr>
          <p:cNvPr id="4" name="Slide Number Placeholder 3"/>
          <p:cNvSpPr>
            <a:spLocks noGrp="1"/>
          </p:cNvSpPr>
          <p:nvPr>
            <p:ph type="sldNum" sz="quarter" idx="5"/>
          </p:nvPr>
        </p:nvSpPr>
        <p:spPr/>
        <p:txBody>
          <a:bodyPr/>
          <a:lstStyle/>
          <a:p>
            <a:fld id="{A99D602B-FAE2-48ED-BDA3-487C5B4BBDE1}" type="slidenum">
              <a:rPr lang="en-US" smtClean="0"/>
              <a:t>25</a:t>
            </a:fld>
            <a:endParaRPr lang="en-US"/>
          </a:p>
        </p:txBody>
      </p:sp>
    </p:spTree>
    <p:extLst>
      <p:ext uri="{BB962C8B-B14F-4D97-AF65-F5344CB8AC3E}">
        <p14:creationId xmlns:p14="http://schemas.microsoft.com/office/powerpoint/2010/main" val="3984708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JAX is an open-source Python library developed by Google for high-performance numerical computing and large-scale machine learning. It is designed for accelerator-oriented array computation and program transformation, making it particularly suitable for tasks involving GPUs and TPUs. </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Key features and characteristics of JAX:</a:t>
            </a:r>
          </a:p>
          <a:p>
            <a:r>
              <a:rPr lang="en-US" sz="1200" b="1" i="0" kern="1200" dirty="0">
                <a:solidFill>
                  <a:schemeClr val="tx1"/>
                </a:solidFill>
                <a:effectLst/>
                <a:latin typeface="+mn-lt"/>
                <a:ea typeface="+mn-ea"/>
                <a:cs typeface="+mn-cs"/>
                <a:hlinkClick r:id="rId3"/>
              </a:rPr>
              <a:t>NumPy-like Interface:</a:t>
            </a:r>
            <a:r>
              <a:rPr lang="en-US" sz="1200" b="0" i="0" kern="1200" dirty="0">
                <a:solidFill>
                  <a:schemeClr val="tx1"/>
                </a:solidFill>
                <a:effectLst/>
                <a:latin typeface="+mn-lt"/>
                <a:ea typeface="+mn-ea"/>
                <a:cs typeface="+mn-cs"/>
                <a:hlinkClick r:id="rId3"/>
              </a:rPr>
              <a:t> </a:t>
            </a:r>
          </a:p>
          <a:p>
            <a:r>
              <a:rPr lang="en-US" sz="1200" b="0" i="0" kern="1200" dirty="0">
                <a:solidFill>
                  <a:schemeClr val="tx1"/>
                </a:solidFill>
                <a:effectLst/>
                <a:latin typeface="+mn-lt"/>
                <a:ea typeface="+mn-ea"/>
                <a:cs typeface="+mn-cs"/>
              </a:rPr>
              <a:t>JAX aims to provide a familiar and intuitive interface similar to NumPy for array operations and numerical computations.</a:t>
            </a:r>
          </a:p>
          <a:p>
            <a:r>
              <a:rPr lang="en-US" sz="1200" b="1" i="0" kern="1200" dirty="0">
                <a:solidFill>
                  <a:schemeClr val="tx1"/>
                </a:solidFill>
                <a:effectLst/>
                <a:latin typeface="+mn-lt"/>
                <a:ea typeface="+mn-ea"/>
                <a:cs typeface="+mn-cs"/>
                <a:hlinkClick r:id="rId4"/>
              </a:rPr>
              <a:t>Automatic Differentiation (</a:t>
            </a:r>
            <a:r>
              <a:rPr lang="en-US" sz="1200" b="1" i="0" kern="1200" dirty="0" err="1">
                <a:solidFill>
                  <a:schemeClr val="tx1"/>
                </a:solidFill>
                <a:effectLst/>
                <a:latin typeface="+mn-lt"/>
                <a:ea typeface="+mn-ea"/>
                <a:cs typeface="+mn-cs"/>
                <a:hlinkClick r:id="rId4"/>
              </a:rPr>
              <a:t>Autodiff</a:t>
            </a:r>
            <a:r>
              <a:rPr lang="en-US" sz="1200" b="1" i="0" kern="1200" dirty="0">
                <a:solidFill>
                  <a:schemeClr val="tx1"/>
                </a:solidFill>
                <a:effectLst/>
                <a:latin typeface="+mn-lt"/>
                <a:ea typeface="+mn-ea"/>
                <a:cs typeface="+mn-cs"/>
                <a:hlinkClick r:id="rId4"/>
              </a:rPr>
              <a:t>):</a:t>
            </a:r>
            <a:r>
              <a:rPr lang="en-US" sz="1200" b="0" i="0" kern="1200" dirty="0">
                <a:solidFill>
                  <a:schemeClr val="tx1"/>
                </a:solidFill>
                <a:effectLst/>
                <a:latin typeface="+mn-lt"/>
                <a:ea typeface="+mn-ea"/>
                <a:cs typeface="+mn-cs"/>
                <a:hlinkClick r:id="rId4"/>
              </a:rPr>
              <a:t> </a:t>
            </a:r>
          </a:p>
          <a:p>
            <a:r>
              <a:rPr lang="en-US" sz="1200" b="0" i="0" kern="1200" dirty="0">
                <a:solidFill>
                  <a:schemeClr val="tx1"/>
                </a:solidFill>
                <a:effectLst/>
                <a:latin typeface="+mn-lt"/>
                <a:ea typeface="+mn-ea"/>
                <a:cs typeface="+mn-cs"/>
              </a:rPr>
              <a:t>JAX offers robust automatic differentiation capabilities, allowing for efficient calculation of gradients for optimization and machine learning tasks. The grad transformation is a core feature for this.</a:t>
            </a:r>
          </a:p>
          <a:p>
            <a:r>
              <a:rPr lang="en-US" sz="1200" b="1" i="0" kern="1200" dirty="0">
                <a:solidFill>
                  <a:schemeClr val="tx1"/>
                </a:solidFill>
                <a:effectLst/>
                <a:latin typeface="+mn-lt"/>
                <a:ea typeface="+mn-ea"/>
                <a:cs typeface="+mn-cs"/>
                <a:hlinkClick r:id="rId5"/>
              </a:rPr>
              <a:t>Just-In-Time (JIT) Compilation:</a:t>
            </a:r>
            <a:r>
              <a:rPr lang="en-US" sz="1200" b="0" i="0" kern="1200" dirty="0">
                <a:solidFill>
                  <a:schemeClr val="tx1"/>
                </a:solidFill>
                <a:effectLst/>
                <a:latin typeface="+mn-lt"/>
                <a:ea typeface="+mn-ea"/>
                <a:cs typeface="+mn-cs"/>
                <a:hlinkClick r:id="rId5"/>
              </a:rPr>
              <a:t> </a:t>
            </a:r>
          </a:p>
          <a:p>
            <a:r>
              <a:rPr lang="en-US" sz="1200" b="0" i="0" kern="1200" dirty="0">
                <a:solidFill>
                  <a:schemeClr val="tx1"/>
                </a:solidFill>
                <a:effectLst/>
                <a:latin typeface="+mn-lt"/>
                <a:ea typeface="+mn-ea"/>
                <a:cs typeface="+mn-cs"/>
              </a:rPr>
              <a:t>JAX leverages </a:t>
            </a:r>
            <a:r>
              <a:rPr lang="en-US" sz="1200" b="0" i="0" kern="1200" dirty="0" err="1">
                <a:solidFill>
                  <a:schemeClr val="tx1"/>
                </a:solidFill>
                <a:effectLst/>
                <a:latin typeface="+mn-lt"/>
                <a:ea typeface="+mn-ea"/>
                <a:cs typeface="+mn-cs"/>
              </a:rPr>
              <a:t>OpenXLA</a:t>
            </a:r>
            <a:r>
              <a:rPr lang="en-US" sz="1200" b="0" i="0" kern="1200" dirty="0">
                <a:solidFill>
                  <a:schemeClr val="tx1"/>
                </a:solidFill>
                <a:effectLst/>
                <a:latin typeface="+mn-lt"/>
                <a:ea typeface="+mn-ea"/>
                <a:cs typeface="+mn-cs"/>
              </a:rPr>
              <a:t>, an open-source machine learning compiler ecosystem, to perform JIT compilation of Python code into optimized executables, leading to significant performance improvements. The </a:t>
            </a:r>
            <a:r>
              <a:rPr lang="en-US" sz="1200" b="0" i="0" kern="1200" dirty="0" err="1">
                <a:solidFill>
                  <a:schemeClr val="tx1"/>
                </a:solidFill>
                <a:effectLst/>
                <a:latin typeface="+mn-lt"/>
                <a:ea typeface="+mn-ea"/>
                <a:cs typeface="+mn-cs"/>
              </a:rPr>
              <a:t>jit</a:t>
            </a:r>
            <a:r>
              <a:rPr lang="en-US" sz="1200" b="0" i="0" kern="1200" dirty="0">
                <a:solidFill>
                  <a:schemeClr val="tx1"/>
                </a:solidFill>
                <a:effectLst/>
                <a:latin typeface="+mn-lt"/>
                <a:ea typeface="+mn-ea"/>
                <a:cs typeface="+mn-cs"/>
              </a:rPr>
              <a:t> transformation enables this.</a:t>
            </a:r>
          </a:p>
          <a:p>
            <a:r>
              <a:rPr lang="en-US" sz="1200" b="1" i="0" kern="1200" dirty="0">
                <a:solidFill>
                  <a:schemeClr val="tx1"/>
                </a:solidFill>
                <a:effectLst/>
                <a:latin typeface="+mn-lt"/>
                <a:ea typeface="+mn-ea"/>
                <a:cs typeface="+mn-cs"/>
                <a:hlinkClick r:id="rId6"/>
              </a:rPr>
              <a:t>Automatic Vectorization (</a:t>
            </a:r>
            <a:r>
              <a:rPr lang="en-US" sz="1200" b="1" i="0" kern="1200" dirty="0" err="1">
                <a:solidFill>
                  <a:schemeClr val="tx1"/>
                </a:solidFill>
                <a:effectLst/>
                <a:latin typeface="+mn-lt"/>
                <a:ea typeface="+mn-ea"/>
                <a:cs typeface="+mn-cs"/>
                <a:hlinkClick r:id="rId6"/>
              </a:rPr>
              <a:t>Vmap</a:t>
            </a:r>
            <a:r>
              <a:rPr lang="en-US" sz="1200" b="1" i="0" kern="1200" dirty="0">
                <a:solidFill>
                  <a:schemeClr val="tx1"/>
                </a:solidFill>
                <a:effectLst/>
                <a:latin typeface="+mn-lt"/>
                <a:ea typeface="+mn-ea"/>
                <a:cs typeface="+mn-cs"/>
                <a:hlinkClick r:id="rId6"/>
              </a:rPr>
              <a:t>):</a:t>
            </a:r>
            <a:r>
              <a:rPr lang="en-US" sz="1200" b="0" i="0" kern="1200" dirty="0">
                <a:solidFill>
                  <a:schemeClr val="tx1"/>
                </a:solidFill>
                <a:effectLst/>
                <a:latin typeface="+mn-lt"/>
                <a:ea typeface="+mn-ea"/>
                <a:cs typeface="+mn-cs"/>
                <a:hlinkClick r:id="rId6"/>
              </a:rPr>
              <a:t> </a:t>
            </a:r>
          </a:p>
          <a:p>
            <a:r>
              <a:rPr lang="en-US" sz="1200" b="0" i="0" kern="1200" dirty="0">
                <a:solidFill>
                  <a:schemeClr val="tx1"/>
                </a:solidFill>
                <a:effectLst/>
                <a:latin typeface="+mn-lt"/>
                <a:ea typeface="+mn-ea"/>
                <a:cs typeface="+mn-cs"/>
              </a:rPr>
              <a:t>JAX provides the </a:t>
            </a:r>
            <a:r>
              <a:rPr lang="en-US" sz="1200" b="0" i="0" kern="1200" dirty="0" err="1">
                <a:solidFill>
                  <a:schemeClr val="tx1"/>
                </a:solidFill>
                <a:effectLst/>
                <a:latin typeface="+mn-lt"/>
                <a:ea typeface="+mn-ea"/>
                <a:cs typeface="+mn-cs"/>
              </a:rPr>
              <a:t>vmap</a:t>
            </a:r>
            <a:r>
              <a:rPr lang="en-US" sz="1200" b="0" i="0" kern="1200" dirty="0">
                <a:solidFill>
                  <a:schemeClr val="tx1"/>
                </a:solidFill>
                <a:effectLst/>
                <a:latin typeface="+mn-lt"/>
                <a:ea typeface="+mn-ea"/>
                <a:cs typeface="+mn-cs"/>
              </a:rPr>
              <a:t> transformation for automatically vectorizing functions, allowing for efficient processing of batches of data or parallel computations.</a:t>
            </a:r>
          </a:p>
          <a:p>
            <a:r>
              <a:rPr lang="en-US" sz="1200" b="1" i="0" kern="1200" dirty="0">
                <a:solidFill>
                  <a:schemeClr val="tx1"/>
                </a:solidFill>
                <a:effectLst/>
                <a:latin typeface="+mn-lt"/>
                <a:ea typeface="+mn-ea"/>
                <a:cs typeface="+mn-cs"/>
                <a:hlinkClick r:id="rId7"/>
              </a:rPr>
              <a:t>Parallelization (</a:t>
            </a:r>
            <a:r>
              <a:rPr lang="en-US" sz="1200" b="1" i="0" kern="1200" dirty="0" err="1">
                <a:solidFill>
                  <a:schemeClr val="tx1"/>
                </a:solidFill>
                <a:effectLst/>
                <a:latin typeface="+mn-lt"/>
                <a:ea typeface="+mn-ea"/>
                <a:cs typeface="+mn-cs"/>
                <a:hlinkClick r:id="rId7"/>
              </a:rPr>
              <a:t>Pmap</a:t>
            </a:r>
            <a:r>
              <a:rPr lang="en-US" sz="1200" b="1" i="0" kern="1200" dirty="0">
                <a:solidFill>
                  <a:schemeClr val="tx1"/>
                </a:solidFill>
                <a:effectLst/>
                <a:latin typeface="+mn-lt"/>
                <a:ea typeface="+mn-ea"/>
                <a:cs typeface="+mn-cs"/>
                <a:hlinkClick r:id="rId7"/>
              </a:rPr>
              <a:t>):</a:t>
            </a:r>
            <a:r>
              <a:rPr lang="en-US" sz="1200" b="0" i="0" kern="1200" dirty="0">
                <a:solidFill>
                  <a:schemeClr val="tx1"/>
                </a:solidFill>
                <a:effectLst/>
                <a:latin typeface="+mn-lt"/>
                <a:ea typeface="+mn-ea"/>
                <a:cs typeface="+mn-cs"/>
                <a:hlinkClick r:id="rId7"/>
              </a:rPr>
              <a:t> </a:t>
            </a:r>
          </a:p>
          <a:p>
            <a:r>
              <a:rPr lang="en-US" sz="1200" b="0" i="0" kern="1200" dirty="0">
                <a:solidFill>
                  <a:schemeClr val="tx1"/>
                </a:solidFill>
                <a:effectLst/>
                <a:latin typeface="+mn-lt"/>
                <a:ea typeface="+mn-ea"/>
                <a:cs typeface="+mn-cs"/>
              </a:rPr>
              <a:t>JAX supports parallel computation for Single Program, Multiple Data (SPMD) programs using the </a:t>
            </a:r>
            <a:r>
              <a:rPr lang="en-US" sz="1200" b="0" i="0" kern="1200" dirty="0" err="1">
                <a:solidFill>
                  <a:schemeClr val="tx1"/>
                </a:solidFill>
                <a:effectLst/>
                <a:latin typeface="+mn-lt"/>
                <a:ea typeface="+mn-ea"/>
                <a:cs typeface="+mn-cs"/>
              </a:rPr>
              <a:t>pmap</a:t>
            </a:r>
            <a:r>
              <a:rPr lang="en-US" sz="1200" b="0" i="0" kern="1200" dirty="0">
                <a:solidFill>
                  <a:schemeClr val="tx1"/>
                </a:solidFill>
                <a:effectLst/>
                <a:latin typeface="+mn-lt"/>
                <a:ea typeface="+mn-ea"/>
                <a:cs typeface="+mn-cs"/>
              </a:rPr>
              <a:t> transformation, facilitating scaling across multiple accelerator devices.</a:t>
            </a:r>
          </a:p>
          <a:p>
            <a:r>
              <a:rPr lang="en-US" sz="1200" b="1" i="0" kern="1200" dirty="0">
                <a:solidFill>
                  <a:schemeClr val="tx1"/>
                </a:solidFill>
                <a:effectLst/>
                <a:latin typeface="+mn-lt"/>
                <a:ea typeface="+mn-ea"/>
                <a:cs typeface="+mn-cs"/>
                <a:hlinkClick r:id="rId8"/>
              </a:rPr>
              <a:t>Composable Transformations:</a:t>
            </a:r>
            <a:r>
              <a:rPr lang="en-US" sz="1200" b="0" i="0" kern="1200" dirty="0">
                <a:solidFill>
                  <a:schemeClr val="tx1"/>
                </a:solidFill>
                <a:effectLst/>
                <a:latin typeface="+mn-lt"/>
                <a:ea typeface="+mn-ea"/>
                <a:cs typeface="+mn-cs"/>
                <a:hlinkClick r:id="rId8"/>
              </a:rPr>
              <a:t> </a:t>
            </a:r>
          </a:p>
          <a:p>
            <a:r>
              <a:rPr lang="en-US" sz="1200" b="0" i="0" kern="1200" dirty="0">
                <a:solidFill>
                  <a:schemeClr val="tx1"/>
                </a:solidFill>
                <a:effectLst/>
                <a:latin typeface="+mn-lt"/>
                <a:ea typeface="+mn-ea"/>
                <a:cs typeface="+mn-cs"/>
              </a:rPr>
              <a:t>JAX's design emphasizes composable function transformations, enabling the nesting and combination of features like grad, </a:t>
            </a:r>
            <a:r>
              <a:rPr lang="en-US" sz="1200" b="0" i="0" kern="1200" dirty="0" err="1">
                <a:solidFill>
                  <a:schemeClr val="tx1"/>
                </a:solidFill>
                <a:effectLst/>
                <a:latin typeface="+mn-lt"/>
                <a:ea typeface="+mn-ea"/>
                <a:cs typeface="+mn-cs"/>
              </a:rPr>
              <a:t>jit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vmap</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pmap</a:t>
            </a:r>
            <a:r>
              <a:rPr lang="en-US" sz="1200" b="0" i="0" kern="1200" dirty="0">
                <a:solidFill>
                  <a:schemeClr val="tx1"/>
                </a:solidFill>
                <a:effectLst/>
                <a:latin typeface="+mn-lt"/>
                <a:ea typeface="+mn-ea"/>
                <a:cs typeface="+mn-cs"/>
              </a:rPr>
              <a:t> for complex operations.</a:t>
            </a:r>
          </a:p>
          <a:p>
            <a:r>
              <a:rPr lang="en-US" sz="1200" b="1" i="0" kern="1200" dirty="0">
                <a:solidFill>
                  <a:schemeClr val="tx1"/>
                </a:solidFill>
                <a:effectLst/>
                <a:latin typeface="+mn-lt"/>
                <a:ea typeface="+mn-ea"/>
                <a:cs typeface="+mn-cs"/>
                <a:hlinkClick r:id="rId9"/>
              </a:rPr>
              <a:t>Focus on Functional Programming:</a:t>
            </a:r>
            <a:r>
              <a:rPr lang="en-US" sz="1200" b="0" i="0" kern="1200" dirty="0">
                <a:solidFill>
                  <a:schemeClr val="tx1"/>
                </a:solidFill>
                <a:effectLst/>
                <a:latin typeface="+mn-lt"/>
                <a:ea typeface="+mn-ea"/>
                <a:cs typeface="+mn-cs"/>
                <a:hlinkClick r:id="rId9"/>
              </a:rPr>
              <a:t> </a:t>
            </a:r>
          </a:p>
          <a:p>
            <a:r>
              <a:rPr lang="en-US" sz="1200" b="0" i="0" kern="1200" dirty="0">
                <a:solidFill>
                  <a:schemeClr val="tx1"/>
                </a:solidFill>
                <a:effectLst/>
                <a:latin typeface="+mn-lt"/>
                <a:ea typeface="+mn-ea"/>
                <a:cs typeface="+mn-cs"/>
              </a:rPr>
              <a:t>JAX's core design leans towards functional programming principles, which can enhance code clarity and enable powerful transformations.</a:t>
            </a:r>
          </a:p>
          <a:p>
            <a:r>
              <a:rPr lang="en-US" sz="1200" b="1" i="0" kern="1200" dirty="0">
                <a:solidFill>
                  <a:schemeClr val="tx1"/>
                </a:solidFill>
                <a:effectLst/>
                <a:latin typeface="+mn-lt"/>
                <a:ea typeface="+mn-ea"/>
                <a:cs typeface="+mn-cs"/>
                <a:hlinkClick r:id="rId10"/>
              </a:rPr>
              <a:t>Ecosystem of Tools:</a:t>
            </a:r>
            <a:r>
              <a:rPr lang="en-US" sz="1200" b="0" i="0" kern="1200" dirty="0">
                <a:solidFill>
                  <a:schemeClr val="tx1"/>
                </a:solidFill>
                <a:effectLst/>
                <a:latin typeface="+mn-lt"/>
                <a:ea typeface="+mn-ea"/>
                <a:cs typeface="+mn-cs"/>
                <a:hlinkClick r:id="rId10"/>
              </a:rPr>
              <a:t> </a:t>
            </a:r>
          </a:p>
          <a:p>
            <a:r>
              <a:rPr lang="en-US" sz="1200" b="0" i="0" kern="1200" dirty="0">
                <a:solidFill>
                  <a:schemeClr val="tx1"/>
                </a:solidFill>
                <a:effectLst/>
                <a:latin typeface="+mn-lt"/>
                <a:ea typeface="+mn-ea"/>
                <a:cs typeface="+mn-cs"/>
              </a:rPr>
              <a:t>JAX is part of a broader ecosystem including libraries like Flax (for neural networks), </a:t>
            </a:r>
            <a:r>
              <a:rPr lang="en-US" sz="1200" b="0" i="0" kern="1200" dirty="0" err="1">
                <a:solidFill>
                  <a:schemeClr val="tx1"/>
                </a:solidFill>
                <a:effectLst/>
                <a:latin typeface="+mn-lt"/>
                <a:ea typeface="+mn-ea"/>
                <a:cs typeface="+mn-cs"/>
              </a:rPr>
              <a:t>Optax</a:t>
            </a:r>
            <a:r>
              <a:rPr lang="en-US" sz="1200" b="0" i="0" kern="1200" dirty="0">
                <a:solidFill>
                  <a:schemeClr val="tx1"/>
                </a:solidFill>
                <a:effectLst/>
                <a:latin typeface="+mn-lt"/>
                <a:ea typeface="+mn-ea"/>
                <a:cs typeface="+mn-cs"/>
              </a:rPr>
              <a:t> (for optimization), and </a:t>
            </a:r>
            <a:r>
              <a:rPr lang="en-US" sz="1200" b="0" i="0" kern="1200" dirty="0" err="1">
                <a:solidFill>
                  <a:schemeClr val="tx1"/>
                </a:solidFill>
                <a:effectLst/>
                <a:latin typeface="+mn-lt"/>
                <a:ea typeface="+mn-ea"/>
                <a:cs typeface="+mn-cs"/>
              </a:rPr>
              <a:t>Orbax</a:t>
            </a:r>
            <a:r>
              <a:rPr lang="en-US" sz="1200" b="0" i="0" kern="1200" dirty="0">
                <a:solidFill>
                  <a:schemeClr val="tx1"/>
                </a:solidFill>
                <a:effectLst/>
                <a:latin typeface="+mn-lt"/>
                <a:ea typeface="+mn-ea"/>
                <a:cs typeface="+mn-cs"/>
              </a:rPr>
              <a:t> (for checkpointing), offering a comprehensive set of tools for machine learning development.</a:t>
            </a:r>
          </a:p>
          <a:p>
            <a:endParaRPr lang="en-US" dirty="0"/>
          </a:p>
        </p:txBody>
      </p:sp>
      <p:sp>
        <p:nvSpPr>
          <p:cNvPr id="4" name="Slide Number Placeholder 3"/>
          <p:cNvSpPr>
            <a:spLocks noGrp="1"/>
          </p:cNvSpPr>
          <p:nvPr>
            <p:ph type="sldNum" sz="quarter" idx="5"/>
          </p:nvPr>
        </p:nvSpPr>
        <p:spPr/>
        <p:txBody>
          <a:bodyPr/>
          <a:lstStyle/>
          <a:p>
            <a:fld id="{A99D602B-FAE2-48ED-BDA3-487C5B4BBDE1}" type="slidenum">
              <a:rPr lang="en-US" smtClean="0"/>
              <a:t>26</a:t>
            </a:fld>
            <a:endParaRPr lang="en-US"/>
          </a:p>
        </p:txBody>
      </p:sp>
    </p:spTree>
    <p:extLst>
      <p:ext uri="{BB962C8B-B14F-4D97-AF65-F5344CB8AC3E}">
        <p14:creationId xmlns:p14="http://schemas.microsoft.com/office/powerpoint/2010/main" val="2418918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"Old Way" is not dead. It is now the </a:t>
            </a:r>
            <a:r>
              <a:rPr lang="en-US" sz="1200" b="0" i="1" kern="1200" dirty="0">
                <a:solidFill>
                  <a:schemeClr val="tx1"/>
                </a:solidFill>
                <a:effectLst/>
                <a:latin typeface="+mn-lt"/>
                <a:ea typeface="+mn-ea"/>
                <a:cs typeface="+mn-cs"/>
              </a:rPr>
              <a:t>foundation</a:t>
            </a:r>
            <a:r>
              <a:rPr lang="en-US" sz="1200" b="0" i="0" kern="1200" dirty="0">
                <a:solidFill>
                  <a:schemeClr val="tx1"/>
                </a:solidFill>
                <a:effectLst/>
                <a:latin typeface="+mn-lt"/>
                <a:ea typeface="+mn-ea"/>
                <a:cs typeface="+mn-cs"/>
              </a:rPr>
              <a:t> for the "New Way." You cannot build a good RAG system (Slide RAG) without understanding text chunking and vectors.</a:t>
            </a:r>
            <a:endParaRPr lang="en-US" dirty="0"/>
          </a:p>
        </p:txBody>
      </p:sp>
      <p:sp>
        <p:nvSpPr>
          <p:cNvPr id="4" name="Slide Number Placeholder 3"/>
          <p:cNvSpPr>
            <a:spLocks noGrp="1"/>
          </p:cNvSpPr>
          <p:nvPr>
            <p:ph type="sldNum" sz="quarter" idx="5"/>
          </p:nvPr>
        </p:nvSpPr>
        <p:spPr/>
        <p:txBody>
          <a:bodyPr/>
          <a:lstStyle/>
          <a:p>
            <a:fld id="{A99D602B-FAE2-48ED-BDA3-487C5B4BBDE1}" type="slidenum">
              <a:rPr lang="en-US" smtClean="0"/>
              <a:t>28</a:t>
            </a:fld>
            <a:endParaRPr lang="en-US"/>
          </a:p>
        </p:txBody>
      </p:sp>
    </p:spTree>
    <p:extLst>
      <p:ext uri="{BB962C8B-B14F-4D97-AF65-F5344CB8AC3E}">
        <p14:creationId xmlns:p14="http://schemas.microsoft.com/office/powerpoint/2010/main" val="42097438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can I do on-device. What can I do to measure Intelligence per Watt or Intelligence Per Joule to get my task done?</a:t>
            </a:r>
          </a:p>
        </p:txBody>
      </p:sp>
      <p:sp>
        <p:nvSpPr>
          <p:cNvPr id="4" name="Slide Number Placeholder 3"/>
          <p:cNvSpPr>
            <a:spLocks noGrp="1"/>
          </p:cNvSpPr>
          <p:nvPr>
            <p:ph type="sldNum" sz="quarter" idx="5"/>
          </p:nvPr>
        </p:nvSpPr>
        <p:spPr/>
        <p:txBody>
          <a:bodyPr/>
          <a:lstStyle/>
          <a:p>
            <a:fld id="{A99D602B-FAE2-48ED-BDA3-487C5B4BBDE1}" type="slidenum">
              <a:rPr lang="en-US" smtClean="0"/>
              <a:t>31</a:t>
            </a:fld>
            <a:endParaRPr lang="en-US"/>
          </a:p>
        </p:txBody>
      </p:sp>
    </p:spTree>
    <p:extLst>
      <p:ext uri="{BB962C8B-B14F-4D97-AF65-F5344CB8AC3E}">
        <p14:creationId xmlns:p14="http://schemas.microsoft.com/office/powerpoint/2010/main" val="24633385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chemeClr val="tx1"/>
                </a:solidFill>
                <a:effectLst/>
                <a:latin typeface="+mn-lt"/>
                <a:ea typeface="+mn-ea"/>
                <a:cs typeface="+mn-cs"/>
              </a:rPr>
              <a:t>Discussion:</a:t>
            </a:r>
            <a:r>
              <a:rPr lang="en-US" sz="1200" b="0" i="0" kern="1200" dirty="0">
                <a:solidFill>
                  <a:schemeClr val="tx1"/>
                </a:solidFill>
                <a:effectLst/>
                <a:latin typeface="+mn-lt"/>
                <a:ea typeface="+mn-ea"/>
                <a:cs typeface="+mn-cs"/>
              </a:rPr>
              <a:t> What just happened? (Download -&gt; Load Weights -&gt; Preprocess -&gt; Inference -&gt; Postprocess).</a:t>
            </a:r>
          </a:p>
          <a:p>
            <a:endParaRPr lang="en-US" dirty="0"/>
          </a:p>
        </p:txBody>
      </p:sp>
      <p:sp>
        <p:nvSpPr>
          <p:cNvPr id="4" name="Slide Number Placeholder 3"/>
          <p:cNvSpPr>
            <a:spLocks noGrp="1"/>
          </p:cNvSpPr>
          <p:nvPr>
            <p:ph type="sldNum" sz="quarter" idx="5"/>
          </p:nvPr>
        </p:nvSpPr>
        <p:spPr/>
        <p:txBody>
          <a:bodyPr/>
          <a:lstStyle/>
          <a:p>
            <a:fld id="{A99D602B-FAE2-48ED-BDA3-487C5B4BBDE1}" type="slidenum">
              <a:rPr lang="en-US" smtClean="0"/>
              <a:t>37</a:t>
            </a:fld>
            <a:endParaRPr lang="en-US"/>
          </a:p>
        </p:txBody>
      </p:sp>
    </p:spTree>
    <p:extLst>
      <p:ext uri="{BB962C8B-B14F-4D97-AF65-F5344CB8AC3E}">
        <p14:creationId xmlns:p14="http://schemas.microsoft.com/office/powerpoint/2010/main" val="38952938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9D602B-FAE2-48ED-BDA3-487C5B4BBDE1}" type="slidenum">
              <a:rPr lang="en-US" smtClean="0"/>
              <a:t>38</a:t>
            </a:fld>
            <a:endParaRPr lang="en-US"/>
          </a:p>
        </p:txBody>
      </p:sp>
    </p:spTree>
    <p:extLst>
      <p:ext uri="{BB962C8B-B14F-4D97-AF65-F5344CB8AC3E}">
        <p14:creationId xmlns:p14="http://schemas.microsoft.com/office/powerpoint/2010/main" val="2158905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Read- Why google is positioned to win AI race in the long term - https://news.ycombinator.com/item?id=46069048</a:t>
            </a:r>
            <a:br>
              <a:rPr lang="en-US" dirty="0"/>
            </a:br>
            <a:endParaRPr lang="en-US" dirty="0"/>
          </a:p>
        </p:txBody>
      </p:sp>
      <p:sp>
        <p:nvSpPr>
          <p:cNvPr id="4" name="Slide Number Placeholder 3"/>
          <p:cNvSpPr>
            <a:spLocks noGrp="1"/>
          </p:cNvSpPr>
          <p:nvPr>
            <p:ph type="sldNum" sz="quarter" idx="5"/>
          </p:nvPr>
        </p:nvSpPr>
        <p:spPr/>
        <p:txBody>
          <a:bodyPr/>
          <a:lstStyle/>
          <a:p>
            <a:fld id="{A99D602B-FAE2-48ED-BDA3-487C5B4BBDE1}" type="slidenum">
              <a:rPr lang="en-US" smtClean="0"/>
              <a:t>39</a:t>
            </a:fld>
            <a:endParaRPr lang="en-US"/>
          </a:p>
        </p:txBody>
      </p:sp>
    </p:spTree>
    <p:extLst>
      <p:ext uri="{BB962C8B-B14F-4D97-AF65-F5344CB8AC3E}">
        <p14:creationId xmlns:p14="http://schemas.microsoft.com/office/powerpoint/2010/main" val="770163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2F75D-7C37-DD01-95B7-D933E6AC38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7ABF4C-FDA9-BA27-4FAF-E9ED53A44E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F59ECC-D83A-1414-9878-9524B62F1B34}"/>
              </a:ext>
            </a:extLst>
          </p:cNvPr>
          <p:cNvSpPr>
            <a:spLocks noGrp="1"/>
          </p:cNvSpPr>
          <p:nvPr>
            <p:ph type="dt" sz="half" idx="10"/>
          </p:nvPr>
        </p:nvSpPr>
        <p:spPr/>
        <p:txBody>
          <a:bodyPr/>
          <a:lstStyle/>
          <a:p>
            <a:fld id="{FBB89531-C489-4394-880B-89409360263D}" type="datetimeFigureOut">
              <a:rPr lang="en-US" smtClean="0"/>
              <a:t>1/7/2026</a:t>
            </a:fld>
            <a:endParaRPr lang="en-US"/>
          </a:p>
        </p:txBody>
      </p:sp>
      <p:sp>
        <p:nvSpPr>
          <p:cNvPr id="5" name="Footer Placeholder 4">
            <a:extLst>
              <a:ext uri="{FF2B5EF4-FFF2-40B4-BE49-F238E27FC236}">
                <a16:creationId xmlns:a16="http://schemas.microsoft.com/office/drawing/2014/main" id="{A2288A42-59FD-BD0C-13DF-BA257735E1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948DAD-1039-0EB6-B453-EBC2F2BB6A83}"/>
              </a:ext>
            </a:extLst>
          </p:cNvPr>
          <p:cNvSpPr>
            <a:spLocks noGrp="1"/>
          </p:cNvSpPr>
          <p:nvPr>
            <p:ph type="sldNum" sz="quarter" idx="12"/>
          </p:nvPr>
        </p:nvSpPr>
        <p:spPr/>
        <p:txBody>
          <a:bodyPr/>
          <a:lstStyle/>
          <a:p>
            <a:fld id="{B0237862-ED0D-41A5-AD07-9FD8B0A4D6B3}" type="slidenum">
              <a:rPr lang="en-US" smtClean="0"/>
              <a:t>‹#›</a:t>
            </a:fld>
            <a:endParaRPr lang="en-US"/>
          </a:p>
        </p:txBody>
      </p:sp>
    </p:spTree>
    <p:extLst>
      <p:ext uri="{BB962C8B-B14F-4D97-AF65-F5344CB8AC3E}">
        <p14:creationId xmlns:p14="http://schemas.microsoft.com/office/powerpoint/2010/main" val="2702385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0D6B8-37B0-306C-18E7-3AAE3AF120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A9F008-F321-F6D9-C55B-5CFD4406C5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29D626-5C36-B7E5-1901-D92A95EAE955}"/>
              </a:ext>
            </a:extLst>
          </p:cNvPr>
          <p:cNvSpPr>
            <a:spLocks noGrp="1"/>
          </p:cNvSpPr>
          <p:nvPr>
            <p:ph type="dt" sz="half" idx="10"/>
          </p:nvPr>
        </p:nvSpPr>
        <p:spPr/>
        <p:txBody>
          <a:bodyPr/>
          <a:lstStyle/>
          <a:p>
            <a:fld id="{FBB89531-C489-4394-880B-89409360263D}" type="datetimeFigureOut">
              <a:rPr lang="en-US" smtClean="0"/>
              <a:t>1/7/2026</a:t>
            </a:fld>
            <a:endParaRPr lang="en-US"/>
          </a:p>
        </p:txBody>
      </p:sp>
      <p:sp>
        <p:nvSpPr>
          <p:cNvPr id="5" name="Footer Placeholder 4">
            <a:extLst>
              <a:ext uri="{FF2B5EF4-FFF2-40B4-BE49-F238E27FC236}">
                <a16:creationId xmlns:a16="http://schemas.microsoft.com/office/drawing/2014/main" id="{156F66AB-816E-8ED5-B3C5-247071D88B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3604F0-3720-4CEE-9BDB-083170CE4B47}"/>
              </a:ext>
            </a:extLst>
          </p:cNvPr>
          <p:cNvSpPr>
            <a:spLocks noGrp="1"/>
          </p:cNvSpPr>
          <p:nvPr>
            <p:ph type="sldNum" sz="quarter" idx="12"/>
          </p:nvPr>
        </p:nvSpPr>
        <p:spPr/>
        <p:txBody>
          <a:bodyPr/>
          <a:lstStyle/>
          <a:p>
            <a:fld id="{B0237862-ED0D-41A5-AD07-9FD8B0A4D6B3}" type="slidenum">
              <a:rPr lang="en-US" smtClean="0"/>
              <a:t>‹#›</a:t>
            </a:fld>
            <a:endParaRPr lang="en-US"/>
          </a:p>
        </p:txBody>
      </p:sp>
    </p:spTree>
    <p:extLst>
      <p:ext uri="{BB962C8B-B14F-4D97-AF65-F5344CB8AC3E}">
        <p14:creationId xmlns:p14="http://schemas.microsoft.com/office/powerpoint/2010/main" val="3901439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855C7-647E-EB93-B7EE-EC6F52204A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A23608-C753-8B72-289C-0018A600EF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09DEEE-9133-09C5-75F7-4520260BCCDA}"/>
              </a:ext>
            </a:extLst>
          </p:cNvPr>
          <p:cNvSpPr>
            <a:spLocks noGrp="1"/>
          </p:cNvSpPr>
          <p:nvPr>
            <p:ph type="dt" sz="half" idx="10"/>
          </p:nvPr>
        </p:nvSpPr>
        <p:spPr/>
        <p:txBody>
          <a:bodyPr/>
          <a:lstStyle/>
          <a:p>
            <a:fld id="{FBB89531-C489-4394-880B-89409360263D}" type="datetimeFigureOut">
              <a:rPr lang="en-US" smtClean="0"/>
              <a:t>1/7/2026</a:t>
            </a:fld>
            <a:endParaRPr lang="en-US"/>
          </a:p>
        </p:txBody>
      </p:sp>
      <p:sp>
        <p:nvSpPr>
          <p:cNvPr id="5" name="Footer Placeholder 4">
            <a:extLst>
              <a:ext uri="{FF2B5EF4-FFF2-40B4-BE49-F238E27FC236}">
                <a16:creationId xmlns:a16="http://schemas.microsoft.com/office/drawing/2014/main" id="{5F44B2C6-5DD0-B04A-9C99-E7E29DA5DC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A0FB82-8246-786A-22A6-1F4DC2B4B36B}"/>
              </a:ext>
            </a:extLst>
          </p:cNvPr>
          <p:cNvSpPr>
            <a:spLocks noGrp="1"/>
          </p:cNvSpPr>
          <p:nvPr>
            <p:ph type="sldNum" sz="quarter" idx="12"/>
          </p:nvPr>
        </p:nvSpPr>
        <p:spPr/>
        <p:txBody>
          <a:bodyPr/>
          <a:lstStyle/>
          <a:p>
            <a:fld id="{B0237862-ED0D-41A5-AD07-9FD8B0A4D6B3}" type="slidenum">
              <a:rPr lang="en-US" smtClean="0"/>
              <a:t>‹#›</a:t>
            </a:fld>
            <a:endParaRPr lang="en-US"/>
          </a:p>
        </p:txBody>
      </p:sp>
    </p:spTree>
    <p:extLst>
      <p:ext uri="{BB962C8B-B14F-4D97-AF65-F5344CB8AC3E}">
        <p14:creationId xmlns:p14="http://schemas.microsoft.com/office/powerpoint/2010/main" val="4222371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205B-900D-D8CF-5E1D-048805033A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58730F-7D04-F6FA-E897-9AF0C526D3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5518CD-CDCF-CCF0-1040-DF817A43C7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3CF393-314D-B603-8BC0-9B4581B806C4}"/>
              </a:ext>
            </a:extLst>
          </p:cNvPr>
          <p:cNvSpPr>
            <a:spLocks noGrp="1"/>
          </p:cNvSpPr>
          <p:nvPr>
            <p:ph type="dt" sz="half" idx="10"/>
          </p:nvPr>
        </p:nvSpPr>
        <p:spPr/>
        <p:txBody>
          <a:bodyPr/>
          <a:lstStyle/>
          <a:p>
            <a:fld id="{FBB89531-C489-4394-880B-89409360263D}" type="datetimeFigureOut">
              <a:rPr lang="en-US" smtClean="0"/>
              <a:t>1/7/2026</a:t>
            </a:fld>
            <a:endParaRPr lang="en-US"/>
          </a:p>
        </p:txBody>
      </p:sp>
      <p:sp>
        <p:nvSpPr>
          <p:cNvPr id="6" name="Footer Placeholder 5">
            <a:extLst>
              <a:ext uri="{FF2B5EF4-FFF2-40B4-BE49-F238E27FC236}">
                <a16:creationId xmlns:a16="http://schemas.microsoft.com/office/drawing/2014/main" id="{FB8BFF40-8018-E085-8B7C-C24A65A9F0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040AF7-D0C5-78D1-C444-C171E68CF9E3}"/>
              </a:ext>
            </a:extLst>
          </p:cNvPr>
          <p:cNvSpPr>
            <a:spLocks noGrp="1"/>
          </p:cNvSpPr>
          <p:nvPr>
            <p:ph type="sldNum" sz="quarter" idx="12"/>
          </p:nvPr>
        </p:nvSpPr>
        <p:spPr/>
        <p:txBody>
          <a:bodyPr/>
          <a:lstStyle/>
          <a:p>
            <a:fld id="{B0237862-ED0D-41A5-AD07-9FD8B0A4D6B3}" type="slidenum">
              <a:rPr lang="en-US" smtClean="0"/>
              <a:t>‹#›</a:t>
            </a:fld>
            <a:endParaRPr lang="en-US"/>
          </a:p>
        </p:txBody>
      </p:sp>
    </p:spTree>
    <p:extLst>
      <p:ext uri="{BB962C8B-B14F-4D97-AF65-F5344CB8AC3E}">
        <p14:creationId xmlns:p14="http://schemas.microsoft.com/office/powerpoint/2010/main" val="1659739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92F17-4F54-D720-07EA-224A65723D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6D59D3-D759-FA8F-C25B-54997D4E2C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2C54BF-6AE4-87E9-278A-CCD2B0EFAE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AB141C-FE31-EEEF-DAF6-50273B810C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12E595-387B-226C-38DF-881438E8A6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ACE150-8812-6B9E-3831-A4D60404415B}"/>
              </a:ext>
            </a:extLst>
          </p:cNvPr>
          <p:cNvSpPr>
            <a:spLocks noGrp="1"/>
          </p:cNvSpPr>
          <p:nvPr>
            <p:ph type="dt" sz="half" idx="10"/>
          </p:nvPr>
        </p:nvSpPr>
        <p:spPr/>
        <p:txBody>
          <a:bodyPr/>
          <a:lstStyle/>
          <a:p>
            <a:fld id="{FBB89531-C489-4394-880B-89409360263D}" type="datetimeFigureOut">
              <a:rPr lang="en-US" smtClean="0"/>
              <a:t>1/7/2026</a:t>
            </a:fld>
            <a:endParaRPr lang="en-US"/>
          </a:p>
        </p:txBody>
      </p:sp>
      <p:sp>
        <p:nvSpPr>
          <p:cNvPr id="8" name="Footer Placeholder 7">
            <a:extLst>
              <a:ext uri="{FF2B5EF4-FFF2-40B4-BE49-F238E27FC236}">
                <a16:creationId xmlns:a16="http://schemas.microsoft.com/office/drawing/2014/main" id="{42ED1D65-DE04-65AC-2CE5-68768C7E1E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A5E843-D0BC-2350-E914-E41B7D7AE9E2}"/>
              </a:ext>
            </a:extLst>
          </p:cNvPr>
          <p:cNvSpPr>
            <a:spLocks noGrp="1"/>
          </p:cNvSpPr>
          <p:nvPr>
            <p:ph type="sldNum" sz="quarter" idx="12"/>
          </p:nvPr>
        </p:nvSpPr>
        <p:spPr/>
        <p:txBody>
          <a:bodyPr/>
          <a:lstStyle/>
          <a:p>
            <a:fld id="{B0237862-ED0D-41A5-AD07-9FD8B0A4D6B3}" type="slidenum">
              <a:rPr lang="en-US" smtClean="0"/>
              <a:t>‹#›</a:t>
            </a:fld>
            <a:endParaRPr lang="en-US"/>
          </a:p>
        </p:txBody>
      </p:sp>
    </p:spTree>
    <p:extLst>
      <p:ext uri="{BB962C8B-B14F-4D97-AF65-F5344CB8AC3E}">
        <p14:creationId xmlns:p14="http://schemas.microsoft.com/office/powerpoint/2010/main" val="1944572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964CC-1CC2-A4F5-6D83-F91A15110A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E84722-EABB-7580-7914-9DDD2F8F6A21}"/>
              </a:ext>
            </a:extLst>
          </p:cNvPr>
          <p:cNvSpPr>
            <a:spLocks noGrp="1"/>
          </p:cNvSpPr>
          <p:nvPr>
            <p:ph type="dt" sz="half" idx="10"/>
          </p:nvPr>
        </p:nvSpPr>
        <p:spPr/>
        <p:txBody>
          <a:bodyPr/>
          <a:lstStyle/>
          <a:p>
            <a:fld id="{FBB89531-C489-4394-880B-89409360263D}" type="datetimeFigureOut">
              <a:rPr lang="en-US" smtClean="0"/>
              <a:t>1/7/2026</a:t>
            </a:fld>
            <a:endParaRPr lang="en-US"/>
          </a:p>
        </p:txBody>
      </p:sp>
      <p:sp>
        <p:nvSpPr>
          <p:cNvPr id="4" name="Footer Placeholder 3">
            <a:extLst>
              <a:ext uri="{FF2B5EF4-FFF2-40B4-BE49-F238E27FC236}">
                <a16:creationId xmlns:a16="http://schemas.microsoft.com/office/drawing/2014/main" id="{DE6244AF-D9D4-1A46-CB63-135A38AE87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8A9A36-5C2E-3A90-7119-D9D82CD351C3}"/>
              </a:ext>
            </a:extLst>
          </p:cNvPr>
          <p:cNvSpPr>
            <a:spLocks noGrp="1"/>
          </p:cNvSpPr>
          <p:nvPr>
            <p:ph type="sldNum" sz="quarter" idx="12"/>
          </p:nvPr>
        </p:nvSpPr>
        <p:spPr/>
        <p:txBody>
          <a:bodyPr/>
          <a:lstStyle/>
          <a:p>
            <a:fld id="{B0237862-ED0D-41A5-AD07-9FD8B0A4D6B3}" type="slidenum">
              <a:rPr lang="en-US" smtClean="0"/>
              <a:t>‹#›</a:t>
            </a:fld>
            <a:endParaRPr lang="en-US"/>
          </a:p>
        </p:txBody>
      </p:sp>
    </p:spTree>
    <p:extLst>
      <p:ext uri="{BB962C8B-B14F-4D97-AF65-F5344CB8AC3E}">
        <p14:creationId xmlns:p14="http://schemas.microsoft.com/office/powerpoint/2010/main" val="1677996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86FF57-B6AF-D56B-A828-FF09F15C5663}"/>
              </a:ext>
            </a:extLst>
          </p:cNvPr>
          <p:cNvSpPr>
            <a:spLocks noGrp="1"/>
          </p:cNvSpPr>
          <p:nvPr>
            <p:ph type="dt" sz="half" idx="10"/>
          </p:nvPr>
        </p:nvSpPr>
        <p:spPr/>
        <p:txBody>
          <a:bodyPr/>
          <a:lstStyle/>
          <a:p>
            <a:fld id="{FBB89531-C489-4394-880B-89409360263D}" type="datetimeFigureOut">
              <a:rPr lang="en-US" smtClean="0"/>
              <a:t>1/7/2026</a:t>
            </a:fld>
            <a:endParaRPr lang="en-US"/>
          </a:p>
        </p:txBody>
      </p:sp>
      <p:sp>
        <p:nvSpPr>
          <p:cNvPr id="3" name="Footer Placeholder 2">
            <a:extLst>
              <a:ext uri="{FF2B5EF4-FFF2-40B4-BE49-F238E27FC236}">
                <a16:creationId xmlns:a16="http://schemas.microsoft.com/office/drawing/2014/main" id="{5AF8C16C-5627-6B4A-063A-3EC04442C2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D9F7FF-64AD-754D-4728-4A81CED8F150}"/>
              </a:ext>
            </a:extLst>
          </p:cNvPr>
          <p:cNvSpPr>
            <a:spLocks noGrp="1"/>
          </p:cNvSpPr>
          <p:nvPr>
            <p:ph type="sldNum" sz="quarter" idx="12"/>
          </p:nvPr>
        </p:nvSpPr>
        <p:spPr/>
        <p:txBody>
          <a:bodyPr/>
          <a:lstStyle/>
          <a:p>
            <a:fld id="{B0237862-ED0D-41A5-AD07-9FD8B0A4D6B3}" type="slidenum">
              <a:rPr lang="en-US" smtClean="0"/>
              <a:t>‹#›</a:t>
            </a:fld>
            <a:endParaRPr lang="en-US"/>
          </a:p>
        </p:txBody>
      </p:sp>
    </p:spTree>
    <p:extLst>
      <p:ext uri="{BB962C8B-B14F-4D97-AF65-F5344CB8AC3E}">
        <p14:creationId xmlns:p14="http://schemas.microsoft.com/office/powerpoint/2010/main" val="1113306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29F90-BF5D-3CDB-73ED-B1A7C54FE3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4501DF-2E97-BF45-B85F-1ADA3C0712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216361-317D-C49F-537A-370E764A85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3B0E83-AC6A-DBEC-C696-63E5BCA9E8C4}"/>
              </a:ext>
            </a:extLst>
          </p:cNvPr>
          <p:cNvSpPr>
            <a:spLocks noGrp="1"/>
          </p:cNvSpPr>
          <p:nvPr>
            <p:ph type="dt" sz="half" idx="10"/>
          </p:nvPr>
        </p:nvSpPr>
        <p:spPr/>
        <p:txBody>
          <a:bodyPr/>
          <a:lstStyle/>
          <a:p>
            <a:fld id="{FBB89531-C489-4394-880B-89409360263D}" type="datetimeFigureOut">
              <a:rPr lang="en-US" smtClean="0"/>
              <a:t>1/7/2026</a:t>
            </a:fld>
            <a:endParaRPr lang="en-US"/>
          </a:p>
        </p:txBody>
      </p:sp>
      <p:sp>
        <p:nvSpPr>
          <p:cNvPr id="6" name="Footer Placeholder 5">
            <a:extLst>
              <a:ext uri="{FF2B5EF4-FFF2-40B4-BE49-F238E27FC236}">
                <a16:creationId xmlns:a16="http://schemas.microsoft.com/office/drawing/2014/main" id="{3680147D-4C86-04BE-9265-423C159C61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29E7AC-CBB4-1DA1-8613-60212D47D118}"/>
              </a:ext>
            </a:extLst>
          </p:cNvPr>
          <p:cNvSpPr>
            <a:spLocks noGrp="1"/>
          </p:cNvSpPr>
          <p:nvPr>
            <p:ph type="sldNum" sz="quarter" idx="12"/>
          </p:nvPr>
        </p:nvSpPr>
        <p:spPr/>
        <p:txBody>
          <a:bodyPr/>
          <a:lstStyle/>
          <a:p>
            <a:fld id="{B0237862-ED0D-41A5-AD07-9FD8B0A4D6B3}" type="slidenum">
              <a:rPr lang="en-US" smtClean="0"/>
              <a:t>‹#›</a:t>
            </a:fld>
            <a:endParaRPr lang="en-US"/>
          </a:p>
        </p:txBody>
      </p:sp>
    </p:spTree>
    <p:extLst>
      <p:ext uri="{BB962C8B-B14F-4D97-AF65-F5344CB8AC3E}">
        <p14:creationId xmlns:p14="http://schemas.microsoft.com/office/powerpoint/2010/main" val="3879479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1F1E8-B814-9164-06BC-8786ABA627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170549-111B-A487-EEC2-732EFF787D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755AEC-B7E9-3FE6-2F22-793C60B0DA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C46FB-014B-5EDE-63F4-9675D4AA8A8C}"/>
              </a:ext>
            </a:extLst>
          </p:cNvPr>
          <p:cNvSpPr>
            <a:spLocks noGrp="1"/>
          </p:cNvSpPr>
          <p:nvPr>
            <p:ph type="dt" sz="half" idx="10"/>
          </p:nvPr>
        </p:nvSpPr>
        <p:spPr/>
        <p:txBody>
          <a:bodyPr/>
          <a:lstStyle/>
          <a:p>
            <a:fld id="{FBB89531-C489-4394-880B-89409360263D}" type="datetimeFigureOut">
              <a:rPr lang="en-US" smtClean="0"/>
              <a:t>1/7/2026</a:t>
            </a:fld>
            <a:endParaRPr lang="en-US"/>
          </a:p>
        </p:txBody>
      </p:sp>
      <p:sp>
        <p:nvSpPr>
          <p:cNvPr id="6" name="Footer Placeholder 5">
            <a:extLst>
              <a:ext uri="{FF2B5EF4-FFF2-40B4-BE49-F238E27FC236}">
                <a16:creationId xmlns:a16="http://schemas.microsoft.com/office/drawing/2014/main" id="{8E46B6BE-4C98-61C2-0EE7-3732AB53B7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4F3ADD-C108-EC5A-E15B-3D29BD3F51B7}"/>
              </a:ext>
            </a:extLst>
          </p:cNvPr>
          <p:cNvSpPr>
            <a:spLocks noGrp="1"/>
          </p:cNvSpPr>
          <p:nvPr>
            <p:ph type="sldNum" sz="quarter" idx="12"/>
          </p:nvPr>
        </p:nvSpPr>
        <p:spPr/>
        <p:txBody>
          <a:bodyPr/>
          <a:lstStyle/>
          <a:p>
            <a:fld id="{B0237862-ED0D-41A5-AD07-9FD8B0A4D6B3}" type="slidenum">
              <a:rPr lang="en-US" smtClean="0"/>
              <a:t>‹#›</a:t>
            </a:fld>
            <a:endParaRPr lang="en-US"/>
          </a:p>
        </p:txBody>
      </p:sp>
    </p:spTree>
    <p:extLst>
      <p:ext uri="{BB962C8B-B14F-4D97-AF65-F5344CB8AC3E}">
        <p14:creationId xmlns:p14="http://schemas.microsoft.com/office/powerpoint/2010/main" val="2690982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3BA56-09A9-FC86-2D22-716CB22449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80D2E7-B310-3993-31CB-9D26AF0027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9E8652-5357-AA5B-EA0F-4E2F48D2DC51}"/>
              </a:ext>
            </a:extLst>
          </p:cNvPr>
          <p:cNvSpPr>
            <a:spLocks noGrp="1"/>
          </p:cNvSpPr>
          <p:nvPr>
            <p:ph type="dt" sz="half" idx="10"/>
          </p:nvPr>
        </p:nvSpPr>
        <p:spPr/>
        <p:txBody>
          <a:bodyPr/>
          <a:lstStyle/>
          <a:p>
            <a:fld id="{FBB89531-C489-4394-880B-89409360263D}" type="datetimeFigureOut">
              <a:rPr lang="en-US" smtClean="0"/>
              <a:t>1/7/2026</a:t>
            </a:fld>
            <a:endParaRPr lang="en-US"/>
          </a:p>
        </p:txBody>
      </p:sp>
      <p:sp>
        <p:nvSpPr>
          <p:cNvPr id="5" name="Footer Placeholder 4">
            <a:extLst>
              <a:ext uri="{FF2B5EF4-FFF2-40B4-BE49-F238E27FC236}">
                <a16:creationId xmlns:a16="http://schemas.microsoft.com/office/drawing/2014/main" id="{B3A6212D-8294-06A2-B341-69E0CD576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22BED0-D81E-F453-6B9B-97E190EF309C}"/>
              </a:ext>
            </a:extLst>
          </p:cNvPr>
          <p:cNvSpPr>
            <a:spLocks noGrp="1"/>
          </p:cNvSpPr>
          <p:nvPr>
            <p:ph type="sldNum" sz="quarter" idx="12"/>
          </p:nvPr>
        </p:nvSpPr>
        <p:spPr/>
        <p:txBody>
          <a:bodyPr/>
          <a:lstStyle/>
          <a:p>
            <a:fld id="{B0237862-ED0D-41A5-AD07-9FD8B0A4D6B3}" type="slidenum">
              <a:rPr lang="en-US" smtClean="0"/>
              <a:t>‹#›</a:t>
            </a:fld>
            <a:endParaRPr lang="en-US"/>
          </a:p>
        </p:txBody>
      </p:sp>
    </p:spTree>
    <p:extLst>
      <p:ext uri="{BB962C8B-B14F-4D97-AF65-F5344CB8AC3E}">
        <p14:creationId xmlns:p14="http://schemas.microsoft.com/office/powerpoint/2010/main" val="4200771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A55FB1-6D81-7020-B0A9-E3CAD1F314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5ABDAD-2B0F-8773-85BA-9FB3FCE5A5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3F7517-7EAD-1750-4E82-CC3D1535E8F2}"/>
              </a:ext>
            </a:extLst>
          </p:cNvPr>
          <p:cNvSpPr>
            <a:spLocks noGrp="1"/>
          </p:cNvSpPr>
          <p:nvPr>
            <p:ph type="dt" sz="half" idx="10"/>
          </p:nvPr>
        </p:nvSpPr>
        <p:spPr/>
        <p:txBody>
          <a:bodyPr/>
          <a:lstStyle/>
          <a:p>
            <a:fld id="{FBB89531-C489-4394-880B-89409360263D}" type="datetimeFigureOut">
              <a:rPr lang="en-US" smtClean="0"/>
              <a:t>1/7/2026</a:t>
            </a:fld>
            <a:endParaRPr lang="en-US"/>
          </a:p>
        </p:txBody>
      </p:sp>
      <p:sp>
        <p:nvSpPr>
          <p:cNvPr id="5" name="Footer Placeholder 4">
            <a:extLst>
              <a:ext uri="{FF2B5EF4-FFF2-40B4-BE49-F238E27FC236}">
                <a16:creationId xmlns:a16="http://schemas.microsoft.com/office/drawing/2014/main" id="{03199F75-36CF-F02A-B277-79014CFF43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C85EC7-B135-7264-442F-F085B68FCDF7}"/>
              </a:ext>
            </a:extLst>
          </p:cNvPr>
          <p:cNvSpPr>
            <a:spLocks noGrp="1"/>
          </p:cNvSpPr>
          <p:nvPr>
            <p:ph type="sldNum" sz="quarter" idx="12"/>
          </p:nvPr>
        </p:nvSpPr>
        <p:spPr/>
        <p:txBody>
          <a:bodyPr/>
          <a:lstStyle/>
          <a:p>
            <a:fld id="{B0237862-ED0D-41A5-AD07-9FD8B0A4D6B3}" type="slidenum">
              <a:rPr lang="en-US" smtClean="0"/>
              <a:t>‹#›</a:t>
            </a:fld>
            <a:endParaRPr lang="en-US"/>
          </a:p>
        </p:txBody>
      </p:sp>
    </p:spTree>
    <p:extLst>
      <p:ext uri="{BB962C8B-B14F-4D97-AF65-F5344CB8AC3E}">
        <p14:creationId xmlns:p14="http://schemas.microsoft.com/office/powerpoint/2010/main" val="1192255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B26DCB-0804-30E4-1F71-DB200536A6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F18A35-02EA-D0A0-03A1-074C6CBF41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EF98E1-401D-F542-C36E-E07178C103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B89531-C489-4394-880B-89409360263D}" type="datetimeFigureOut">
              <a:rPr lang="en-US" smtClean="0"/>
              <a:t>1/7/2026</a:t>
            </a:fld>
            <a:endParaRPr lang="en-US"/>
          </a:p>
        </p:txBody>
      </p:sp>
      <p:sp>
        <p:nvSpPr>
          <p:cNvPr id="5" name="Footer Placeholder 4">
            <a:extLst>
              <a:ext uri="{FF2B5EF4-FFF2-40B4-BE49-F238E27FC236}">
                <a16:creationId xmlns:a16="http://schemas.microsoft.com/office/drawing/2014/main" id="{CC96B680-F723-1DB8-571B-9BE9D68855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301A8E-A52A-B483-ABB2-67880236A5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237862-ED0D-41A5-AD07-9FD8B0A4D6B3}" type="slidenum">
              <a:rPr lang="en-US" smtClean="0"/>
              <a:t>‹#›</a:t>
            </a:fld>
            <a:endParaRPr lang="en-US"/>
          </a:p>
        </p:txBody>
      </p:sp>
    </p:spTree>
    <p:extLst>
      <p:ext uri="{BB962C8B-B14F-4D97-AF65-F5344CB8AC3E}">
        <p14:creationId xmlns:p14="http://schemas.microsoft.com/office/powerpoint/2010/main" val="3411707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s://www.linkedin.com/posts/bortsova_nano-banana-pro-continues-to-exceed-expectations-activity-7397936766168694784-y9oI"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https://substack.com/home/post/p-180681487"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hyperlink" Target="https://ai.studio/apps/drive/1xyTLooNlIVa5zHkI6id3yXmVLb9zuBMP" TargetMode="External"/><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hyperlink" Target="https://ai.studio/apps/drive/1xyTLooNlIVa5zHkI6id3yXmVLb9zuBMP" TargetMode="Externa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9.xml.rels><?xml version="1.0" encoding="UTF-8" standalone="yes"?>
<Relationships xmlns="http://schemas.openxmlformats.org/package/2006/relationships"><Relationship Id="rId3" Type="http://schemas.openxmlformats.org/officeDocument/2006/relationships/hyperlink" Target="https://www.evidentlyai.com/ml-system-design" TargetMode="External"/><Relationship Id="rId7" Type="http://schemas.openxmlformats.org/officeDocument/2006/relationships/hyperlink" Target="https://developers.google.com/machine-learning/crash-course/embeddings"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hyperlink" Target="https://github.com/awesomelistsio/awesome-nlp" TargetMode="External"/><Relationship Id="rId5" Type="http://schemas.openxmlformats.org/officeDocument/2006/relationships/hyperlink" Target="https://github.com/keon/awesome-nlp" TargetMode="External"/><Relationship Id="rId4" Type="http://schemas.openxmlformats.org/officeDocument/2006/relationships/hyperlink" Target="https://github.com/microsoft/generative-ai-for-beginne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9F2931-70EC-414E-8957-39CC893D9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8FFBE11-4B3E-48D7-94D4-2EC8CC9FE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79720"/>
            <a:ext cx="12192000" cy="3378280"/>
          </a:xfrm>
          <a:custGeom>
            <a:avLst/>
            <a:gdLst>
              <a:gd name="connsiteX0" fmla="*/ 0 w 12192000"/>
              <a:gd name="connsiteY0" fmla="*/ 0 h 3378280"/>
              <a:gd name="connsiteX1" fmla="*/ 13973 w 12192000"/>
              <a:gd name="connsiteY1" fmla="*/ 3431 h 3378280"/>
              <a:gd name="connsiteX2" fmla="*/ 86774 w 12192000"/>
              <a:gd name="connsiteY2" fmla="*/ 43536 h 3378280"/>
              <a:gd name="connsiteX3" fmla="*/ 229780 w 12192000"/>
              <a:gd name="connsiteY3" fmla="*/ 145557 h 3378280"/>
              <a:gd name="connsiteX4" fmla="*/ 302639 w 12192000"/>
              <a:gd name="connsiteY4" fmla="*/ 203425 h 3378280"/>
              <a:gd name="connsiteX5" fmla="*/ 348081 w 12192000"/>
              <a:gd name="connsiteY5" fmla="*/ 187174 h 3378280"/>
              <a:gd name="connsiteX6" fmla="*/ 436950 w 12192000"/>
              <a:gd name="connsiteY6" fmla="*/ 184066 h 3378280"/>
              <a:gd name="connsiteX7" fmla="*/ 501693 w 12192000"/>
              <a:gd name="connsiteY7" fmla="*/ 233225 h 3378280"/>
              <a:gd name="connsiteX8" fmla="*/ 557201 w 12192000"/>
              <a:gd name="connsiteY8" fmla="*/ 312390 h 3378280"/>
              <a:gd name="connsiteX9" fmla="*/ 617648 w 12192000"/>
              <a:gd name="connsiteY9" fmla="*/ 333897 h 3378280"/>
              <a:gd name="connsiteX10" fmla="*/ 692332 w 12192000"/>
              <a:gd name="connsiteY10" fmla="*/ 386327 h 3378280"/>
              <a:gd name="connsiteX11" fmla="*/ 802009 w 12192000"/>
              <a:gd name="connsiteY11" fmla="*/ 419027 h 3378280"/>
              <a:gd name="connsiteX12" fmla="*/ 914003 w 12192000"/>
              <a:gd name="connsiteY12" fmla="*/ 475419 h 3378280"/>
              <a:gd name="connsiteX13" fmla="*/ 938561 w 12192000"/>
              <a:gd name="connsiteY13" fmla="*/ 472887 h 3378280"/>
              <a:gd name="connsiteX14" fmla="*/ 1035683 w 12192000"/>
              <a:gd name="connsiteY14" fmla="*/ 486697 h 3378280"/>
              <a:gd name="connsiteX15" fmla="*/ 1035757 w 12192000"/>
              <a:gd name="connsiteY15" fmla="*/ 486731 h 3378280"/>
              <a:gd name="connsiteX16" fmla="*/ 1074336 w 12192000"/>
              <a:gd name="connsiteY16" fmla="*/ 494465 h 3378280"/>
              <a:gd name="connsiteX17" fmla="*/ 1285084 w 12192000"/>
              <a:gd name="connsiteY17" fmla="*/ 589112 h 3378280"/>
              <a:gd name="connsiteX18" fmla="*/ 1409116 w 12192000"/>
              <a:gd name="connsiteY18" fmla="*/ 656332 h 3378280"/>
              <a:gd name="connsiteX19" fmla="*/ 1533725 w 12192000"/>
              <a:gd name="connsiteY19" fmla="*/ 699179 h 3378280"/>
              <a:gd name="connsiteX20" fmla="*/ 1636242 w 12192000"/>
              <a:gd name="connsiteY20" fmla="*/ 741533 h 3378280"/>
              <a:gd name="connsiteX21" fmla="*/ 1704848 w 12192000"/>
              <a:gd name="connsiteY21" fmla="*/ 770749 h 3378280"/>
              <a:gd name="connsiteX22" fmla="*/ 1718292 w 12192000"/>
              <a:gd name="connsiteY22" fmla="*/ 781051 h 3378280"/>
              <a:gd name="connsiteX23" fmla="*/ 1720835 w 12192000"/>
              <a:gd name="connsiteY23" fmla="*/ 781117 h 3378280"/>
              <a:gd name="connsiteX24" fmla="*/ 1753341 w 12192000"/>
              <a:gd name="connsiteY24" fmla="*/ 800301 h 3378280"/>
              <a:gd name="connsiteX25" fmla="*/ 1775454 w 12192000"/>
              <a:gd name="connsiteY25" fmla="*/ 815182 h 3378280"/>
              <a:gd name="connsiteX26" fmla="*/ 1781011 w 12192000"/>
              <a:gd name="connsiteY26" fmla="*/ 816068 h 3378280"/>
              <a:gd name="connsiteX27" fmla="*/ 1817738 w 12192000"/>
              <a:gd name="connsiteY27" fmla="*/ 834926 h 3378280"/>
              <a:gd name="connsiteX28" fmla="*/ 1830702 w 12192000"/>
              <a:gd name="connsiteY28" fmla="*/ 836485 h 3378280"/>
              <a:gd name="connsiteX29" fmla="*/ 1853950 w 12192000"/>
              <a:gd name="connsiteY29" fmla="*/ 841519 h 3378280"/>
              <a:gd name="connsiteX30" fmla="*/ 1915890 w 12192000"/>
              <a:gd name="connsiteY30" fmla="*/ 841983 h 3378280"/>
              <a:gd name="connsiteX31" fmla="*/ 1960900 w 12192000"/>
              <a:gd name="connsiteY31" fmla="*/ 865789 h 3378280"/>
              <a:gd name="connsiteX32" fmla="*/ 1961217 w 12192000"/>
              <a:gd name="connsiteY32" fmla="*/ 865662 h 3378280"/>
              <a:gd name="connsiteX33" fmla="*/ 1969825 w 12192000"/>
              <a:gd name="connsiteY33" fmla="*/ 869049 h 3378280"/>
              <a:gd name="connsiteX34" fmla="*/ 1975234 w 12192000"/>
              <a:gd name="connsiteY34" fmla="*/ 872329 h 3378280"/>
              <a:gd name="connsiteX35" fmla="*/ 1990485 w 12192000"/>
              <a:gd name="connsiteY35" fmla="*/ 879288 h 3378280"/>
              <a:gd name="connsiteX36" fmla="*/ 1996793 w 12192000"/>
              <a:gd name="connsiteY36" fmla="*/ 880361 h 3378280"/>
              <a:gd name="connsiteX37" fmla="*/ 2055091 w 12192000"/>
              <a:gd name="connsiteY37" fmla="*/ 872818 h 3378280"/>
              <a:gd name="connsiteX38" fmla="*/ 2165143 w 12192000"/>
              <a:gd name="connsiteY38" fmla="*/ 892293 h 3378280"/>
              <a:gd name="connsiteX39" fmla="*/ 2274196 w 12192000"/>
              <a:gd name="connsiteY39" fmla="*/ 914768 h 3378280"/>
              <a:gd name="connsiteX40" fmla="*/ 2383986 w 12192000"/>
              <a:gd name="connsiteY40" fmla="*/ 934891 h 3378280"/>
              <a:gd name="connsiteX41" fmla="*/ 2420278 w 12192000"/>
              <a:gd name="connsiteY41" fmla="*/ 933890 h 3378280"/>
              <a:gd name="connsiteX42" fmla="*/ 2426203 w 12192000"/>
              <a:gd name="connsiteY42" fmla="*/ 933891 h 3378280"/>
              <a:gd name="connsiteX43" fmla="*/ 2448674 w 12192000"/>
              <a:gd name="connsiteY43" fmla="*/ 941056 h 3378280"/>
              <a:gd name="connsiteX44" fmla="*/ 2457640 w 12192000"/>
              <a:gd name="connsiteY44" fmla="*/ 943105 h 3378280"/>
              <a:gd name="connsiteX45" fmla="*/ 2457852 w 12192000"/>
              <a:gd name="connsiteY45" fmla="*/ 942912 h 3378280"/>
              <a:gd name="connsiteX46" fmla="*/ 2466265 w 12192000"/>
              <a:gd name="connsiteY46" fmla="*/ 945310 h 3378280"/>
              <a:gd name="connsiteX47" fmla="*/ 2507496 w 12192000"/>
              <a:gd name="connsiteY47" fmla="*/ 960111 h 3378280"/>
              <a:gd name="connsiteX48" fmla="*/ 2561127 w 12192000"/>
              <a:gd name="connsiteY48" fmla="*/ 949411 h 3378280"/>
              <a:gd name="connsiteX49" fmla="*/ 2583467 w 12192000"/>
              <a:gd name="connsiteY49" fmla="*/ 950570 h 3378280"/>
              <a:gd name="connsiteX50" fmla="*/ 2595361 w 12192000"/>
              <a:gd name="connsiteY50" fmla="*/ 949884 h 3378280"/>
              <a:gd name="connsiteX51" fmla="*/ 2596075 w 12192000"/>
              <a:gd name="connsiteY51" fmla="*/ 949000 h 3378280"/>
              <a:gd name="connsiteX52" fmla="*/ 2666638 w 12192000"/>
              <a:gd name="connsiteY52" fmla="*/ 975095 h 3378280"/>
              <a:gd name="connsiteX53" fmla="*/ 2703393 w 12192000"/>
              <a:gd name="connsiteY53" fmla="*/ 989635 h 3378280"/>
              <a:gd name="connsiteX54" fmla="*/ 2705616 w 12192000"/>
              <a:gd name="connsiteY54" fmla="*/ 989244 h 3378280"/>
              <a:gd name="connsiteX55" fmla="*/ 2721898 w 12192000"/>
              <a:gd name="connsiteY55" fmla="*/ 997777 h 3378280"/>
              <a:gd name="connsiteX56" fmla="*/ 2735669 w 12192000"/>
              <a:gd name="connsiteY56" fmla="*/ 1009612 h 3378280"/>
              <a:gd name="connsiteX57" fmla="*/ 2857526 w 12192000"/>
              <a:gd name="connsiteY57" fmla="*/ 1030627 h 3378280"/>
              <a:gd name="connsiteX58" fmla="*/ 3021918 w 12192000"/>
              <a:gd name="connsiteY58" fmla="*/ 1088093 h 3378280"/>
              <a:gd name="connsiteX59" fmla="*/ 3155458 w 12192000"/>
              <a:gd name="connsiteY59" fmla="*/ 1121618 h 3378280"/>
              <a:gd name="connsiteX60" fmla="*/ 3328229 w 12192000"/>
              <a:gd name="connsiteY60" fmla="*/ 1155903 h 3378280"/>
              <a:gd name="connsiteX61" fmla="*/ 3448440 w 12192000"/>
              <a:gd name="connsiteY61" fmla="*/ 1184343 h 3378280"/>
              <a:gd name="connsiteX62" fmla="*/ 3499287 w 12192000"/>
              <a:gd name="connsiteY62" fmla="*/ 1209472 h 3378280"/>
              <a:gd name="connsiteX63" fmla="*/ 3520027 w 12192000"/>
              <a:gd name="connsiteY63" fmla="*/ 1207338 h 3378280"/>
              <a:gd name="connsiteX64" fmla="*/ 3523594 w 12192000"/>
              <a:gd name="connsiteY64" fmla="*/ 1206755 h 3378280"/>
              <a:gd name="connsiteX65" fmla="*/ 3538013 w 12192000"/>
              <a:gd name="connsiteY65" fmla="*/ 1209066 h 3378280"/>
              <a:gd name="connsiteX66" fmla="*/ 3541918 w 12192000"/>
              <a:gd name="connsiteY66" fmla="*/ 1203922 h 3378280"/>
              <a:gd name="connsiteX67" fmla="*/ 3590082 w 12192000"/>
              <a:gd name="connsiteY67" fmla="*/ 1209115 h 3378280"/>
              <a:gd name="connsiteX68" fmla="*/ 3716445 w 12192000"/>
              <a:gd name="connsiteY68" fmla="*/ 1243431 h 3378280"/>
              <a:gd name="connsiteX69" fmla="*/ 3792028 w 12192000"/>
              <a:gd name="connsiteY69" fmla="*/ 1260288 h 3378280"/>
              <a:gd name="connsiteX70" fmla="*/ 3820707 w 12192000"/>
              <a:gd name="connsiteY70" fmla="*/ 1260924 h 3378280"/>
              <a:gd name="connsiteX71" fmla="*/ 3860784 w 12192000"/>
              <a:gd name="connsiteY71" fmla="*/ 1265692 h 3378280"/>
              <a:gd name="connsiteX72" fmla="*/ 3997310 w 12192000"/>
              <a:gd name="connsiteY72" fmla="*/ 1281176 h 3378280"/>
              <a:gd name="connsiteX73" fmla="*/ 4040665 w 12192000"/>
              <a:gd name="connsiteY73" fmla="*/ 1291934 h 3378280"/>
              <a:gd name="connsiteX74" fmla="*/ 4046831 w 12192000"/>
              <a:gd name="connsiteY74" fmla="*/ 1293910 h 3378280"/>
              <a:gd name="connsiteX75" fmla="*/ 4095847 w 12192000"/>
              <a:gd name="connsiteY75" fmla="*/ 1316851 h 3378280"/>
              <a:gd name="connsiteX76" fmla="*/ 4101945 w 12192000"/>
              <a:gd name="connsiteY76" fmla="*/ 1313869 h 3378280"/>
              <a:gd name="connsiteX77" fmla="*/ 4119420 w 12192000"/>
              <a:gd name="connsiteY77" fmla="*/ 1313965 h 3378280"/>
              <a:gd name="connsiteX78" fmla="*/ 4131728 w 12192000"/>
              <a:gd name="connsiteY78" fmla="*/ 1322978 h 3378280"/>
              <a:gd name="connsiteX79" fmla="*/ 4193827 w 12192000"/>
              <a:gd name="connsiteY79" fmla="*/ 1350222 h 3378280"/>
              <a:gd name="connsiteX80" fmla="*/ 4286157 w 12192000"/>
              <a:gd name="connsiteY80" fmla="*/ 1385101 h 3378280"/>
              <a:gd name="connsiteX81" fmla="*/ 4298907 w 12192000"/>
              <a:gd name="connsiteY81" fmla="*/ 1394396 h 3378280"/>
              <a:gd name="connsiteX82" fmla="*/ 4323224 w 12192000"/>
              <a:gd name="connsiteY82" fmla="*/ 1403133 h 3378280"/>
              <a:gd name="connsiteX83" fmla="*/ 4404439 w 12192000"/>
              <a:gd name="connsiteY83" fmla="*/ 1417252 h 3378280"/>
              <a:gd name="connsiteX84" fmla="*/ 4423989 w 12192000"/>
              <a:gd name="connsiteY84" fmla="*/ 1410448 h 3378280"/>
              <a:gd name="connsiteX85" fmla="*/ 4427300 w 12192000"/>
              <a:gd name="connsiteY85" fmla="*/ 1409068 h 3378280"/>
              <a:gd name="connsiteX86" fmla="*/ 4441847 w 12192000"/>
              <a:gd name="connsiteY86" fmla="*/ 1408029 h 3378280"/>
              <a:gd name="connsiteX87" fmla="*/ 4444331 w 12192000"/>
              <a:gd name="connsiteY87" fmla="*/ 1402133 h 3378280"/>
              <a:gd name="connsiteX88" fmla="*/ 4492293 w 12192000"/>
              <a:gd name="connsiteY88" fmla="*/ 1396205 h 3378280"/>
              <a:gd name="connsiteX89" fmla="*/ 4623335 w 12192000"/>
              <a:gd name="connsiteY89" fmla="*/ 1400793 h 3378280"/>
              <a:gd name="connsiteX90" fmla="*/ 4700790 w 12192000"/>
              <a:gd name="connsiteY90" fmla="*/ 1399970 h 3378280"/>
              <a:gd name="connsiteX91" fmla="*/ 4728732 w 12192000"/>
              <a:gd name="connsiteY91" fmla="*/ 1394050 h 3378280"/>
              <a:gd name="connsiteX92" fmla="*/ 4768749 w 12192000"/>
              <a:gd name="connsiteY92" fmla="*/ 1389553 h 3378280"/>
              <a:gd name="connsiteX93" fmla="*/ 4838227 w 12192000"/>
              <a:gd name="connsiteY93" fmla="*/ 1377273 h 3378280"/>
              <a:gd name="connsiteX94" fmla="*/ 4904889 w 12192000"/>
              <a:gd name="connsiteY94" fmla="*/ 1373499 h 3378280"/>
              <a:gd name="connsiteX95" fmla="*/ 4949597 w 12192000"/>
              <a:gd name="connsiteY95" fmla="*/ 1374085 h 3378280"/>
              <a:gd name="connsiteX96" fmla="*/ 4956064 w 12192000"/>
              <a:gd name="connsiteY96" fmla="*/ 1374603 h 3378280"/>
              <a:gd name="connsiteX97" fmla="*/ 5009322 w 12192000"/>
              <a:gd name="connsiteY97" fmla="*/ 1385751 h 3378280"/>
              <a:gd name="connsiteX98" fmla="*/ 5014476 w 12192000"/>
              <a:gd name="connsiteY98" fmla="*/ 1381460 h 3378280"/>
              <a:gd name="connsiteX99" fmla="*/ 5031428 w 12192000"/>
              <a:gd name="connsiteY99" fmla="*/ 1377570 h 3378280"/>
              <a:gd name="connsiteX100" fmla="*/ 5045619 w 12192000"/>
              <a:gd name="connsiteY100" fmla="*/ 1383532 h 3378280"/>
              <a:gd name="connsiteX101" fmla="*/ 5112635 w 12192000"/>
              <a:gd name="connsiteY101" fmla="*/ 1395891 h 3378280"/>
              <a:gd name="connsiteX102" fmla="*/ 5210851 w 12192000"/>
              <a:gd name="connsiteY102" fmla="*/ 1408784 h 3378280"/>
              <a:gd name="connsiteX103" fmla="*/ 5225543 w 12192000"/>
              <a:gd name="connsiteY103" fmla="*/ 1414923 h 3378280"/>
              <a:gd name="connsiteX104" fmla="*/ 5321696 w 12192000"/>
              <a:gd name="connsiteY104" fmla="*/ 1432414 h 3378280"/>
              <a:gd name="connsiteX105" fmla="*/ 5372327 w 12192000"/>
              <a:gd name="connsiteY105" fmla="*/ 1436597 h 3378280"/>
              <a:gd name="connsiteX106" fmla="*/ 5378149 w 12192000"/>
              <a:gd name="connsiteY106" fmla="*/ 1431785 h 3378280"/>
              <a:gd name="connsiteX107" fmla="*/ 5393069 w 12192000"/>
              <a:gd name="connsiteY107" fmla="*/ 1433737 h 3378280"/>
              <a:gd name="connsiteX108" fmla="*/ 5527621 w 12192000"/>
              <a:gd name="connsiteY108" fmla="*/ 1458786 h 3378280"/>
              <a:gd name="connsiteX109" fmla="*/ 5680585 w 12192000"/>
              <a:gd name="connsiteY109" fmla="*/ 1498233 h 3378280"/>
              <a:gd name="connsiteX110" fmla="*/ 5783795 w 12192000"/>
              <a:gd name="connsiteY110" fmla="*/ 1499932 h 3378280"/>
              <a:gd name="connsiteX111" fmla="*/ 6016525 w 12192000"/>
              <a:gd name="connsiteY111" fmla="*/ 1577292 h 3378280"/>
              <a:gd name="connsiteX112" fmla="*/ 6186598 w 12192000"/>
              <a:gd name="connsiteY112" fmla="*/ 1606065 h 3378280"/>
              <a:gd name="connsiteX113" fmla="*/ 6197872 w 12192000"/>
              <a:gd name="connsiteY113" fmla="*/ 1616845 h 3378280"/>
              <a:gd name="connsiteX114" fmla="*/ 6212885 w 12192000"/>
              <a:gd name="connsiteY114" fmla="*/ 1624535 h 3378280"/>
              <a:gd name="connsiteX115" fmla="*/ 6319240 w 12192000"/>
              <a:gd name="connsiteY115" fmla="*/ 1660375 h 3378280"/>
              <a:gd name="connsiteX116" fmla="*/ 6333397 w 12192000"/>
              <a:gd name="connsiteY116" fmla="*/ 1658763 h 3378280"/>
              <a:gd name="connsiteX117" fmla="*/ 6357266 w 12192000"/>
              <a:gd name="connsiteY117" fmla="*/ 1659543 h 3378280"/>
              <a:gd name="connsiteX118" fmla="*/ 6418740 w 12192000"/>
              <a:gd name="connsiteY118" fmla="*/ 1648944 h 3378280"/>
              <a:gd name="connsiteX119" fmla="*/ 6458877 w 12192000"/>
              <a:gd name="connsiteY119" fmla="*/ 1662117 h 3378280"/>
              <a:gd name="connsiteX120" fmla="*/ 6467254 w 12192000"/>
              <a:gd name="connsiteY120" fmla="*/ 1664227 h 3378280"/>
              <a:gd name="connsiteX121" fmla="*/ 6467545 w 12192000"/>
              <a:gd name="connsiteY121" fmla="*/ 1664046 h 3378280"/>
              <a:gd name="connsiteX122" fmla="*/ 6476635 w 12192000"/>
              <a:gd name="connsiteY122" fmla="*/ 1665826 h 3378280"/>
              <a:gd name="connsiteX123" fmla="*/ 6482535 w 12192000"/>
              <a:gd name="connsiteY123" fmla="*/ 1668074 h 3378280"/>
              <a:gd name="connsiteX124" fmla="*/ 6498791 w 12192000"/>
              <a:gd name="connsiteY124" fmla="*/ 1672167 h 3378280"/>
              <a:gd name="connsiteX125" fmla="*/ 6505220 w 12192000"/>
              <a:gd name="connsiteY125" fmla="*/ 1672092 h 3378280"/>
              <a:gd name="connsiteX126" fmla="*/ 6508969 w 12192000"/>
              <a:gd name="connsiteY126" fmla="*/ 1669922 h 3378280"/>
              <a:gd name="connsiteX127" fmla="*/ 6544886 w 12192000"/>
              <a:gd name="connsiteY127" fmla="*/ 1670695 h 3378280"/>
              <a:gd name="connsiteX128" fmla="*/ 6617859 w 12192000"/>
              <a:gd name="connsiteY128" fmla="*/ 1679453 h 3378280"/>
              <a:gd name="connsiteX129" fmla="*/ 6657726 w 12192000"/>
              <a:gd name="connsiteY129" fmla="*/ 1687906 h 3378280"/>
              <a:gd name="connsiteX130" fmla="*/ 6769041 w 12192000"/>
              <a:gd name="connsiteY130" fmla="*/ 1707304 h 3378280"/>
              <a:gd name="connsiteX131" fmla="*/ 6882368 w 12192000"/>
              <a:gd name="connsiteY131" fmla="*/ 1723914 h 3378280"/>
              <a:gd name="connsiteX132" fmla="*/ 6968822 w 12192000"/>
              <a:gd name="connsiteY132" fmla="*/ 1723334 h 3378280"/>
              <a:gd name="connsiteX133" fmla="*/ 6973672 w 12192000"/>
              <a:gd name="connsiteY133" fmla="*/ 1726298 h 3378280"/>
              <a:gd name="connsiteX134" fmla="*/ 6981961 w 12192000"/>
              <a:gd name="connsiteY134" fmla="*/ 1729324 h 3378280"/>
              <a:gd name="connsiteX135" fmla="*/ 6982342 w 12192000"/>
              <a:gd name="connsiteY135" fmla="*/ 1729201 h 3378280"/>
              <a:gd name="connsiteX136" fmla="*/ 6989757 w 12192000"/>
              <a:gd name="connsiteY136" fmla="*/ 1732420 h 3378280"/>
              <a:gd name="connsiteX137" fmla="*/ 7023794 w 12192000"/>
              <a:gd name="connsiteY137" fmla="*/ 1750660 h 3378280"/>
              <a:gd name="connsiteX138" fmla="*/ 7090828 w 12192000"/>
              <a:gd name="connsiteY138" fmla="*/ 1750287 h 3378280"/>
              <a:gd name="connsiteX139" fmla="*/ 7114479 w 12192000"/>
              <a:gd name="connsiteY139" fmla="*/ 1754649 h 3378280"/>
              <a:gd name="connsiteX140" fmla="*/ 7162053 w 12192000"/>
              <a:gd name="connsiteY140" fmla="*/ 1772908 h 3378280"/>
              <a:gd name="connsiteX141" fmla="*/ 7167808 w 12192000"/>
              <a:gd name="connsiteY141" fmla="*/ 1773656 h 3378280"/>
              <a:gd name="connsiteX142" fmla="*/ 7187185 w 12192000"/>
              <a:gd name="connsiteY142" fmla="*/ 1787148 h 3378280"/>
              <a:gd name="connsiteX143" fmla="*/ 7216505 w 12192000"/>
              <a:gd name="connsiteY143" fmla="*/ 1804489 h 3378280"/>
              <a:gd name="connsiteX144" fmla="*/ 7219246 w 12192000"/>
              <a:gd name="connsiteY144" fmla="*/ 1804514 h 3378280"/>
              <a:gd name="connsiteX145" fmla="*/ 7230639 w 12192000"/>
              <a:gd name="connsiteY145" fmla="*/ 1813879 h 3378280"/>
              <a:gd name="connsiteX146" fmla="*/ 7236776 w 12192000"/>
              <a:gd name="connsiteY146" fmla="*/ 1825514 h 3378280"/>
              <a:gd name="connsiteX147" fmla="*/ 7394082 w 12192000"/>
              <a:gd name="connsiteY147" fmla="*/ 1877925 h 3378280"/>
              <a:gd name="connsiteX148" fmla="*/ 7505820 w 12192000"/>
              <a:gd name="connsiteY148" fmla="*/ 1933859 h 3378280"/>
              <a:gd name="connsiteX149" fmla="*/ 7572147 w 12192000"/>
              <a:gd name="connsiteY149" fmla="*/ 2003817 h 3378280"/>
              <a:gd name="connsiteX150" fmla="*/ 7828975 w 12192000"/>
              <a:gd name="connsiteY150" fmla="*/ 2061508 h 3378280"/>
              <a:gd name="connsiteX151" fmla="*/ 7886804 w 12192000"/>
              <a:gd name="connsiteY151" fmla="*/ 2075509 h 3378280"/>
              <a:gd name="connsiteX152" fmla="*/ 7923558 w 12192000"/>
              <a:gd name="connsiteY152" fmla="*/ 2103529 h 3378280"/>
              <a:gd name="connsiteX153" fmla="*/ 7947954 w 12192000"/>
              <a:gd name="connsiteY153" fmla="*/ 2104996 h 3378280"/>
              <a:gd name="connsiteX154" fmla="*/ 7952318 w 12192000"/>
              <a:gd name="connsiteY154" fmla="*/ 2105077 h 3378280"/>
              <a:gd name="connsiteX155" fmla="*/ 7966398 w 12192000"/>
              <a:gd name="connsiteY155" fmla="*/ 2109147 h 3378280"/>
              <a:gd name="connsiteX156" fmla="*/ 7974591 w 12192000"/>
              <a:gd name="connsiteY156" fmla="*/ 2105612 h 3378280"/>
              <a:gd name="connsiteX157" fmla="*/ 7998806 w 12192000"/>
              <a:gd name="connsiteY157" fmla="*/ 2108382 h 3378280"/>
              <a:gd name="connsiteX158" fmla="*/ 8023544 w 12192000"/>
              <a:gd name="connsiteY158" fmla="*/ 2117183 h 3378280"/>
              <a:gd name="connsiteX159" fmla="*/ 8136247 w 12192000"/>
              <a:gd name="connsiteY159" fmla="*/ 2164190 h 3378280"/>
              <a:gd name="connsiteX160" fmla="*/ 8206445 w 12192000"/>
              <a:gd name="connsiteY160" fmla="*/ 2189356 h 3378280"/>
              <a:gd name="connsiteX161" fmla="*/ 8237464 w 12192000"/>
              <a:gd name="connsiteY161" fmla="*/ 2194272 h 3378280"/>
              <a:gd name="connsiteX162" fmla="*/ 8277853 w 12192000"/>
              <a:gd name="connsiteY162" fmla="*/ 2204259 h 3378280"/>
              <a:gd name="connsiteX163" fmla="*/ 8352501 w 12192000"/>
              <a:gd name="connsiteY163" fmla="*/ 2218290 h 3378280"/>
              <a:gd name="connsiteX164" fmla="*/ 8446938 w 12192000"/>
              <a:gd name="connsiteY164" fmla="*/ 2243393 h 3378280"/>
              <a:gd name="connsiteX165" fmla="*/ 8497138 w 12192000"/>
              <a:gd name="connsiteY165" fmla="*/ 2281506 h 3378280"/>
              <a:gd name="connsiteX166" fmla="*/ 8506096 w 12192000"/>
              <a:gd name="connsiteY166" fmla="*/ 2280042 h 3378280"/>
              <a:gd name="connsiteX167" fmla="*/ 8549806 w 12192000"/>
              <a:gd name="connsiteY167" fmla="*/ 2296675 h 3378280"/>
              <a:gd name="connsiteX168" fmla="*/ 8680256 w 12192000"/>
              <a:gd name="connsiteY168" fmla="*/ 2378758 h 3378280"/>
              <a:gd name="connsiteX169" fmla="*/ 8766301 w 12192000"/>
              <a:gd name="connsiteY169" fmla="*/ 2410605 h 3378280"/>
              <a:gd name="connsiteX170" fmla="*/ 8800492 w 12192000"/>
              <a:gd name="connsiteY170" fmla="*/ 2418067 h 3378280"/>
              <a:gd name="connsiteX171" fmla="*/ 8857555 w 12192000"/>
              <a:gd name="connsiteY171" fmla="*/ 2430810 h 3378280"/>
              <a:gd name="connsiteX172" fmla="*/ 8951967 w 12192000"/>
              <a:gd name="connsiteY172" fmla="*/ 2460856 h 3378280"/>
              <a:gd name="connsiteX173" fmla="*/ 9002970 w 12192000"/>
              <a:gd name="connsiteY173" fmla="*/ 2472291 h 3378280"/>
              <a:gd name="connsiteX174" fmla="*/ 9081613 w 12192000"/>
              <a:gd name="connsiteY174" fmla="*/ 2488296 h 3378280"/>
              <a:gd name="connsiteX175" fmla="*/ 9091561 w 12192000"/>
              <a:gd name="connsiteY175" fmla="*/ 2494386 h 3378280"/>
              <a:gd name="connsiteX176" fmla="*/ 9140625 w 12192000"/>
              <a:gd name="connsiteY176" fmla="*/ 2486779 h 3378280"/>
              <a:gd name="connsiteX177" fmla="*/ 9271105 w 12192000"/>
              <a:gd name="connsiteY177" fmla="*/ 2511730 h 3378280"/>
              <a:gd name="connsiteX178" fmla="*/ 9295023 w 12192000"/>
              <a:gd name="connsiteY178" fmla="*/ 2512830 h 3378280"/>
              <a:gd name="connsiteX179" fmla="*/ 9321673 w 12192000"/>
              <a:gd name="connsiteY179" fmla="*/ 2524119 h 3378280"/>
              <a:gd name="connsiteX180" fmla="*/ 9378975 w 12192000"/>
              <a:gd name="connsiteY180" fmla="*/ 2543803 h 3378280"/>
              <a:gd name="connsiteX181" fmla="*/ 9414193 w 12192000"/>
              <a:gd name="connsiteY181" fmla="*/ 2562927 h 3378280"/>
              <a:gd name="connsiteX182" fmla="*/ 9426009 w 12192000"/>
              <a:gd name="connsiteY182" fmla="*/ 2558847 h 3378280"/>
              <a:gd name="connsiteX183" fmla="*/ 9450634 w 12192000"/>
              <a:gd name="connsiteY183" fmla="*/ 2560685 h 3378280"/>
              <a:gd name="connsiteX184" fmla="*/ 9549097 w 12192000"/>
              <a:gd name="connsiteY184" fmla="*/ 2585168 h 3378280"/>
              <a:gd name="connsiteX185" fmla="*/ 9567633 w 12192000"/>
              <a:gd name="connsiteY185" fmla="*/ 2587105 h 3378280"/>
              <a:gd name="connsiteX186" fmla="*/ 9586878 w 12192000"/>
              <a:gd name="connsiteY186" fmla="*/ 2596659 h 3378280"/>
              <a:gd name="connsiteX187" fmla="*/ 9589974 w 12192000"/>
              <a:gd name="connsiteY187" fmla="*/ 2598235 h 3378280"/>
              <a:gd name="connsiteX188" fmla="*/ 9590570 w 12192000"/>
              <a:gd name="connsiteY188" fmla="*/ 2598249 h 3378280"/>
              <a:gd name="connsiteX189" fmla="*/ 9591896 w 12192000"/>
              <a:gd name="connsiteY189" fmla="*/ 2599214 h 3378280"/>
              <a:gd name="connsiteX190" fmla="*/ 9604535 w 12192000"/>
              <a:gd name="connsiteY190" fmla="*/ 2605654 h 3378280"/>
              <a:gd name="connsiteX191" fmla="*/ 9610554 w 12192000"/>
              <a:gd name="connsiteY191" fmla="*/ 2606189 h 3378280"/>
              <a:gd name="connsiteX192" fmla="*/ 9690072 w 12192000"/>
              <a:gd name="connsiteY192" fmla="*/ 2638745 h 3378280"/>
              <a:gd name="connsiteX193" fmla="*/ 9726964 w 12192000"/>
              <a:gd name="connsiteY193" fmla="*/ 2653728 h 3378280"/>
              <a:gd name="connsiteX194" fmla="*/ 9738036 w 12192000"/>
              <a:gd name="connsiteY194" fmla="*/ 2654794 h 3378280"/>
              <a:gd name="connsiteX195" fmla="*/ 9774202 w 12192000"/>
              <a:gd name="connsiteY195" fmla="*/ 2671509 h 3378280"/>
              <a:gd name="connsiteX196" fmla="*/ 9793246 w 12192000"/>
              <a:gd name="connsiteY196" fmla="*/ 2675245 h 3378280"/>
              <a:gd name="connsiteX197" fmla="*/ 9890301 w 12192000"/>
              <a:gd name="connsiteY197" fmla="*/ 2700274 h 3378280"/>
              <a:gd name="connsiteX198" fmla="*/ 9915070 w 12192000"/>
              <a:gd name="connsiteY198" fmla="*/ 2699250 h 3378280"/>
              <a:gd name="connsiteX199" fmla="*/ 9976517 w 12192000"/>
              <a:gd name="connsiteY199" fmla="*/ 2732899 h 3378280"/>
              <a:gd name="connsiteX200" fmla="*/ 9990168 w 12192000"/>
              <a:gd name="connsiteY200" fmla="*/ 2737877 h 3378280"/>
              <a:gd name="connsiteX201" fmla="*/ 9995041 w 12192000"/>
              <a:gd name="connsiteY201" fmla="*/ 2741223 h 3378280"/>
              <a:gd name="connsiteX202" fmla="*/ 10012636 w 12192000"/>
              <a:gd name="connsiteY202" fmla="*/ 2729876 h 3378280"/>
              <a:gd name="connsiteX203" fmla="*/ 10044280 w 12192000"/>
              <a:gd name="connsiteY203" fmla="*/ 2726966 h 3378280"/>
              <a:gd name="connsiteX204" fmla="*/ 10057934 w 12192000"/>
              <a:gd name="connsiteY204" fmla="*/ 2735671 h 3378280"/>
              <a:gd name="connsiteX205" fmla="*/ 10148373 w 12192000"/>
              <a:gd name="connsiteY205" fmla="*/ 2778987 h 3378280"/>
              <a:gd name="connsiteX206" fmla="*/ 10176601 w 12192000"/>
              <a:gd name="connsiteY206" fmla="*/ 2791940 h 3378280"/>
              <a:gd name="connsiteX207" fmla="*/ 10235082 w 12192000"/>
              <a:gd name="connsiteY207" fmla="*/ 2816761 h 3378280"/>
              <a:gd name="connsiteX208" fmla="*/ 10421684 w 12192000"/>
              <a:gd name="connsiteY208" fmla="*/ 2833871 h 3378280"/>
              <a:gd name="connsiteX209" fmla="*/ 10507376 w 12192000"/>
              <a:gd name="connsiteY209" fmla="*/ 2822262 h 3378280"/>
              <a:gd name="connsiteX210" fmla="*/ 10738376 w 12192000"/>
              <a:gd name="connsiteY210" fmla="*/ 2833353 h 3378280"/>
              <a:gd name="connsiteX211" fmla="*/ 11043443 w 12192000"/>
              <a:gd name="connsiteY211" fmla="*/ 2803954 h 3378280"/>
              <a:gd name="connsiteX212" fmla="*/ 11115269 w 12192000"/>
              <a:gd name="connsiteY212" fmla="*/ 2823367 h 3378280"/>
              <a:gd name="connsiteX213" fmla="*/ 11147582 w 12192000"/>
              <a:gd name="connsiteY213" fmla="*/ 2822547 h 3378280"/>
              <a:gd name="connsiteX214" fmla="*/ 11201205 w 12192000"/>
              <a:gd name="connsiteY214" fmla="*/ 2818210 h 3378280"/>
              <a:gd name="connsiteX215" fmla="*/ 11391726 w 12192000"/>
              <a:gd name="connsiteY215" fmla="*/ 2826386 h 3378280"/>
              <a:gd name="connsiteX216" fmla="*/ 11507640 w 12192000"/>
              <a:gd name="connsiteY216" fmla="*/ 2824866 h 3378280"/>
              <a:gd name="connsiteX217" fmla="*/ 11718056 w 12192000"/>
              <a:gd name="connsiteY217" fmla="*/ 2821969 h 3378280"/>
              <a:gd name="connsiteX218" fmla="*/ 11937926 w 12192000"/>
              <a:gd name="connsiteY218" fmla="*/ 2817058 h 3378280"/>
              <a:gd name="connsiteX219" fmla="*/ 12035355 w 12192000"/>
              <a:gd name="connsiteY219" fmla="*/ 2813340 h 3378280"/>
              <a:gd name="connsiteX220" fmla="*/ 12179047 w 12192000"/>
              <a:gd name="connsiteY220" fmla="*/ 2788508 h 3378280"/>
              <a:gd name="connsiteX221" fmla="*/ 12192000 w 12192000"/>
              <a:gd name="connsiteY221" fmla="*/ 2788486 h 3378280"/>
              <a:gd name="connsiteX222" fmla="*/ 12192000 w 12192000"/>
              <a:gd name="connsiteY222" fmla="*/ 3378280 h 3378280"/>
              <a:gd name="connsiteX223" fmla="*/ 0 w 12192000"/>
              <a:gd name="connsiteY223" fmla="*/ 3378280 h 3378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12192000" h="3378280">
                <a:moveTo>
                  <a:pt x="0" y="0"/>
                </a:moveTo>
                <a:lnTo>
                  <a:pt x="13973" y="3431"/>
                </a:lnTo>
                <a:cubicBezTo>
                  <a:pt x="48258" y="17773"/>
                  <a:pt x="68757" y="59402"/>
                  <a:pt x="86774" y="43536"/>
                </a:cubicBezTo>
                <a:cubicBezTo>
                  <a:pt x="86532" y="72023"/>
                  <a:pt x="217976" y="120568"/>
                  <a:pt x="229780" y="145557"/>
                </a:cubicBezTo>
                <a:lnTo>
                  <a:pt x="302639" y="203425"/>
                </a:lnTo>
                <a:cubicBezTo>
                  <a:pt x="312906" y="207200"/>
                  <a:pt x="342855" y="184923"/>
                  <a:pt x="348081" y="187174"/>
                </a:cubicBezTo>
                <a:lnTo>
                  <a:pt x="436950" y="184066"/>
                </a:lnTo>
                <a:lnTo>
                  <a:pt x="501693" y="233225"/>
                </a:lnTo>
                <a:lnTo>
                  <a:pt x="557201" y="312390"/>
                </a:lnTo>
                <a:cubicBezTo>
                  <a:pt x="579844" y="353675"/>
                  <a:pt x="602207" y="315301"/>
                  <a:pt x="617648" y="333897"/>
                </a:cubicBezTo>
                <a:lnTo>
                  <a:pt x="692332" y="386327"/>
                </a:lnTo>
                <a:cubicBezTo>
                  <a:pt x="715261" y="398377"/>
                  <a:pt x="770477" y="414831"/>
                  <a:pt x="802009" y="419027"/>
                </a:cubicBezTo>
                <a:cubicBezTo>
                  <a:pt x="838953" y="433876"/>
                  <a:pt x="886385" y="473956"/>
                  <a:pt x="914003" y="475419"/>
                </a:cubicBezTo>
                <a:cubicBezTo>
                  <a:pt x="923483" y="477324"/>
                  <a:pt x="931440" y="475817"/>
                  <a:pt x="938561" y="472887"/>
                </a:cubicBezTo>
                <a:lnTo>
                  <a:pt x="1035683" y="486697"/>
                </a:lnTo>
                <a:cubicBezTo>
                  <a:pt x="1035708" y="486708"/>
                  <a:pt x="1035733" y="486720"/>
                  <a:pt x="1035757" y="486731"/>
                </a:cubicBezTo>
                <a:cubicBezTo>
                  <a:pt x="1046500" y="494574"/>
                  <a:pt x="1038533" y="500311"/>
                  <a:pt x="1074336" y="494465"/>
                </a:cubicBezTo>
                <a:cubicBezTo>
                  <a:pt x="1137289" y="530436"/>
                  <a:pt x="1235340" y="545106"/>
                  <a:pt x="1285084" y="589112"/>
                </a:cubicBezTo>
                <a:cubicBezTo>
                  <a:pt x="1341251" y="608873"/>
                  <a:pt x="1367674" y="637988"/>
                  <a:pt x="1409116" y="656332"/>
                </a:cubicBezTo>
                <a:cubicBezTo>
                  <a:pt x="1471208" y="682449"/>
                  <a:pt x="1492207" y="692779"/>
                  <a:pt x="1533725" y="699179"/>
                </a:cubicBezTo>
                <a:cubicBezTo>
                  <a:pt x="1592391" y="718911"/>
                  <a:pt x="1575207" y="737633"/>
                  <a:pt x="1636242" y="741533"/>
                </a:cubicBezTo>
                <a:cubicBezTo>
                  <a:pt x="1638264" y="746130"/>
                  <a:pt x="1700806" y="766849"/>
                  <a:pt x="1704848" y="770749"/>
                </a:cubicBezTo>
                <a:lnTo>
                  <a:pt x="1718292" y="781051"/>
                </a:lnTo>
                <a:lnTo>
                  <a:pt x="1720835" y="781117"/>
                </a:lnTo>
                <a:lnTo>
                  <a:pt x="1753341" y="800301"/>
                </a:lnTo>
                <a:lnTo>
                  <a:pt x="1775454" y="815182"/>
                </a:lnTo>
                <a:lnTo>
                  <a:pt x="1781011" y="816068"/>
                </a:lnTo>
                <a:lnTo>
                  <a:pt x="1817738" y="834926"/>
                </a:lnTo>
                <a:cubicBezTo>
                  <a:pt x="1821156" y="833953"/>
                  <a:pt x="1825209" y="834074"/>
                  <a:pt x="1830702" y="836485"/>
                </a:cubicBezTo>
                <a:cubicBezTo>
                  <a:pt x="1832151" y="819591"/>
                  <a:pt x="1837883" y="832919"/>
                  <a:pt x="1853950" y="841519"/>
                </a:cubicBezTo>
                <a:cubicBezTo>
                  <a:pt x="1859780" y="817198"/>
                  <a:pt x="1899456" y="849599"/>
                  <a:pt x="1915890" y="841983"/>
                </a:cubicBezTo>
                <a:lnTo>
                  <a:pt x="1960900" y="865789"/>
                </a:lnTo>
                <a:lnTo>
                  <a:pt x="1961217" y="865662"/>
                </a:lnTo>
                <a:cubicBezTo>
                  <a:pt x="1963265" y="866017"/>
                  <a:pt x="1965977" y="867037"/>
                  <a:pt x="1969825" y="869049"/>
                </a:cubicBezTo>
                <a:lnTo>
                  <a:pt x="1975234" y="872329"/>
                </a:lnTo>
                <a:lnTo>
                  <a:pt x="1990485" y="879288"/>
                </a:lnTo>
                <a:lnTo>
                  <a:pt x="1996793" y="880361"/>
                </a:lnTo>
                <a:cubicBezTo>
                  <a:pt x="2020465" y="879540"/>
                  <a:pt x="2023446" y="845377"/>
                  <a:pt x="2055091" y="872818"/>
                </a:cubicBezTo>
                <a:cubicBezTo>
                  <a:pt x="2098055" y="882341"/>
                  <a:pt x="2125216" y="870433"/>
                  <a:pt x="2165143" y="892293"/>
                </a:cubicBezTo>
                <a:cubicBezTo>
                  <a:pt x="2205365" y="901134"/>
                  <a:pt x="2239987" y="901455"/>
                  <a:pt x="2274196" y="914768"/>
                </a:cubicBezTo>
                <a:cubicBezTo>
                  <a:pt x="2310666" y="921868"/>
                  <a:pt x="2360104" y="931320"/>
                  <a:pt x="2383986" y="934891"/>
                </a:cubicBezTo>
                <a:lnTo>
                  <a:pt x="2420278" y="933890"/>
                </a:lnTo>
                <a:lnTo>
                  <a:pt x="2426203" y="933891"/>
                </a:lnTo>
                <a:lnTo>
                  <a:pt x="2448674" y="941056"/>
                </a:lnTo>
                <a:cubicBezTo>
                  <a:pt x="2452907" y="942503"/>
                  <a:pt x="2455711" y="943098"/>
                  <a:pt x="2457640" y="943105"/>
                </a:cubicBezTo>
                <a:lnTo>
                  <a:pt x="2457852" y="942912"/>
                </a:lnTo>
                <a:lnTo>
                  <a:pt x="2466265" y="945310"/>
                </a:lnTo>
                <a:cubicBezTo>
                  <a:pt x="2480470" y="949908"/>
                  <a:pt x="2494307" y="954915"/>
                  <a:pt x="2507496" y="960111"/>
                </a:cubicBezTo>
                <a:cubicBezTo>
                  <a:pt x="2518208" y="949036"/>
                  <a:pt x="2567155" y="976345"/>
                  <a:pt x="2561127" y="949411"/>
                </a:cubicBezTo>
                <a:cubicBezTo>
                  <a:pt x="2578896" y="955660"/>
                  <a:pt x="2589900" y="968806"/>
                  <a:pt x="2583467" y="950570"/>
                </a:cubicBezTo>
                <a:cubicBezTo>
                  <a:pt x="2589300" y="952141"/>
                  <a:pt x="2592850" y="951536"/>
                  <a:pt x="2595361" y="949884"/>
                </a:cubicBezTo>
                <a:lnTo>
                  <a:pt x="2596075" y="949000"/>
                </a:lnTo>
                <a:lnTo>
                  <a:pt x="2666638" y="975095"/>
                </a:lnTo>
                <a:lnTo>
                  <a:pt x="2703393" y="989635"/>
                </a:lnTo>
                <a:lnTo>
                  <a:pt x="2705616" y="989244"/>
                </a:lnTo>
                <a:lnTo>
                  <a:pt x="2721898" y="997777"/>
                </a:lnTo>
                <a:cubicBezTo>
                  <a:pt x="2727157" y="1001198"/>
                  <a:pt x="2731840" y="1005088"/>
                  <a:pt x="2735669" y="1009612"/>
                </a:cubicBezTo>
                <a:cubicBezTo>
                  <a:pt x="2790086" y="1002732"/>
                  <a:pt x="2797958" y="1020231"/>
                  <a:pt x="2857526" y="1030627"/>
                </a:cubicBezTo>
                <a:cubicBezTo>
                  <a:pt x="2897602" y="1063034"/>
                  <a:pt x="2965720" y="1083366"/>
                  <a:pt x="3021918" y="1088093"/>
                </a:cubicBezTo>
                <a:cubicBezTo>
                  <a:pt x="3054425" y="1110664"/>
                  <a:pt x="3109014" y="1101433"/>
                  <a:pt x="3155458" y="1121618"/>
                </a:cubicBezTo>
                <a:cubicBezTo>
                  <a:pt x="3217017" y="1136576"/>
                  <a:pt x="3270135" y="1143600"/>
                  <a:pt x="3328229" y="1155903"/>
                </a:cubicBezTo>
                <a:cubicBezTo>
                  <a:pt x="3365862" y="1138978"/>
                  <a:pt x="3408797" y="1179981"/>
                  <a:pt x="3448440" y="1184343"/>
                </a:cubicBezTo>
                <a:cubicBezTo>
                  <a:pt x="3438226" y="1205566"/>
                  <a:pt x="3496361" y="1182183"/>
                  <a:pt x="3499287" y="1209472"/>
                </a:cubicBezTo>
                <a:cubicBezTo>
                  <a:pt x="3506411" y="1209402"/>
                  <a:pt x="3513215" y="1208473"/>
                  <a:pt x="3520027" y="1207338"/>
                </a:cubicBezTo>
                <a:lnTo>
                  <a:pt x="3523594" y="1206755"/>
                </a:lnTo>
                <a:lnTo>
                  <a:pt x="3538013" y="1209066"/>
                </a:lnTo>
                <a:lnTo>
                  <a:pt x="3541918" y="1203922"/>
                </a:lnTo>
                <a:cubicBezTo>
                  <a:pt x="3550592" y="1203930"/>
                  <a:pt x="3560995" y="1202529"/>
                  <a:pt x="3590082" y="1209115"/>
                </a:cubicBezTo>
                <a:cubicBezTo>
                  <a:pt x="3622244" y="1230604"/>
                  <a:pt x="3676827" y="1215544"/>
                  <a:pt x="3716445" y="1243431"/>
                </a:cubicBezTo>
                <a:cubicBezTo>
                  <a:pt x="3731486" y="1251699"/>
                  <a:pt x="3780926" y="1265146"/>
                  <a:pt x="3792028" y="1260288"/>
                </a:cubicBezTo>
                <a:cubicBezTo>
                  <a:pt x="3802696" y="1261567"/>
                  <a:pt x="3814066" y="1267606"/>
                  <a:pt x="3820707" y="1260924"/>
                </a:cubicBezTo>
                <a:cubicBezTo>
                  <a:pt x="3830836" y="1253486"/>
                  <a:pt x="3863215" y="1278527"/>
                  <a:pt x="3860784" y="1265692"/>
                </a:cubicBezTo>
                <a:lnTo>
                  <a:pt x="3997310" y="1281176"/>
                </a:lnTo>
                <a:lnTo>
                  <a:pt x="4040665" y="1291934"/>
                </a:lnTo>
                <a:lnTo>
                  <a:pt x="4046831" y="1293910"/>
                </a:lnTo>
                <a:lnTo>
                  <a:pt x="4095847" y="1316851"/>
                </a:lnTo>
                <a:cubicBezTo>
                  <a:pt x="4097518" y="1315619"/>
                  <a:pt x="4099569" y="1314612"/>
                  <a:pt x="4101945" y="1313869"/>
                </a:cubicBezTo>
                <a:lnTo>
                  <a:pt x="4119420" y="1313965"/>
                </a:lnTo>
                <a:lnTo>
                  <a:pt x="4131728" y="1322978"/>
                </a:lnTo>
                <a:lnTo>
                  <a:pt x="4193827" y="1350222"/>
                </a:lnTo>
                <a:lnTo>
                  <a:pt x="4286157" y="1385101"/>
                </a:lnTo>
                <a:lnTo>
                  <a:pt x="4298907" y="1394396"/>
                </a:lnTo>
                <a:lnTo>
                  <a:pt x="4323224" y="1403133"/>
                </a:lnTo>
                <a:lnTo>
                  <a:pt x="4404439" y="1417252"/>
                </a:lnTo>
                <a:cubicBezTo>
                  <a:pt x="4411321" y="1415560"/>
                  <a:pt x="4417679" y="1413105"/>
                  <a:pt x="4423989" y="1410448"/>
                </a:cubicBezTo>
                <a:lnTo>
                  <a:pt x="4427300" y="1409068"/>
                </a:lnTo>
                <a:lnTo>
                  <a:pt x="4441847" y="1408029"/>
                </a:lnTo>
                <a:lnTo>
                  <a:pt x="4444331" y="1402133"/>
                </a:lnTo>
                <a:cubicBezTo>
                  <a:pt x="4452739" y="1400163"/>
                  <a:pt x="4462460" y="1396428"/>
                  <a:pt x="4492293" y="1396205"/>
                </a:cubicBezTo>
                <a:cubicBezTo>
                  <a:pt x="4528861" y="1409788"/>
                  <a:pt x="4577933" y="1382688"/>
                  <a:pt x="4623335" y="1400793"/>
                </a:cubicBezTo>
                <a:cubicBezTo>
                  <a:pt x="4639986" y="1405413"/>
                  <a:pt x="4691262" y="1407228"/>
                  <a:pt x="4700790" y="1399970"/>
                </a:cubicBezTo>
                <a:cubicBezTo>
                  <a:pt x="4711447" y="1398782"/>
                  <a:pt x="4723982" y="1402066"/>
                  <a:pt x="4728732" y="1394050"/>
                </a:cubicBezTo>
                <a:cubicBezTo>
                  <a:pt x="4736666" y="1384502"/>
                  <a:pt x="4774338" y="1401491"/>
                  <a:pt x="4768749" y="1389553"/>
                </a:cubicBezTo>
                <a:cubicBezTo>
                  <a:pt x="4795495" y="1401233"/>
                  <a:pt x="4816075" y="1381410"/>
                  <a:pt x="4838227" y="1377273"/>
                </a:cubicBezTo>
                <a:lnTo>
                  <a:pt x="4904889" y="1373499"/>
                </a:lnTo>
                <a:lnTo>
                  <a:pt x="4949597" y="1374085"/>
                </a:lnTo>
                <a:lnTo>
                  <a:pt x="4956064" y="1374603"/>
                </a:lnTo>
                <a:lnTo>
                  <a:pt x="5009322" y="1385751"/>
                </a:lnTo>
                <a:cubicBezTo>
                  <a:pt x="5010629" y="1384171"/>
                  <a:pt x="5012363" y="1382724"/>
                  <a:pt x="5014476" y="1381460"/>
                </a:cubicBezTo>
                <a:lnTo>
                  <a:pt x="5031428" y="1377570"/>
                </a:lnTo>
                <a:lnTo>
                  <a:pt x="5045619" y="1383532"/>
                </a:lnTo>
                <a:lnTo>
                  <a:pt x="5112635" y="1395891"/>
                </a:lnTo>
                <a:lnTo>
                  <a:pt x="5210851" y="1408784"/>
                </a:lnTo>
                <a:lnTo>
                  <a:pt x="5225543" y="1414923"/>
                </a:lnTo>
                <a:cubicBezTo>
                  <a:pt x="5259311" y="1422389"/>
                  <a:pt x="5300520" y="1417803"/>
                  <a:pt x="5321696" y="1432414"/>
                </a:cubicBezTo>
                <a:lnTo>
                  <a:pt x="5372327" y="1436597"/>
                </a:lnTo>
                <a:lnTo>
                  <a:pt x="5378149" y="1431785"/>
                </a:lnTo>
                <a:lnTo>
                  <a:pt x="5393069" y="1433737"/>
                </a:lnTo>
                <a:lnTo>
                  <a:pt x="5527621" y="1458786"/>
                </a:lnTo>
                <a:cubicBezTo>
                  <a:pt x="5595913" y="1482782"/>
                  <a:pt x="5624062" y="1464011"/>
                  <a:pt x="5680585" y="1498233"/>
                </a:cubicBezTo>
                <a:cubicBezTo>
                  <a:pt x="5671953" y="1485766"/>
                  <a:pt x="5763880" y="1493019"/>
                  <a:pt x="5783795" y="1499932"/>
                </a:cubicBezTo>
                <a:cubicBezTo>
                  <a:pt x="5806935" y="1511749"/>
                  <a:pt x="5950173" y="1559636"/>
                  <a:pt x="6016525" y="1577292"/>
                </a:cubicBezTo>
                <a:cubicBezTo>
                  <a:pt x="6077908" y="1586145"/>
                  <a:pt x="6125458" y="1613138"/>
                  <a:pt x="6186598" y="1606065"/>
                </a:cubicBezTo>
                <a:cubicBezTo>
                  <a:pt x="6189351" y="1610205"/>
                  <a:pt x="6193226" y="1613745"/>
                  <a:pt x="6197872" y="1616845"/>
                </a:cubicBezTo>
                <a:lnTo>
                  <a:pt x="6212885" y="1624535"/>
                </a:lnTo>
                <a:lnTo>
                  <a:pt x="6319240" y="1660375"/>
                </a:lnTo>
                <a:lnTo>
                  <a:pt x="6333397" y="1658763"/>
                </a:lnTo>
                <a:cubicBezTo>
                  <a:pt x="6332062" y="1641958"/>
                  <a:pt x="6339931" y="1653989"/>
                  <a:pt x="6357266" y="1659543"/>
                </a:cubicBezTo>
                <a:cubicBezTo>
                  <a:pt x="6359058" y="1634684"/>
                  <a:pt x="6403697" y="1659337"/>
                  <a:pt x="6418740" y="1648944"/>
                </a:cubicBezTo>
                <a:cubicBezTo>
                  <a:pt x="6431434" y="1653585"/>
                  <a:pt x="6444892" y="1658041"/>
                  <a:pt x="6458877" y="1662117"/>
                </a:cubicBezTo>
                <a:lnTo>
                  <a:pt x="6467254" y="1664227"/>
                </a:lnTo>
                <a:lnTo>
                  <a:pt x="6467545" y="1664046"/>
                </a:lnTo>
                <a:cubicBezTo>
                  <a:pt x="6469635" y="1664026"/>
                  <a:pt x="6472488" y="1664540"/>
                  <a:pt x="6476635" y="1665826"/>
                </a:cubicBezTo>
                <a:lnTo>
                  <a:pt x="6482535" y="1668074"/>
                </a:lnTo>
                <a:lnTo>
                  <a:pt x="6498791" y="1672167"/>
                </a:lnTo>
                <a:lnTo>
                  <a:pt x="6505220" y="1672092"/>
                </a:lnTo>
                <a:lnTo>
                  <a:pt x="6508969" y="1669922"/>
                </a:lnTo>
                <a:lnTo>
                  <a:pt x="6544886" y="1670695"/>
                </a:lnTo>
                <a:cubicBezTo>
                  <a:pt x="6566195" y="1684748"/>
                  <a:pt x="6578985" y="1674687"/>
                  <a:pt x="6617859" y="1679453"/>
                </a:cubicBezTo>
                <a:cubicBezTo>
                  <a:pt x="6628154" y="1690316"/>
                  <a:pt x="6642041" y="1690691"/>
                  <a:pt x="6657726" y="1687906"/>
                </a:cubicBezTo>
                <a:cubicBezTo>
                  <a:pt x="6690709" y="1699790"/>
                  <a:pt x="6728158" y="1699639"/>
                  <a:pt x="6769041" y="1707304"/>
                </a:cubicBezTo>
                <a:cubicBezTo>
                  <a:pt x="6805580" y="1727028"/>
                  <a:pt x="6838723" y="1715650"/>
                  <a:pt x="6882368" y="1723914"/>
                </a:cubicBezTo>
                <a:lnTo>
                  <a:pt x="6968822" y="1723334"/>
                </a:lnTo>
                <a:lnTo>
                  <a:pt x="6973672" y="1726298"/>
                </a:lnTo>
                <a:cubicBezTo>
                  <a:pt x="6977223" y="1728111"/>
                  <a:pt x="6979851" y="1729020"/>
                  <a:pt x="6981961" y="1729324"/>
                </a:cubicBezTo>
                <a:lnTo>
                  <a:pt x="6982342" y="1729201"/>
                </a:lnTo>
                <a:lnTo>
                  <a:pt x="6989757" y="1732420"/>
                </a:lnTo>
                <a:cubicBezTo>
                  <a:pt x="7001869" y="1738303"/>
                  <a:pt x="7013262" y="1744453"/>
                  <a:pt x="7023794" y="1750660"/>
                </a:cubicBezTo>
                <a:cubicBezTo>
                  <a:pt x="7043973" y="1743394"/>
                  <a:pt x="7076983" y="1772878"/>
                  <a:pt x="7090828" y="1750287"/>
                </a:cubicBezTo>
                <a:cubicBezTo>
                  <a:pt x="7105590" y="1758041"/>
                  <a:pt x="7107688" y="1770308"/>
                  <a:pt x="7114479" y="1754649"/>
                </a:cubicBezTo>
                <a:cubicBezTo>
                  <a:pt x="7126350" y="1758420"/>
                  <a:pt x="7153167" y="1769741"/>
                  <a:pt x="7162053" y="1772908"/>
                </a:cubicBezTo>
                <a:lnTo>
                  <a:pt x="7167808" y="1773656"/>
                </a:lnTo>
                <a:lnTo>
                  <a:pt x="7187185" y="1787148"/>
                </a:lnTo>
                <a:lnTo>
                  <a:pt x="7216505" y="1804489"/>
                </a:lnTo>
                <a:lnTo>
                  <a:pt x="7219246" y="1804514"/>
                </a:lnTo>
                <a:lnTo>
                  <a:pt x="7230639" y="1813879"/>
                </a:lnTo>
                <a:cubicBezTo>
                  <a:pt x="7233815" y="1817438"/>
                  <a:pt x="7236006" y="1821285"/>
                  <a:pt x="7236776" y="1825514"/>
                </a:cubicBezTo>
                <a:cubicBezTo>
                  <a:pt x="7301762" y="1828337"/>
                  <a:pt x="7336564" y="1860417"/>
                  <a:pt x="7394082" y="1877925"/>
                </a:cubicBezTo>
                <a:cubicBezTo>
                  <a:pt x="7452342" y="1904287"/>
                  <a:pt x="7466551" y="1917411"/>
                  <a:pt x="7505820" y="1933859"/>
                </a:cubicBezTo>
                <a:cubicBezTo>
                  <a:pt x="7522528" y="1943253"/>
                  <a:pt x="7574803" y="2016599"/>
                  <a:pt x="7572147" y="2003817"/>
                </a:cubicBezTo>
                <a:cubicBezTo>
                  <a:pt x="7612486" y="2043915"/>
                  <a:pt x="7771831" y="2029022"/>
                  <a:pt x="7828975" y="2061508"/>
                </a:cubicBezTo>
                <a:lnTo>
                  <a:pt x="7886804" y="2075509"/>
                </a:lnTo>
                <a:cubicBezTo>
                  <a:pt x="7859463" y="2091010"/>
                  <a:pt x="7941076" y="2081130"/>
                  <a:pt x="7923558" y="2103529"/>
                </a:cubicBezTo>
                <a:lnTo>
                  <a:pt x="7947954" y="2104996"/>
                </a:lnTo>
                <a:lnTo>
                  <a:pt x="7952318" y="2105077"/>
                </a:lnTo>
                <a:lnTo>
                  <a:pt x="7966398" y="2109147"/>
                </a:lnTo>
                <a:lnTo>
                  <a:pt x="7974591" y="2105612"/>
                </a:lnTo>
                <a:lnTo>
                  <a:pt x="7998806" y="2108382"/>
                </a:lnTo>
                <a:cubicBezTo>
                  <a:pt x="8007224" y="2110145"/>
                  <a:pt x="8015519" y="2112885"/>
                  <a:pt x="8023544" y="2117183"/>
                </a:cubicBezTo>
                <a:cubicBezTo>
                  <a:pt x="8042536" y="2139405"/>
                  <a:pt x="8113922" y="2135674"/>
                  <a:pt x="8136247" y="2164190"/>
                </a:cubicBezTo>
                <a:cubicBezTo>
                  <a:pt x="8146485" y="2173150"/>
                  <a:pt x="8190564" y="2191557"/>
                  <a:pt x="8206445" y="2189356"/>
                </a:cubicBezTo>
                <a:cubicBezTo>
                  <a:pt x="8217189" y="2192022"/>
                  <a:pt x="8225092" y="2198625"/>
                  <a:pt x="8237464" y="2194272"/>
                </a:cubicBezTo>
                <a:cubicBezTo>
                  <a:pt x="8254235" y="2189840"/>
                  <a:pt x="8270768" y="2214957"/>
                  <a:pt x="8277853" y="2204259"/>
                </a:cubicBezTo>
                <a:cubicBezTo>
                  <a:pt x="8289971" y="2221808"/>
                  <a:pt x="8328475" y="2213978"/>
                  <a:pt x="8352501" y="2218290"/>
                </a:cubicBezTo>
                <a:cubicBezTo>
                  <a:pt x="8359916" y="2233716"/>
                  <a:pt x="8403014" y="2227555"/>
                  <a:pt x="8446938" y="2243393"/>
                </a:cubicBezTo>
                <a:cubicBezTo>
                  <a:pt x="8454511" y="2260801"/>
                  <a:pt x="8476684" y="2253935"/>
                  <a:pt x="8497138" y="2281506"/>
                </a:cubicBezTo>
                <a:cubicBezTo>
                  <a:pt x="8499906" y="2280770"/>
                  <a:pt x="8502925" y="2280276"/>
                  <a:pt x="8506096" y="2280042"/>
                </a:cubicBezTo>
                <a:cubicBezTo>
                  <a:pt x="8524529" y="2278674"/>
                  <a:pt x="8544098" y="2286123"/>
                  <a:pt x="8549806" y="2296675"/>
                </a:cubicBezTo>
                <a:cubicBezTo>
                  <a:pt x="8586026" y="2337107"/>
                  <a:pt x="8636988" y="2356250"/>
                  <a:pt x="8680256" y="2378758"/>
                </a:cubicBezTo>
                <a:cubicBezTo>
                  <a:pt x="8731302" y="2402123"/>
                  <a:pt x="8717522" y="2366494"/>
                  <a:pt x="8766301" y="2410605"/>
                </a:cubicBezTo>
                <a:cubicBezTo>
                  <a:pt x="8780965" y="2405907"/>
                  <a:pt x="8789790" y="2408871"/>
                  <a:pt x="8800492" y="2418067"/>
                </a:cubicBezTo>
                <a:cubicBezTo>
                  <a:pt x="8825856" y="2428860"/>
                  <a:pt x="8842594" y="2409144"/>
                  <a:pt x="8857555" y="2430810"/>
                </a:cubicBezTo>
                <a:cubicBezTo>
                  <a:pt x="8882799" y="2437942"/>
                  <a:pt x="8927730" y="2453942"/>
                  <a:pt x="8951967" y="2460856"/>
                </a:cubicBezTo>
                <a:cubicBezTo>
                  <a:pt x="8978331" y="2469875"/>
                  <a:pt x="8959838" y="2488515"/>
                  <a:pt x="9002970" y="2472291"/>
                </a:cubicBezTo>
                <a:cubicBezTo>
                  <a:pt x="9023997" y="2488383"/>
                  <a:pt x="9039735" y="2479669"/>
                  <a:pt x="9081613" y="2488296"/>
                </a:cubicBezTo>
                <a:lnTo>
                  <a:pt x="9091561" y="2494386"/>
                </a:lnTo>
                <a:lnTo>
                  <a:pt x="9140625" y="2486779"/>
                </a:lnTo>
                <a:cubicBezTo>
                  <a:pt x="9207053" y="2531245"/>
                  <a:pt x="9151264" y="2467994"/>
                  <a:pt x="9271105" y="2511730"/>
                </a:cubicBezTo>
                <a:cubicBezTo>
                  <a:pt x="9275764" y="2517275"/>
                  <a:pt x="9293352" y="2518083"/>
                  <a:pt x="9295023" y="2512830"/>
                </a:cubicBezTo>
                <a:cubicBezTo>
                  <a:pt x="9301933" y="2516606"/>
                  <a:pt x="9314623" y="2531276"/>
                  <a:pt x="9321673" y="2524119"/>
                </a:cubicBezTo>
                <a:cubicBezTo>
                  <a:pt x="9341881" y="2529408"/>
                  <a:pt x="9361130" y="2536033"/>
                  <a:pt x="9378975" y="2543803"/>
                </a:cubicBezTo>
                <a:lnTo>
                  <a:pt x="9414193" y="2562927"/>
                </a:lnTo>
                <a:lnTo>
                  <a:pt x="9426009" y="2558847"/>
                </a:lnTo>
                <a:cubicBezTo>
                  <a:pt x="9433598" y="2557225"/>
                  <a:pt x="9441714" y="2557145"/>
                  <a:pt x="9450634" y="2560685"/>
                </a:cubicBezTo>
                <a:cubicBezTo>
                  <a:pt x="9496298" y="2596479"/>
                  <a:pt x="9461586" y="2547391"/>
                  <a:pt x="9549097" y="2585168"/>
                </a:cubicBezTo>
                <a:cubicBezTo>
                  <a:pt x="9551956" y="2589460"/>
                  <a:pt x="9565592" y="2590888"/>
                  <a:pt x="9567633" y="2587105"/>
                </a:cubicBezTo>
                <a:cubicBezTo>
                  <a:pt x="9572507" y="2590206"/>
                  <a:pt x="9580361" y="2601581"/>
                  <a:pt x="9586878" y="2596659"/>
                </a:cubicBezTo>
                <a:lnTo>
                  <a:pt x="9589974" y="2598235"/>
                </a:lnTo>
                <a:lnTo>
                  <a:pt x="9590570" y="2598249"/>
                </a:lnTo>
                <a:lnTo>
                  <a:pt x="9591896" y="2599214"/>
                </a:lnTo>
                <a:lnTo>
                  <a:pt x="9604535" y="2605654"/>
                </a:lnTo>
                <a:lnTo>
                  <a:pt x="9610554" y="2606189"/>
                </a:lnTo>
                <a:cubicBezTo>
                  <a:pt x="9641361" y="2613359"/>
                  <a:pt x="9668752" y="2624572"/>
                  <a:pt x="9690072" y="2638745"/>
                </a:cubicBezTo>
                <a:cubicBezTo>
                  <a:pt x="9723195" y="2641319"/>
                  <a:pt x="9726446" y="2647335"/>
                  <a:pt x="9726964" y="2653728"/>
                </a:cubicBezTo>
                <a:cubicBezTo>
                  <a:pt x="9734958" y="2656403"/>
                  <a:pt x="9731670" y="2653170"/>
                  <a:pt x="9738036" y="2654794"/>
                </a:cubicBezTo>
                <a:cubicBezTo>
                  <a:pt x="9745908" y="2657757"/>
                  <a:pt x="9765000" y="2668100"/>
                  <a:pt x="9774202" y="2671509"/>
                </a:cubicBezTo>
                <a:lnTo>
                  <a:pt x="9793246" y="2675245"/>
                </a:lnTo>
                <a:cubicBezTo>
                  <a:pt x="9812596" y="2680039"/>
                  <a:pt x="9869995" y="2696274"/>
                  <a:pt x="9890301" y="2700274"/>
                </a:cubicBezTo>
                <a:cubicBezTo>
                  <a:pt x="9900631" y="2696314"/>
                  <a:pt x="9908572" y="2696560"/>
                  <a:pt x="9915070" y="2699250"/>
                </a:cubicBezTo>
                <a:lnTo>
                  <a:pt x="9976517" y="2732899"/>
                </a:lnTo>
                <a:cubicBezTo>
                  <a:pt x="9981869" y="2727000"/>
                  <a:pt x="9984699" y="2731165"/>
                  <a:pt x="9990168" y="2737877"/>
                </a:cubicBezTo>
                <a:lnTo>
                  <a:pt x="9995041" y="2741223"/>
                </a:lnTo>
                <a:lnTo>
                  <a:pt x="10012636" y="2729876"/>
                </a:lnTo>
                <a:lnTo>
                  <a:pt x="10044280" y="2726966"/>
                </a:lnTo>
                <a:lnTo>
                  <a:pt x="10057934" y="2735671"/>
                </a:lnTo>
                <a:cubicBezTo>
                  <a:pt x="10075281" y="2744341"/>
                  <a:pt x="10128594" y="2769607"/>
                  <a:pt x="10148373" y="2778987"/>
                </a:cubicBezTo>
                <a:lnTo>
                  <a:pt x="10176601" y="2791940"/>
                </a:lnTo>
                <a:cubicBezTo>
                  <a:pt x="10185319" y="2817937"/>
                  <a:pt x="10238746" y="2788423"/>
                  <a:pt x="10235082" y="2816761"/>
                </a:cubicBezTo>
                <a:cubicBezTo>
                  <a:pt x="10261478" y="2797979"/>
                  <a:pt x="10382486" y="2835579"/>
                  <a:pt x="10421684" y="2833871"/>
                </a:cubicBezTo>
                <a:cubicBezTo>
                  <a:pt x="10427369" y="2846480"/>
                  <a:pt x="10490893" y="2829473"/>
                  <a:pt x="10507376" y="2822262"/>
                </a:cubicBezTo>
                <a:cubicBezTo>
                  <a:pt x="10633551" y="2812985"/>
                  <a:pt x="10703974" y="2842678"/>
                  <a:pt x="10738376" y="2833353"/>
                </a:cubicBezTo>
                <a:cubicBezTo>
                  <a:pt x="10827719" y="2830304"/>
                  <a:pt x="10976757" y="2802522"/>
                  <a:pt x="11043443" y="2803954"/>
                </a:cubicBezTo>
                <a:cubicBezTo>
                  <a:pt x="11049567" y="2823106"/>
                  <a:pt x="11121061" y="2794142"/>
                  <a:pt x="11115269" y="2823367"/>
                </a:cubicBezTo>
                <a:cubicBezTo>
                  <a:pt x="11122168" y="2835110"/>
                  <a:pt x="11139334" y="2833959"/>
                  <a:pt x="11147582" y="2822547"/>
                </a:cubicBezTo>
                <a:cubicBezTo>
                  <a:pt x="11168093" y="2823815"/>
                  <a:pt x="11180424" y="2837446"/>
                  <a:pt x="11201205" y="2818210"/>
                </a:cubicBezTo>
                <a:cubicBezTo>
                  <a:pt x="11229430" y="2819282"/>
                  <a:pt x="11368539" y="2855696"/>
                  <a:pt x="11391726" y="2826386"/>
                </a:cubicBezTo>
                <a:cubicBezTo>
                  <a:pt x="11480791" y="2839198"/>
                  <a:pt x="11451058" y="2820936"/>
                  <a:pt x="11507640" y="2824866"/>
                </a:cubicBezTo>
                <a:cubicBezTo>
                  <a:pt x="11607733" y="2861658"/>
                  <a:pt x="11671908" y="2815146"/>
                  <a:pt x="11718056" y="2821969"/>
                </a:cubicBezTo>
                <a:cubicBezTo>
                  <a:pt x="11816707" y="2792061"/>
                  <a:pt x="11860087" y="2819031"/>
                  <a:pt x="11937926" y="2817058"/>
                </a:cubicBezTo>
                <a:cubicBezTo>
                  <a:pt x="11973607" y="2824139"/>
                  <a:pt x="11989529" y="2794506"/>
                  <a:pt x="12035355" y="2813340"/>
                </a:cubicBezTo>
                <a:cubicBezTo>
                  <a:pt x="12062147" y="2782988"/>
                  <a:pt x="12154841" y="2795794"/>
                  <a:pt x="12179047" y="2788508"/>
                </a:cubicBezTo>
                <a:lnTo>
                  <a:pt x="12192000" y="2788486"/>
                </a:lnTo>
                <a:lnTo>
                  <a:pt x="12192000" y="3378280"/>
                </a:lnTo>
                <a:lnTo>
                  <a:pt x="0" y="337828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7E70CEC-96E4-C71E-6384-007EBDE75949}"/>
              </a:ext>
            </a:extLst>
          </p:cNvPr>
          <p:cNvSpPr>
            <a:spLocks noGrp="1"/>
          </p:cNvSpPr>
          <p:nvPr>
            <p:ph type="ctrTitle"/>
          </p:nvPr>
        </p:nvSpPr>
        <p:spPr>
          <a:xfrm>
            <a:off x="2515332" y="2039254"/>
            <a:ext cx="7161336" cy="2206171"/>
          </a:xfrm>
        </p:spPr>
        <p:txBody>
          <a:bodyPr anchor="ctr">
            <a:normAutofit/>
          </a:bodyPr>
          <a:lstStyle/>
          <a:p>
            <a:r>
              <a:rPr lang="en-US" sz="4400" dirty="0">
                <a:solidFill>
                  <a:schemeClr val="tx1">
                    <a:lumMod val="85000"/>
                    <a:lumOff val="15000"/>
                  </a:schemeClr>
                </a:solidFill>
              </a:rPr>
              <a:t>ITAI-2373</a:t>
            </a:r>
            <a:br>
              <a:rPr lang="en-US" sz="4400" dirty="0">
                <a:solidFill>
                  <a:schemeClr val="tx1">
                    <a:lumMod val="85000"/>
                    <a:lumOff val="15000"/>
                  </a:schemeClr>
                </a:solidFill>
              </a:rPr>
            </a:br>
            <a:r>
              <a:rPr lang="en-US" sz="4400" dirty="0">
                <a:solidFill>
                  <a:schemeClr val="tx1">
                    <a:lumMod val="85000"/>
                    <a:lumOff val="15000"/>
                  </a:schemeClr>
                </a:solidFill>
              </a:rPr>
              <a:t>Natural Language Processing in 2026</a:t>
            </a:r>
          </a:p>
        </p:txBody>
      </p:sp>
      <p:sp>
        <p:nvSpPr>
          <p:cNvPr id="3" name="Subtitle 2">
            <a:extLst>
              <a:ext uri="{FF2B5EF4-FFF2-40B4-BE49-F238E27FC236}">
                <a16:creationId xmlns:a16="http://schemas.microsoft.com/office/drawing/2014/main" id="{25303260-5D6F-5B82-4361-40B0FFCAC518}"/>
              </a:ext>
            </a:extLst>
          </p:cNvPr>
          <p:cNvSpPr>
            <a:spLocks noGrp="1"/>
          </p:cNvSpPr>
          <p:nvPr>
            <p:ph type="subTitle" idx="1"/>
          </p:nvPr>
        </p:nvSpPr>
        <p:spPr>
          <a:xfrm>
            <a:off x="892628" y="5158522"/>
            <a:ext cx="5689601" cy="1087477"/>
          </a:xfrm>
        </p:spPr>
        <p:txBody>
          <a:bodyPr anchor="ctr">
            <a:normAutofit/>
          </a:bodyPr>
          <a:lstStyle/>
          <a:p>
            <a:pPr algn="l"/>
            <a:r>
              <a:rPr lang="en-US" sz="1800" dirty="0">
                <a:solidFill>
                  <a:schemeClr val="tx1">
                    <a:lumMod val="85000"/>
                    <a:lumOff val="15000"/>
                  </a:schemeClr>
                </a:solidFill>
              </a:rPr>
              <a:t> </a:t>
            </a:r>
            <a:r>
              <a:rPr lang="en-US" sz="1600" dirty="0">
                <a:solidFill>
                  <a:schemeClr val="tx1">
                    <a:lumMod val="85000"/>
                    <a:lumOff val="15000"/>
                  </a:schemeClr>
                </a:solidFill>
              </a:rPr>
              <a:t>Language Understanding in the Era of Large Language Models</a:t>
            </a:r>
            <a:endParaRPr lang="en-US" sz="1800" dirty="0">
              <a:solidFill>
                <a:schemeClr val="tx1">
                  <a:lumMod val="85000"/>
                  <a:lumOff val="15000"/>
                </a:schemeClr>
              </a:solidFill>
            </a:endParaRPr>
          </a:p>
          <a:p>
            <a:pPr algn="l"/>
            <a:r>
              <a:rPr lang="en-US" sz="1800" dirty="0">
                <a:solidFill>
                  <a:schemeClr val="tx1">
                    <a:lumMod val="85000"/>
                    <a:lumOff val="15000"/>
                  </a:schemeClr>
                </a:solidFill>
              </a:rPr>
              <a:t>-</a:t>
            </a:r>
            <a:r>
              <a:rPr lang="en-US" sz="1600" dirty="0">
                <a:solidFill>
                  <a:schemeClr val="tx1">
                    <a:lumMod val="85000"/>
                    <a:lumOff val="15000"/>
                  </a:schemeClr>
                </a:solidFill>
              </a:rPr>
              <a:t>Srikanth Bhakthan</a:t>
            </a:r>
            <a:endParaRPr lang="en-US" sz="1800" dirty="0">
              <a:solidFill>
                <a:schemeClr val="tx1">
                  <a:lumMod val="85000"/>
                  <a:lumOff val="15000"/>
                </a:schemeClr>
              </a:solidFill>
            </a:endParaRPr>
          </a:p>
        </p:txBody>
      </p:sp>
      <p:sp>
        <p:nvSpPr>
          <p:cNvPr id="12" name="Freeform: Shape 11">
            <a:extLst>
              <a:ext uri="{FF2B5EF4-FFF2-40B4-BE49-F238E27FC236}">
                <a16:creationId xmlns:a16="http://schemas.microsoft.com/office/drawing/2014/main" id="{AEFD2FD1-B3A5-4E1D-BCC8-7684A5440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90051" y="0"/>
            <a:ext cx="7301949" cy="91834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410677 w 9517857"/>
              <a:gd name="connsiteY93" fmla="*/ 172167 h 918356"/>
              <a:gd name="connsiteX94" fmla="*/ 8617841 w 9517857"/>
              <a:gd name="connsiteY94" fmla="*/ 155167 h 918356"/>
              <a:gd name="connsiteX95" fmla="*/ 8715976 w 9517857"/>
              <a:gd name="connsiteY95" fmla="*/ 178374 h 918356"/>
              <a:gd name="connsiteX96" fmla="*/ 8778827 w 9517857"/>
              <a:gd name="connsiteY96" fmla="*/ 172936 h 918356"/>
              <a:gd name="connsiteX97" fmla="*/ 8840778 w 9517857"/>
              <a:gd name="connsiteY97" fmla="*/ 143149 h 918356"/>
              <a:gd name="connsiteX98" fmla="*/ 9010380 w 9517857"/>
              <a:gd name="connsiteY98" fmla="*/ 91891 h 918356"/>
              <a:gd name="connsiteX99" fmla="*/ 9110856 w 9517857"/>
              <a:gd name="connsiteY99" fmla="*/ 70997 h 918356"/>
              <a:gd name="connsiteX100" fmla="*/ 9268817 w 9517857"/>
              <a:gd name="connsiteY100" fmla="*/ 53082 h 918356"/>
              <a:gd name="connsiteX101" fmla="*/ 9316667 w 9517857"/>
              <a:gd name="connsiteY101" fmla="*/ 45047 h 918356"/>
              <a:gd name="connsiteX102" fmla="*/ 9428209 w 9517857"/>
              <a:gd name="connsiteY102" fmla="*/ 29923 h 918356"/>
              <a:gd name="connsiteX103" fmla="*/ 9517856 w 9517857"/>
              <a:gd name="connsiteY103" fmla="*/ 0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102" fmla="*/ 9517856 w 9517857"/>
              <a:gd name="connsiteY102" fmla="*/ 0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551625 w 9517857"/>
              <a:gd name="connsiteY93" fmla="*/ 16151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102" fmla="*/ 9517856 w 9517857"/>
              <a:gd name="connsiteY102" fmla="*/ 0 h 918356"/>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660110 w 9517857"/>
              <a:gd name="connsiteY48" fmla="*/ 348714 h 918344"/>
              <a:gd name="connsiteX49" fmla="*/ 3750023 w 9517857"/>
              <a:gd name="connsiteY49" fmla="*/ 370666 h 918344"/>
              <a:gd name="connsiteX50" fmla="*/ 3844133 w 9517857"/>
              <a:gd name="connsiteY50" fmla="*/ 360636 h 918344"/>
              <a:gd name="connsiteX51" fmla="*/ 3913545 w 9517857"/>
              <a:gd name="connsiteY51" fmla="*/ 344223 h 918344"/>
              <a:gd name="connsiteX52" fmla="*/ 4266740 w 9517857"/>
              <a:gd name="connsiteY52" fmla="*/ 361442 h 918344"/>
              <a:gd name="connsiteX53" fmla="*/ 4430770 w 9517857"/>
              <a:gd name="connsiteY53" fmla="*/ 342631 h 918344"/>
              <a:gd name="connsiteX54" fmla="*/ 4512664 w 9517857"/>
              <a:gd name="connsiteY54" fmla="*/ 319936 h 918344"/>
              <a:gd name="connsiteX55" fmla="*/ 4616423 w 9517857"/>
              <a:gd name="connsiteY55" fmla="*/ 290902 h 918344"/>
              <a:gd name="connsiteX56" fmla="*/ 4691675 w 9517857"/>
              <a:gd name="connsiteY56" fmla="*/ 253999 h 918344"/>
              <a:gd name="connsiteX57" fmla="*/ 4689051 w 9517857"/>
              <a:gd name="connsiteY57" fmla="*/ 250956 h 918344"/>
              <a:gd name="connsiteX58" fmla="*/ 4719994 w 9517857"/>
              <a:gd name="connsiteY58" fmla="*/ 245295 h 918344"/>
              <a:gd name="connsiteX59" fmla="*/ 4752894 w 9517857"/>
              <a:gd name="connsiteY59" fmla="*/ 239863 h 918344"/>
              <a:gd name="connsiteX60" fmla="*/ 4769329 w 9517857"/>
              <a:gd name="connsiteY60" fmla="*/ 233573 h 918344"/>
              <a:gd name="connsiteX61" fmla="*/ 4775634 w 9517857"/>
              <a:gd name="connsiteY61" fmla="*/ 234051 h 918344"/>
              <a:gd name="connsiteX62" fmla="*/ 4790452 w 9517857"/>
              <a:gd name="connsiteY62" fmla="*/ 233560 h 918344"/>
              <a:gd name="connsiteX63" fmla="*/ 4789062 w 9517857"/>
              <a:gd name="connsiteY63" fmla="*/ 241912 h 918344"/>
              <a:gd name="connsiteX64" fmla="*/ 4827826 w 9517857"/>
              <a:gd name="connsiteY64" fmla="*/ 246965 h 918344"/>
              <a:gd name="connsiteX65" fmla="*/ 4892569 w 9517857"/>
              <a:gd name="connsiteY65" fmla="*/ 249921 h 918344"/>
              <a:gd name="connsiteX66" fmla="*/ 4896611 w 9517857"/>
              <a:gd name="connsiteY66" fmla="*/ 240436 h 918344"/>
              <a:gd name="connsiteX67" fmla="*/ 4917286 w 9517857"/>
              <a:gd name="connsiteY67" fmla="*/ 243647 h 918344"/>
              <a:gd name="connsiteX68" fmla="*/ 4981173 w 9517857"/>
              <a:gd name="connsiteY68" fmla="*/ 247091 h 918344"/>
              <a:gd name="connsiteX69" fmla="*/ 5060397 w 9517857"/>
              <a:gd name="connsiteY69" fmla="*/ 263676 h 918344"/>
              <a:gd name="connsiteX70" fmla="*/ 5252996 w 9517857"/>
              <a:gd name="connsiteY70" fmla="*/ 270643 h 918344"/>
              <a:gd name="connsiteX71" fmla="*/ 5358056 w 9517857"/>
              <a:gd name="connsiteY71" fmla="*/ 247236 h 918344"/>
              <a:gd name="connsiteX72" fmla="*/ 5426496 w 9517857"/>
              <a:gd name="connsiteY72" fmla="*/ 235130 h 918344"/>
              <a:gd name="connsiteX73" fmla="*/ 5497161 w 9517857"/>
              <a:gd name="connsiteY73" fmla="*/ 228796 h 918344"/>
              <a:gd name="connsiteX74" fmla="*/ 5826043 w 9517857"/>
              <a:gd name="connsiteY74" fmla="*/ 148061 h 918344"/>
              <a:gd name="connsiteX75" fmla="*/ 6013415 w 9517857"/>
              <a:gd name="connsiteY75" fmla="*/ 137304 h 918344"/>
              <a:gd name="connsiteX76" fmla="*/ 6080994 w 9517857"/>
              <a:gd name="connsiteY76" fmla="*/ 142926 h 918344"/>
              <a:gd name="connsiteX77" fmla="*/ 6194152 w 9517857"/>
              <a:gd name="connsiteY77" fmla="*/ 151760 h 918344"/>
              <a:gd name="connsiteX78" fmla="*/ 6281379 w 9517857"/>
              <a:gd name="connsiteY78" fmla="*/ 181614 h 918344"/>
              <a:gd name="connsiteX79" fmla="*/ 6374947 w 9517857"/>
              <a:gd name="connsiteY79" fmla="*/ 179787 h 918344"/>
              <a:gd name="connsiteX80" fmla="*/ 6448518 w 9517857"/>
              <a:gd name="connsiteY80" fmla="*/ 164366 h 918344"/>
              <a:gd name="connsiteX81" fmla="*/ 6544700 w 9517857"/>
              <a:gd name="connsiteY81" fmla="*/ 167149 h 918344"/>
              <a:gd name="connsiteX82" fmla="*/ 6648353 w 9517857"/>
              <a:gd name="connsiteY82" fmla="*/ 172238 h 918344"/>
              <a:gd name="connsiteX83" fmla="*/ 6736227 w 9517857"/>
              <a:gd name="connsiteY83" fmla="*/ 173204 h 918344"/>
              <a:gd name="connsiteX84" fmla="*/ 6977218 w 9517857"/>
              <a:gd name="connsiteY84" fmla="*/ 184277 h 918344"/>
              <a:gd name="connsiteX85" fmla="*/ 7065221 w 9517857"/>
              <a:gd name="connsiteY85" fmla="*/ 227519 h 918344"/>
              <a:gd name="connsiteX86" fmla="*/ 7565449 w 9517857"/>
              <a:gd name="connsiteY86" fmla="*/ 258938 h 918344"/>
              <a:gd name="connsiteX87" fmla="*/ 7599285 w 9517857"/>
              <a:gd name="connsiteY87" fmla="*/ 266009 h 918344"/>
              <a:gd name="connsiteX88" fmla="*/ 7644411 w 9517857"/>
              <a:gd name="connsiteY88" fmla="*/ 258974 h 918344"/>
              <a:gd name="connsiteX89" fmla="*/ 7825110 w 9517857"/>
              <a:gd name="connsiteY89" fmla="*/ 229097 h 918344"/>
              <a:gd name="connsiteX90" fmla="*/ 7965804 w 9517857"/>
              <a:gd name="connsiteY90" fmla="*/ 190533 h 918344"/>
              <a:gd name="connsiteX91" fmla="*/ 8147401 w 9517857"/>
              <a:gd name="connsiteY91" fmla="*/ 205605 h 918344"/>
              <a:gd name="connsiteX92" fmla="*/ 8256033 w 9517857"/>
              <a:gd name="connsiteY92" fmla="*/ 193701 h 918344"/>
              <a:gd name="connsiteX93" fmla="*/ 8551625 w 9517857"/>
              <a:gd name="connsiteY93" fmla="*/ 161505 h 918344"/>
              <a:gd name="connsiteX94" fmla="*/ 8715976 w 9517857"/>
              <a:gd name="connsiteY94" fmla="*/ 178362 h 918344"/>
              <a:gd name="connsiteX95" fmla="*/ 8778827 w 9517857"/>
              <a:gd name="connsiteY95" fmla="*/ 172924 h 918344"/>
              <a:gd name="connsiteX96" fmla="*/ 8840778 w 9517857"/>
              <a:gd name="connsiteY96" fmla="*/ 143137 h 918344"/>
              <a:gd name="connsiteX97" fmla="*/ 9010380 w 9517857"/>
              <a:gd name="connsiteY97" fmla="*/ 91879 h 918344"/>
              <a:gd name="connsiteX98" fmla="*/ 9110856 w 9517857"/>
              <a:gd name="connsiteY98" fmla="*/ 70985 h 918344"/>
              <a:gd name="connsiteX99" fmla="*/ 9268817 w 9517857"/>
              <a:gd name="connsiteY99" fmla="*/ 53070 h 918344"/>
              <a:gd name="connsiteX100" fmla="*/ 9316667 w 9517857"/>
              <a:gd name="connsiteY100" fmla="*/ 45035 h 918344"/>
              <a:gd name="connsiteX101" fmla="*/ 9428209 w 9517857"/>
              <a:gd name="connsiteY101"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660110 w 9517857"/>
              <a:gd name="connsiteY48" fmla="*/ 348714 h 918344"/>
              <a:gd name="connsiteX49" fmla="*/ 3750023 w 9517857"/>
              <a:gd name="connsiteY49" fmla="*/ 370666 h 918344"/>
              <a:gd name="connsiteX50" fmla="*/ 3844133 w 9517857"/>
              <a:gd name="connsiteY50" fmla="*/ 360636 h 918344"/>
              <a:gd name="connsiteX51" fmla="*/ 3913545 w 9517857"/>
              <a:gd name="connsiteY51" fmla="*/ 344223 h 918344"/>
              <a:gd name="connsiteX52" fmla="*/ 4266740 w 9517857"/>
              <a:gd name="connsiteY52" fmla="*/ 361442 h 918344"/>
              <a:gd name="connsiteX53" fmla="*/ 4430770 w 9517857"/>
              <a:gd name="connsiteY53" fmla="*/ 342631 h 918344"/>
              <a:gd name="connsiteX54" fmla="*/ 4512664 w 9517857"/>
              <a:gd name="connsiteY54" fmla="*/ 319936 h 918344"/>
              <a:gd name="connsiteX55" fmla="*/ 4616423 w 9517857"/>
              <a:gd name="connsiteY55" fmla="*/ 290902 h 918344"/>
              <a:gd name="connsiteX56" fmla="*/ 4691675 w 9517857"/>
              <a:gd name="connsiteY56" fmla="*/ 253999 h 918344"/>
              <a:gd name="connsiteX57" fmla="*/ 4689051 w 9517857"/>
              <a:gd name="connsiteY57" fmla="*/ 250956 h 918344"/>
              <a:gd name="connsiteX58" fmla="*/ 4719994 w 9517857"/>
              <a:gd name="connsiteY58" fmla="*/ 245295 h 918344"/>
              <a:gd name="connsiteX59" fmla="*/ 4752894 w 9517857"/>
              <a:gd name="connsiteY59" fmla="*/ 239863 h 918344"/>
              <a:gd name="connsiteX60" fmla="*/ 4769329 w 9517857"/>
              <a:gd name="connsiteY60" fmla="*/ 233573 h 918344"/>
              <a:gd name="connsiteX61" fmla="*/ 4775634 w 9517857"/>
              <a:gd name="connsiteY61" fmla="*/ 234051 h 918344"/>
              <a:gd name="connsiteX62" fmla="*/ 4790452 w 9517857"/>
              <a:gd name="connsiteY62" fmla="*/ 233560 h 918344"/>
              <a:gd name="connsiteX63" fmla="*/ 4789062 w 9517857"/>
              <a:gd name="connsiteY63" fmla="*/ 241912 h 918344"/>
              <a:gd name="connsiteX64" fmla="*/ 4827826 w 9517857"/>
              <a:gd name="connsiteY64" fmla="*/ 246965 h 918344"/>
              <a:gd name="connsiteX65" fmla="*/ 4892569 w 9517857"/>
              <a:gd name="connsiteY65" fmla="*/ 249921 h 918344"/>
              <a:gd name="connsiteX66" fmla="*/ 4896611 w 9517857"/>
              <a:gd name="connsiteY66" fmla="*/ 240436 h 918344"/>
              <a:gd name="connsiteX67" fmla="*/ 4917286 w 9517857"/>
              <a:gd name="connsiteY67" fmla="*/ 243647 h 918344"/>
              <a:gd name="connsiteX68" fmla="*/ 5060397 w 9517857"/>
              <a:gd name="connsiteY68" fmla="*/ 263676 h 918344"/>
              <a:gd name="connsiteX69" fmla="*/ 5252996 w 9517857"/>
              <a:gd name="connsiteY69" fmla="*/ 270643 h 918344"/>
              <a:gd name="connsiteX70" fmla="*/ 5358056 w 9517857"/>
              <a:gd name="connsiteY70" fmla="*/ 247236 h 918344"/>
              <a:gd name="connsiteX71" fmla="*/ 5426496 w 9517857"/>
              <a:gd name="connsiteY71" fmla="*/ 235130 h 918344"/>
              <a:gd name="connsiteX72" fmla="*/ 5497161 w 9517857"/>
              <a:gd name="connsiteY72" fmla="*/ 228796 h 918344"/>
              <a:gd name="connsiteX73" fmla="*/ 5826043 w 9517857"/>
              <a:gd name="connsiteY73" fmla="*/ 148061 h 918344"/>
              <a:gd name="connsiteX74" fmla="*/ 6013415 w 9517857"/>
              <a:gd name="connsiteY74" fmla="*/ 137304 h 918344"/>
              <a:gd name="connsiteX75" fmla="*/ 6080994 w 9517857"/>
              <a:gd name="connsiteY75" fmla="*/ 142926 h 918344"/>
              <a:gd name="connsiteX76" fmla="*/ 6194152 w 9517857"/>
              <a:gd name="connsiteY76" fmla="*/ 151760 h 918344"/>
              <a:gd name="connsiteX77" fmla="*/ 6281379 w 9517857"/>
              <a:gd name="connsiteY77" fmla="*/ 181614 h 918344"/>
              <a:gd name="connsiteX78" fmla="*/ 6374947 w 9517857"/>
              <a:gd name="connsiteY78" fmla="*/ 179787 h 918344"/>
              <a:gd name="connsiteX79" fmla="*/ 6448518 w 9517857"/>
              <a:gd name="connsiteY79" fmla="*/ 164366 h 918344"/>
              <a:gd name="connsiteX80" fmla="*/ 6544700 w 9517857"/>
              <a:gd name="connsiteY80" fmla="*/ 167149 h 918344"/>
              <a:gd name="connsiteX81" fmla="*/ 6648353 w 9517857"/>
              <a:gd name="connsiteY81" fmla="*/ 172238 h 918344"/>
              <a:gd name="connsiteX82" fmla="*/ 6736227 w 9517857"/>
              <a:gd name="connsiteY82" fmla="*/ 173204 h 918344"/>
              <a:gd name="connsiteX83" fmla="*/ 6977218 w 9517857"/>
              <a:gd name="connsiteY83" fmla="*/ 184277 h 918344"/>
              <a:gd name="connsiteX84" fmla="*/ 7065221 w 9517857"/>
              <a:gd name="connsiteY84" fmla="*/ 227519 h 918344"/>
              <a:gd name="connsiteX85" fmla="*/ 7565449 w 9517857"/>
              <a:gd name="connsiteY85" fmla="*/ 258938 h 918344"/>
              <a:gd name="connsiteX86" fmla="*/ 7599285 w 9517857"/>
              <a:gd name="connsiteY86" fmla="*/ 266009 h 918344"/>
              <a:gd name="connsiteX87" fmla="*/ 7644411 w 9517857"/>
              <a:gd name="connsiteY87" fmla="*/ 258974 h 918344"/>
              <a:gd name="connsiteX88" fmla="*/ 7825110 w 9517857"/>
              <a:gd name="connsiteY88" fmla="*/ 229097 h 918344"/>
              <a:gd name="connsiteX89" fmla="*/ 7965804 w 9517857"/>
              <a:gd name="connsiteY89" fmla="*/ 190533 h 918344"/>
              <a:gd name="connsiteX90" fmla="*/ 8147401 w 9517857"/>
              <a:gd name="connsiteY90" fmla="*/ 205605 h 918344"/>
              <a:gd name="connsiteX91" fmla="*/ 8256033 w 9517857"/>
              <a:gd name="connsiteY91" fmla="*/ 193701 h 918344"/>
              <a:gd name="connsiteX92" fmla="*/ 8551625 w 9517857"/>
              <a:gd name="connsiteY92" fmla="*/ 161505 h 918344"/>
              <a:gd name="connsiteX93" fmla="*/ 8715976 w 9517857"/>
              <a:gd name="connsiteY93" fmla="*/ 178362 h 918344"/>
              <a:gd name="connsiteX94" fmla="*/ 8778827 w 9517857"/>
              <a:gd name="connsiteY94" fmla="*/ 172924 h 918344"/>
              <a:gd name="connsiteX95" fmla="*/ 8840778 w 9517857"/>
              <a:gd name="connsiteY95" fmla="*/ 143137 h 918344"/>
              <a:gd name="connsiteX96" fmla="*/ 9010380 w 9517857"/>
              <a:gd name="connsiteY96" fmla="*/ 91879 h 918344"/>
              <a:gd name="connsiteX97" fmla="*/ 9110856 w 9517857"/>
              <a:gd name="connsiteY97" fmla="*/ 70985 h 918344"/>
              <a:gd name="connsiteX98" fmla="*/ 9268817 w 9517857"/>
              <a:gd name="connsiteY98" fmla="*/ 53070 h 918344"/>
              <a:gd name="connsiteX99" fmla="*/ 9316667 w 9517857"/>
              <a:gd name="connsiteY99" fmla="*/ 45035 h 918344"/>
              <a:gd name="connsiteX100" fmla="*/ 9428209 w 9517857"/>
              <a:gd name="connsiteY100"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26043 w 9517857"/>
              <a:gd name="connsiteY72" fmla="*/ 148061 h 918344"/>
              <a:gd name="connsiteX73" fmla="*/ 6013415 w 9517857"/>
              <a:gd name="connsiteY73" fmla="*/ 137304 h 918344"/>
              <a:gd name="connsiteX74" fmla="*/ 6080994 w 9517857"/>
              <a:gd name="connsiteY74" fmla="*/ 142926 h 918344"/>
              <a:gd name="connsiteX75" fmla="*/ 6194152 w 9517857"/>
              <a:gd name="connsiteY75" fmla="*/ 151760 h 918344"/>
              <a:gd name="connsiteX76" fmla="*/ 6281379 w 9517857"/>
              <a:gd name="connsiteY76" fmla="*/ 181614 h 918344"/>
              <a:gd name="connsiteX77" fmla="*/ 6374947 w 9517857"/>
              <a:gd name="connsiteY77" fmla="*/ 179787 h 918344"/>
              <a:gd name="connsiteX78" fmla="*/ 6448518 w 9517857"/>
              <a:gd name="connsiteY78" fmla="*/ 164366 h 918344"/>
              <a:gd name="connsiteX79" fmla="*/ 6544700 w 9517857"/>
              <a:gd name="connsiteY79" fmla="*/ 167149 h 918344"/>
              <a:gd name="connsiteX80" fmla="*/ 6648353 w 9517857"/>
              <a:gd name="connsiteY80" fmla="*/ 172238 h 918344"/>
              <a:gd name="connsiteX81" fmla="*/ 6736227 w 9517857"/>
              <a:gd name="connsiteY81" fmla="*/ 173204 h 918344"/>
              <a:gd name="connsiteX82" fmla="*/ 6977218 w 9517857"/>
              <a:gd name="connsiteY82" fmla="*/ 184277 h 918344"/>
              <a:gd name="connsiteX83" fmla="*/ 7065221 w 9517857"/>
              <a:gd name="connsiteY83" fmla="*/ 227519 h 918344"/>
              <a:gd name="connsiteX84" fmla="*/ 7565449 w 9517857"/>
              <a:gd name="connsiteY84" fmla="*/ 258938 h 918344"/>
              <a:gd name="connsiteX85" fmla="*/ 7599285 w 9517857"/>
              <a:gd name="connsiteY85" fmla="*/ 266009 h 918344"/>
              <a:gd name="connsiteX86" fmla="*/ 7644411 w 9517857"/>
              <a:gd name="connsiteY86" fmla="*/ 258974 h 918344"/>
              <a:gd name="connsiteX87" fmla="*/ 7825110 w 9517857"/>
              <a:gd name="connsiteY87" fmla="*/ 229097 h 918344"/>
              <a:gd name="connsiteX88" fmla="*/ 7965804 w 9517857"/>
              <a:gd name="connsiteY88" fmla="*/ 190533 h 918344"/>
              <a:gd name="connsiteX89" fmla="*/ 8147401 w 9517857"/>
              <a:gd name="connsiteY89" fmla="*/ 205605 h 918344"/>
              <a:gd name="connsiteX90" fmla="*/ 8256033 w 9517857"/>
              <a:gd name="connsiteY90" fmla="*/ 193701 h 918344"/>
              <a:gd name="connsiteX91" fmla="*/ 8551625 w 9517857"/>
              <a:gd name="connsiteY91" fmla="*/ 161505 h 918344"/>
              <a:gd name="connsiteX92" fmla="*/ 8715976 w 9517857"/>
              <a:gd name="connsiteY92" fmla="*/ 178362 h 918344"/>
              <a:gd name="connsiteX93" fmla="*/ 8778827 w 9517857"/>
              <a:gd name="connsiteY93" fmla="*/ 172924 h 918344"/>
              <a:gd name="connsiteX94" fmla="*/ 8840778 w 9517857"/>
              <a:gd name="connsiteY94" fmla="*/ 143137 h 918344"/>
              <a:gd name="connsiteX95" fmla="*/ 9010380 w 9517857"/>
              <a:gd name="connsiteY95" fmla="*/ 91879 h 918344"/>
              <a:gd name="connsiteX96" fmla="*/ 9110856 w 9517857"/>
              <a:gd name="connsiteY96" fmla="*/ 70985 h 918344"/>
              <a:gd name="connsiteX97" fmla="*/ 9268817 w 9517857"/>
              <a:gd name="connsiteY97" fmla="*/ 53070 h 918344"/>
              <a:gd name="connsiteX98" fmla="*/ 9316667 w 9517857"/>
              <a:gd name="connsiteY98" fmla="*/ 45035 h 918344"/>
              <a:gd name="connsiteX99" fmla="*/ 9428209 w 9517857"/>
              <a:gd name="connsiteY99"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6013415 w 9517857"/>
              <a:gd name="connsiteY72" fmla="*/ 137304 h 918344"/>
              <a:gd name="connsiteX73" fmla="*/ 6080994 w 9517857"/>
              <a:gd name="connsiteY73" fmla="*/ 1429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80994 w 9517857"/>
              <a:gd name="connsiteY73" fmla="*/ 1429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350974 w 9517857"/>
              <a:gd name="connsiteY84" fmla="*/ 3803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366801 w 9517857"/>
              <a:gd name="connsiteY83" fmla="*/ 258938 h 918344"/>
              <a:gd name="connsiteX84" fmla="*/ 7350974 w 9517857"/>
              <a:gd name="connsiteY84" fmla="*/ 3803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366801 w 9517857"/>
              <a:gd name="connsiteY83" fmla="*/ 258938 h 918344"/>
              <a:gd name="connsiteX84" fmla="*/ 7433745 w 9517857"/>
              <a:gd name="connsiteY84" fmla="*/ 24695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547829 w 9517857"/>
              <a:gd name="connsiteY34" fmla="*/ 5661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13545 w 9517857"/>
              <a:gd name="connsiteY49" fmla="*/ 34422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13545 w 9517857"/>
              <a:gd name="connsiteY49" fmla="*/ 34422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8147401 w 9517857"/>
              <a:gd name="connsiteY86" fmla="*/ 205605 h 918344"/>
              <a:gd name="connsiteX87" fmla="*/ 8256033 w 9517857"/>
              <a:gd name="connsiteY87" fmla="*/ 193701 h 918344"/>
              <a:gd name="connsiteX88" fmla="*/ 8551625 w 9517857"/>
              <a:gd name="connsiteY88" fmla="*/ 161505 h 918344"/>
              <a:gd name="connsiteX89" fmla="*/ 8715976 w 9517857"/>
              <a:gd name="connsiteY89" fmla="*/ 178362 h 918344"/>
              <a:gd name="connsiteX90" fmla="*/ 8778827 w 9517857"/>
              <a:gd name="connsiteY90" fmla="*/ 172924 h 918344"/>
              <a:gd name="connsiteX91" fmla="*/ 8840778 w 9517857"/>
              <a:gd name="connsiteY91" fmla="*/ 143137 h 918344"/>
              <a:gd name="connsiteX92" fmla="*/ 9010380 w 9517857"/>
              <a:gd name="connsiteY92" fmla="*/ 91879 h 918344"/>
              <a:gd name="connsiteX93" fmla="*/ 9110856 w 9517857"/>
              <a:gd name="connsiteY93" fmla="*/ 70985 h 918344"/>
              <a:gd name="connsiteX94" fmla="*/ 9268817 w 9517857"/>
              <a:gd name="connsiteY94" fmla="*/ 53070 h 918344"/>
              <a:gd name="connsiteX95" fmla="*/ 9316667 w 9517857"/>
              <a:gd name="connsiteY95" fmla="*/ 45035 h 918344"/>
              <a:gd name="connsiteX96" fmla="*/ 9428209 w 9517857"/>
              <a:gd name="connsiteY96"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8106016 w 9517857"/>
              <a:gd name="connsiteY86" fmla="*/ 231005 h 918344"/>
              <a:gd name="connsiteX87" fmla="*/ 8256033 w 9517857"/>
              <a:gd name="connsiteY87" fmla="*/ 193701 h 918344"/>
              <a:gd name="connsiteX88" fmla="*/ 8551625 w 9517857"/>
              <a:gd name="connsiteY88" fmla="*/ 161505 h 918344"/>
              <a:gd name="connsiteX89" fmla="*/ 8715976 w 9517857"/>
              <a:gd name="connsiteY89" fmla="*/ 178362 h 918344"/>
              <a:gd name="connsiteX90" fmla="*/ 8778827 w 9517857"/>
              <a:gd name="connsiteY90" fmla="*/ 172924 h 918344"/>
              <a:gd name="connsiteX91" fmla="*/ 8840778 w 9517857"/>
              <a:gd name="connsiteY91" fmla="*/ 143137 h 918344"/>
              <a:gd name="connsiteX92" fmla="*/ 9010380 w 9517857"/>
              <a:gd name="connsiteY92" fmla="*/ 91879 h 918344"/>
              <a:gd name="connsiteX93" fmla="*/ 9110856 w 9517857"/>
              <a:gd name="connsiteY93" fmla="*/ 70985 h 918344"/>
              <a:gd name="connsiteX94" fmla="*/ 9268817 w 9517857"/>
              <a:gd name="connsiteY94" fmla="*/ 53070 h 918344"/>
              <a:gd name="connsiteX95" fmla="*/ 9316667 w 9517857"/>
              <a:gd name="connsiteY95" fmla="*/ 45035 h 918344"/>
              <a:gd name="connsiteX96" fmla="*/ 9428209 w 9517857"/>
              <a:gd name="connsiteY96"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6014778 w 9517857"/>
              <a:gd name="connsiteY71" fmla="*/ 16832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840778 w 9517857"/>
              <a:gd name="connsiteY89" fmla="*/ 143137 h 918344"/>
              <a:gd name="connsiteX90" fmla="*/ 9010380 w 9517857"/>
              <a:gd name="connsiteY90" fmla="*/ 91879 h 918344"/>
              <a:gd name="connsiteX91" fmla="*/ 9110856 w 9517857"/>
              <a:gd name="connsiteY91" fmla="*/ 70985 h 918344"/>
              <a:gd name="connsiteX92" fmla="*/ 9268817 w 9517857"/>
              <a:gd name="connsiteY92" fmla="*/ 53070 h 918344"/>
              <a:gd name="connsiteX93" fmla="*/ 9316667 w 9517857"/>
              <a:gd name="connsiteY93" fmla="*/ 45035 h 918344"/>
              <a:gd name="connsiteX94" fmla="*/ 9428209 w 9517857"/>
              <a:gd name="connsiteY94"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840778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683515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63955 w 9517857"/>
              <a:gd name="connsiteY85" fmla="*/ 205605 h 918344"/>
              <a:gd name="connsiteX86" fmla="*/ 8256033 w 9517857"/>
              <a:gd name="connsiteY86" fmla="*/ 193701 h 918344"/>
              <a:gd name="connsiteX87" fmla="*/ 8551625 w 9517857"/>
              <a:gd name="connsiteY87" fmla="*/ 161505 h 918344"/>
              <a:gd name="connsiteX88" fmla="*/ 8683515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9517857" h="918344">
                <a:moveTo>
                  <a:pt x="4686423" y="247907"/>
                </a:moveTo>
                <a:lnTo>
                  <a:pt x="4689051" y="250956"/>
                </a:lnTo>
                <a:lnTo>
                  <a:pt x="4687244" y="251286"/>
                </a:lnTo>
                <a:lnTo>
                  <a:pt x="4686423" y="247907"/>
                </a:lnTo>
                <a:close/>
                <a:moveTo>
                  <a:pt x="4685225" y="246518"/>
                </a:moveTo>
                <a:cubicBezTo>
                  <a:pt x="4688837" y="243186"/>
                  <a:pt x="4687468" y="244586"/>
                  <a:pt x="4686133" y="246715"/>
                </a:cubicBezTo>
                <a:cubicBezTo>
                  <a:pt x="4686230" y="247112"/>
                  <a:pt x="4686326" y="247510"/>
                  <a:pt x="4686423" y="247907"/>
                </a:cubicBezTo>
                <a:lnTo>
                  <a:pt x="4685225" y="246518"/>
                </a:lnTo>
                <a:close/>
                <a:moveTo>
                  <a:pt x="9428209" y="29911"/>
                </a:moveTo>
                <a:lnTo>
                  <a:pt x="9517857" y="0"/>
                </a:lnTo>
                <a:lnTo>
                  <a:pt x="9517857" y="918344"/>
                </a:lnTo>
                <a:lnTo>
                  <a:pt x="14604" y="918344"/>
                </a:lnTo>
                <a:lnTo>
                  <a:pt x="12841" y="917751"/>
                </a:lnTo>
                <a:cubicBezTo>
                  <a:pt x="4532" y="914852"/>
                  <a:pt x="-773" y="912795"/>
                  <a:pt x="93" y="912459"/>
                </a:cubicBezTo>
                <a:cubicBezTo>
                  <a:pt x="172" y="912286"/>
                  <a:pt x="58594" y="890483"/>
                  <a:pt x="58674" y="890310"/>
                </a:cubicBezTo>
                <a:cubicBezTo>
                  <a:pt x="127436" y="929602"/>
                  <a:pt x="206243" y="828214"/>
                  <a:pt x="275005" y="807217"/>
                </a:cubicBezTo>
                <a:cubicBezTo>
                  <a:pt x="303983" y="806075"/>
                  <a:pt x="504960" y="777363"/>
                  <a:pt x="587824" y="798183"/>
                </a:cubicBezTo>
                <a:cubicBezTo>
                  <a:pt x="598733" y="769336"/>
                  <a:pt x="682904" y="785912"/>
                  <a:pt x="651826" y="738326"/>
                </a:cubicBezTo>
                <a:cubicBezTo>
                  <a:pt x="688440" y="737850"/>
                  <a:pt x="753255" y="750384"/>
                  <a:pt x="727985" y="719814"/>
                </a:cubicBezTo>
                <a:cubicBezTo>
                  <a:pt x="739648" y="718737"/>
                  <a:pt x="775717" y="715075"/>
                  <a:pt x="778982" y="710130"/>
                </a:cubicBezTo>
                <a:cubicBezTo>
                  <a:pt x="779189" y="709395"/>
                  <a:pt x="849736" y="718709"/>
                  <a:pt x="849944" y="717975"/>
                </a:cubicBezTo>
                <a:lnTo>
                  <a:pt x="921659" y="712683"/>
                </a:lnTo>
                <a:lnTo>
                  <a:pt x="930946" y="734034"/>
                </a:lnTo>
                <a:lnTo>
                  <a:pt x="986250" y="713518"/>
                </a:lnTo>
                <a:lnTo>
                  <a:pt x="1013752" y="713349"/>
                </a:lnTo>
                <a:lnTo>
                  <a:pt x="1023734" y="718559"/>
                </a:lnTo>
                <a:cubicBezTo>
                  <a:pt x="1033291" y="721264"/>
                  <a:pt x="1045398" y="721382"/>
                  <a:pt x="1063207" y="715639"/>
                </a:cubicBezTo>
                <a:lnTo>
                  <a:pt x="1081980" y="738443"/>
                </a:lnTo>
                <a:lnTo>
                  <a:pt x="1218120" y="713268"/>
                </a:lnTo>
                <a:cubicBezTo>
                  <a:pt x="1230137" y="716150"/>
                  <a:pt x="1387179" y="685167"/>
                  <a:pt x="1397459" y="691178"/>
                </a:cubicBezTo>
                <a:cubicBezTo>
                  <a:pt x="1490025" y="704972"/>
                  <a:pt x="1465878" y="715592"/>
                  <a:pt x="1580688" y="693685"/>
                </a:cubicBezTo>
                <a:cubicBezTo>
                  <a:pt x="1607067" y="704367"/>
                  <a:pt x="1719477" y="658227"/>
                  <a:pt x="1772334" y="710628"/>
                </a:cubicBezTo>
                <a:cubicBezTo>
                  <a:pt x="1745536" y="644812"/>
                  <a:pt x="1976078" y="716424"/>
                  <a:pt x="2002561" y="659905"/>
                </a:cubicBezTo>
                <a:cubicBezTo>
                  <a:pt x="2045346" y="660345"/>
                  <a:pt x="2166676" y="654379"/>
                  <a:pt x="2135144" y="636489"/>
                </a:cubicBezTo>
                <a:cubicBezTo>
                  <a:pt x="2226022" y="620861"/>
                  <a:pt x="2361353" y="588467"/>
                  <a:pt x="2448505" y="578838"/>
                </a:cubicBezTo>
                <a:cubicBezTo>
                  <a:pt x="2446114" y="626857"/>
                  <a:pt x="2632278" y="528268"/>
                  <a:pt x="2658055" y="578715"/>
                </a:cubicBezTo>
                <a:cubicBezTo>
                  <a:pt x="2670795" y="573569"/>
                  <a:pt x="2682322" y="566993"/>
                  <a:pt x="2693698" y="560017"/>
                </a:cubicBezTo>
                <a:lnTo>
                  <a:pt x="2699673" y="556388"/>
                </a:lnTo>
                <a:lnTo>
                  <a:pt x="2727306" y="550686"/>
                </a:lnTo>
                <a:lnTo>
                  <a:pt x="2730451" y="538046"/>
                </a:lnTo>
                <a:lnTo>
                  <a:pt x="2768713" y="521563"/>
                </a:lnTo>
                <a:cubicBezTo>
                  <a:pt x="2783756" y="517092"/>
                  <a:pt x="2800788" y="514279"/>
                  <a:pt x="2820868" y="514148"/>
                </a:cubicBezTo>
                <a:cubicBezTo>
                  <a:pt x="2894791" y="532873"/>
                  <a:pt x="2981506" y="465495"/>
                  <a:pt x="3073635" y="491282"/>
                </a:cubicBezTo>
                <a:cubicBezTo>
                  <a:pt x="3106872" y="496612"/>
                  <a:pt x="3205785" y="487706"/>
                  <a:pt x="3222071" y="470547"/>
                </a:cubicBezTo>
                <a:cubicBezTo>
                  <a:pt x="3242193" y="465502"/>
                  <a:pt x="3267163" y="469124"/>
                  <a:pt x="3274069" y="451593"/>
                </a:cubicBezTo>
                <a:cubicBezTo>
                  <a:pt x="3286659" y="430153"/>
                  <a:pt x="3363648" y="455559"/>
                  <a:pt x="3349632" y="432571"/>
                </a:cubicBezTo>
                <a:lnTo>
                  <a:pt x="3479593" y="390425"/>
                </a:lnTo>
                <a:cubicBezTo>
                  <a:pt x="3546325" y="380108"/>
                  <a:pt x="3689266" y="375631"/>
                  <a:pt x="3750023" y="370666"/>
                </a:cubicBezTo>
                <a:cubicBezTo>
                  <a:pt x="3810780" y="365701"/>
                  <a:pt x="3796187" y="363985"/>
                  <a:pt x="3844133" y="360636"/>
                </a:cubicBezTo>
                <a:cubicBezTo>
                  <a:pt x="3892079" y="357287"/>
                  <a:pt x="4007004" y="338828"/>
                  <a:pt x="4037701" y="350573"/>
                </a:cubicBezTo>
                <a:cubicBezTo>
                  <a:pt x="4133026" y="338752"/>
                  <a:pt x="4159924" y="363178"/>
                  <a:pt x="4266740" y="361442"/>
                </a:cubicBezTo>
                <a:cubicBezTo>
                  <a:pt x="4385770" y="354362"/>
                  <a:pt x="4314535" y="340131"/>
                  <a:pt x="4430770" y="342631"/>
                </a:cubicBezTo>
                <a:cubicBezTo>
                  <a:pt x="4439969" y="322582"/>
                  <a:pt x="4478290" y="314633"/>
                  <a:pt x="4512664" y="319936"/>
                </a:cubicBezTo>
                <a:cubicBezTo>
                  <a:pt x="4570011" y="315126"/>
                  <a:pt x="4549085" y="269587"/>
                  <a:pt x="4616423" y="290902"/>
                </a:cubicBezTo>
                <a:cubicBezTo>
                  <a:pt x="4599641" y="270265"/>
                  <a:pt x="4692085" y="269204"/>
                  <a:pt x="4691675" y="253999"/>
                </a:cubicBezTo>
                <a:lnTo>
                  <a:pt x="4689051" y="250956"/>
                </a:lnTo>
                <a:lnTo>
                  <a:pt x="4719994" y="245295"/>
                </a:lnTo>
                <a:cubicBezTo>
                  <a:pt x="4732635" y="242763"/>
                  <a:pt x="4745300" y="240323"/>
                  <a:pt x="4752894" y="239863"/>
                </a:cubicBezTo>
                <a:lnTo>
                  <a:pt x="4769329" y="233573"/>
                </a:lnTo>
                <a:lnTo>
                  <a:pt x="4775634" y="234051"/>
                </a:lnTo>
                <a:lnTo>
                  <a:pt x="4790452" y="233560"/>
                </a:lnTo>
                <a:lnTo>
                  <a:pt x="4789062" y="241912"/>
                </a:lnTo>
                <a:cubicBezTo>
                  <a:pt x="4786342" y="249920"/>
                  <a:pt x="4804560" y="248619"/>
                  <a:pt x="4827826" y="246965"/>
                </a:cubicBezTo>
                <a:cubicBezTo>
                  <a:pt x="4875782" y="239557"/>
                  <a:pt x="4874112" y="283401"/>
                  <a:pt x="4892569" y="249921"/>
                </a:cubicBezTo>
                <a:lnTo>
                  <a:pt x="4896611" y="240436"/>
                </a:lnTo>
                <a:lnTo>
                  <a:pt x="4917286" y="243647"/>
                </a:lnTo>
                <a:cubicBezTo>
                  <a:pt x="4944584" y="247520"/>
                  <a:pt x="5004445" y="259177"/>
                  <a:pt x="5060397" y="263676"/>
                </a:cubicBezTo>
                <a:cubicBezTo>
                  <a:pt x="5093356" y="238577"/>
                  <a:pt x="5149615" y="249939"/>
                  <a:pt x="5244719" y="245243"/>
                </a:cubicBezTo>
                <a:cubicBezTo>
                  <a:pt x="5280563" y="216460"/>
                  <a:pt x="5287005" y="287909"/>
                  <a:pt x="5358056" y="247236"/>
                </a:cubicBezTo>
                <a:cubicBezTo>
                  <a:pt x="5361752" y="250245"/>
                  <a:pt x="5403312" y="238203"/>
                  <a:pt x="5426496" y="235130"/>
                </a:cubicBezTo>
                <a:cubicBezTo>
                  <a:pt x="5449679" y="232057"/>
                  <a:pt x="5473549" y="245599"/>
                  <a:pt x="5497161" y="228796"/>
                </a:cubicBezTo>
                <a:cubicBezTo>
                  <a:pt x="5639351" y="214989"/>
                  <a:pt x="5707050" y="169433"/>
                  <a:pt x="5923732" y="187376"/>
                </a:cubicBezTo>
                <a:cubicBezTo>
                  <a:pt x="5980821" y="181528"/>
                  <a:pt x="6140195" y="184371"/>
                  <a:pt x="6194152" y="151760"/>
                </a:cubicBezTo>
                <a:cubicBezTo>
                  <a:pt x="6187280" y="177771"/>
                  <a:pt x="6304222" y="153398"/>
                  <a:pt x="6281379" y="181614"/>
                </a:cubicBezTo>
                <a:cubicBezTo>
                  <a:pt x="6321899" y="201807"/>
                  <a:pt x="6335111" y="162578"/>
                  <a:pt x="6374947" y="179787"/>
                </a:cubicBezTo>
                <a:cubicBezTo>
                  <a:pt x="6417404" y="181324"/>
                  <a:pt x="6402484" y="169682"/>
                  <a:pt x="6448518" y="164366"/>
                </a:cubicBezTo>
                <a:cubicBezTo>
                  <a:pt x="6504958" y="162476"/>
                  <a:pt x="6493438" y="111191"/>
                  <a:pt x="6544700" y="167149"/>
                </a:cubicBezTo>
                <a:cubicBezTo>
                  <a:pt x="6601507" y="148685"/>
                  <a:pt x="6566269" y="164374"/>
                  <a:pt x="6648353" y="172238"/>
                </a:cubicBezTo>
                <a:cubicBezTo>
                  <a:pt x="6680008" y="155211"/>
                  <a:pt x="6707960" y="160661"/>
                  <a:pt x="6736227" y="173204"/>
                </a:cubicBezTo>
                <a:cubicBezTo>
                  <a:pt x="6813963" y="164272"/>
                  <a:pt x="6888143" y="181284"/>
                  <a:pt x="6977218" y="184277"/>
                </a:cubicBezTo>
                <a:cubicBezTo>
                  <a:pt x="7040424" y="188306"/>
                  <a:pt x="7000291" y="215076"/>
                  <a:pt x="7065221" y="227519"/>
                </a:cubicBezTo>
                <a:cubicBezTo>
                  <a:pt x="7130151" y="239962"/>
                  <a:pt x="7277790" y="252523"/>
                  <a:pt x="7366801" y="258938"/>
                </a:cubicBezTo>
                <a:cubicBezTo>
                  <a:pt x="7377311" y="252420"/>
                  <a:pt x="7435314" y="238566"/>
                  <a:pt x="7433745" y="246959"/>
                </a:cubicBezTo>
                <a:cubicBezTo>
                  <a:pt x="7446076" y="243878"/>
                  <a:pt x="7639946" y="245807"/>
                  <a:pt x="7644411" y="258974"/>
                </a:cubicBezTo>
                <a:cubicBezTo>
                  <a:pt x="7708015" y="258000"/>
                  <a:pt x="7770249" y="247712"/>
                  <a:pt x="7825110" y="229097"/>
                </a:cubicBezTo>
                <a:cubicBezTo>
                  <a:pt x="7908941" y="220202"/>
                  <a:pt x="8092134" y="211504"/>
                  <a:pt x="8163955" y="205605"/>
                </a:cubicBezTo>
                <a:cubicBezTo>
                  <a:pt x="8183007" y="196598"/>
                  <a:pt x="8225048" y="207087"/>
                  <a:pt x="8256033" y="193701"/>
                </a:cubicBezTo>
                <a:cubicBezTo>
                  <a:pt x="8334440" y="185293"/>
                  <a:pt x="8474968" y="164062"/>
                  <a:pt x="8551625" y="161505"/>
                </a:cubicBezTo>
                <a:cubicBezTo>
                  <a:pt x="8649083" y="153078"/>
                  <a:pt x="8607056" y="154741"/>
                  <a:pt x="8683515" y="143137"/>
                </a:cubicBezTo>
                <a:cubicBezTo>
                  <a:pt x="8746256" y="121084"/>
                  <a:pt x="8897706" y="99547"/>
                  <a:pt x="9002103" y="85529"/>
                </a:cubicBezTo>
                <a:cubicBezTo>
                  <a:pt x="9018826" y="50490"/>
                  <a:pt x="9112524" y="108345"/>
                  <a:pt x="9110856" y="70985"/>
                </a:cubicBezTo>
                <a:cubicBezTo>
                  <a:pt x="9148189" y="94238"/>
                  <a:pt x="9209809" y="53273"/>
                  <a:pt x="9268817" y="53070"/>
                </a:cubicBezTo>
                <a:cubicBezTo>
                  <a:pt x="9279135" y="35985"/>
                  <a:pt x="9292736" y="36508"/>
                  <a:pt x="9316667" y="45035"/>
                </a:cubicBezTo>
                <a:cubicBezTo>
                  <a:pt x="9352186" y="45850"/>
                  <a:pt x="9390008" y="39787"/>
                  <a:pt x="9428209" y="29911"/>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936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11026190-6B62-46DB-B5FF-9E0FF9BDCD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6DA0389-D66E-4727-8EFB-E60E6C412F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4693" y="870265"/>
            <a:ext cx="9662615" cy="1603018"/>
          </a:xfrm>
          <a:custGeom>
            <a:avLst/>
            <a:gdLst>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4055448 w 9662615"/>
              <a:gd name="connsiteY72" fmla="*/ 1528913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86537 w 9662615"/>
              <a:gd name="connsiteY72" fmla="*/ 1523612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91676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91676 w 9662615"/>
              <a:gd name="connsiteY91" fmla="*/ 1500859 h 1583140"/>
              <a:gd name="connsiteX92" fmla="*/ 2378036 w 9662615"/>
              <a:gd name="connsiteY92" fmla="*/ 1520645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71940 w 9662615"/>
              <a:gd name="connsiteY67" fmla="*/ 1547617 h 1587534"/>
              <a:gd name="connsiteX68" fmla="*/ 4589320 w 9662615"/>
              <a:gd name="connsiteY68" fmla="*/ 1534660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71940 w 9662615"/>
              <a:gd name="connsiteY67" fmla="*/ 1547617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62664 w 9662615"/>
              <a:gd name="connsiteY66" fmla="*/ 1573162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921303 w 9662615"/>
              <a:gd name="connsiteY56" fmla="*/ 1575379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62664 w 9662615"/>
              <a:gd name="connsiteY66" fmla="*/ 1573162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082104 w 9662615"/>
              <a:gd name="connsiteY49" fmla="*/ 1547781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38223 w 9662615"/>
              <a:gd name="connsiteY53" fmla="*/ 1545881 h 1598136"/>
              <a:gd name="connsiteX54" fmla="*/ 5026564 w 9662615"/>
              <a:gd name="connsiteY54" fmla="*/ 1545376 h 1598136"/>
              <a:gd name="connsiteX55" fmla="*/ 4969433 w 9662615"/>
              <a:gd name="connsiteY55" fmla="*/ 1540263 h 1598136"/>
              <a:gd name="connsiteX56" fmla="*/ 4921303 w 9662615"/>
              <a:gd name="connsiteY56" fmla="*/ 1575379 h 1598136"/>
              <a:gd name="connsiteX57" fmla="*/ 4863775 w 9662615"/>
              <a:gd name="connsiteY57" fmla="*/ 1562633 h 1598136"/>
              <a:gd name="connsiteX58" fmla="*/ 4847242 w 9662615"/>
              <a:gd name="connsiteY58" fmla="*/ 1565435 h 1598136"/>
              <a:gd name="connsiteX59" fmla="*/ 4856839 w 9662615"/>
              <a:gd name="connsiteY59" fmla="*/ 1598136 h 1598136"/>
              <a:gd name="connsiteX60" fmla="*/ 4791466 w 9662615"/>
              <a:gd name="connsiteY60" fmla="*/ 1561324 h 1598136"/>
              <a:gd name="connsiteX61" fmla="*/ 4784247 w 9662615"/>
              <a:gd name="connsiteY61" fmla="*/ 1562342 h 1598136"/>
              <a:gd name="connsiteX62" fmla="*/ 4748477 w 9662615"/>
              <a:gd name="connsiteY62" fmla="*/ 1556925 h 1598136"/>
              <a:gd name="connsiteX63" fmla="*/ 4730033 w 9662615"/>
              <a:gd name="connsiteY63" fmla="*/ 1555274 h 1598136"/>
              <a:gd name="connsiteX64" fmla="*/ 4724747 w 9662615"/>
              <a:gd name="connsiteY64" fmla="*/ 1552439 h 1598136"/>
              <a:gd name="connsiteX65" fmla="*/ 4697562 w 9662615"/>
              <a:gd name="connsiteY65" fmla="*/ 1551206 h 1598136"/>
              <a:gd name="connsiteX66" fmla="*/ 4662664 w 9662615"/>
              <a:gd name="connsiteY66" fmla="*/ 1573162 h 1598136"/>
              <a:gd name="connsiteX67" fmla="*/ 4603028 w 9662615"/>
              <a:gd name="connsiteY67" fmla="*/ 1568821 h 1598136"/>
              <a:gd name="connsiteX68" fmla="*/ 4541612 w 9662615"/>
              <a:gd name="connsiteY68" fmla="*/ 1545262 h 1598136"/>
              <a:gd name="connsiteX69" fmla="*/ 4422155 w 9662615"/>
              <a:gd name="connsiteY69" fmla="*/ 1542059 h 1598136"/>
              <a:gd name="connsiteX70" fmla="*/ 4221826 w 9662615"/>
              <a:gd name="connsiteY70" fmla="*/ 1508923 h 1598136"/>
              <a:gd name="connsiteX71" fmla="*/ 4096601 w 9662615"/>
              <a:gd name="connsiteY71" fmla="*/ 1521563 h 1598136"/>
              <a:gd name="connsiteX72" fmla="*/ 3970635 w 9662615"/>
              <a:gd name="connsiteY72" fmla="*/ 1544815 h 1598136"/>
              <a:gd name="connsiteX73" fmla="*/ 3833906 w 9662615"/>
              <a:gd name="connsiteY73" fmla="*/ 1516637 h 1598136"/>
              <a:gd name="connsiteX74" fmla="*/ 3696258 w 9662615"/>
              <a:gd name="connsiteY74" fmla="*/ 1537563 h 1598136"/>
              <a:gd name="connsiteX75" fmla="*/ 3594070 w 9662615"/>
              <a:gd name="connsiteY75" fmla="*/ 1509422 h 1598136"/>
              <a:gd name="connsiteX76" fmla="*/ 3565233 w 9662615"/>
              <a:gd name="connsiteY76" fmla="*/ 1515122 h 1598136"/>
              <a:gd name="connsiteX77" fmla="*/ 3560267 w 9662615"/>
              <a:gd name="connsiteY77" fmla="*/ 1516288 h 1598136"/>
              <a:gd name="connsiteX78" fmla="*/ 3540258 w 9662615"/>
              <a:gd name="connsiteY78" fmla="*/ 1516976 h 1598136"/>
              <a:gd name="connsiteX79" fmla="*/ 3534780 w 9662615"/>
              <a:gd name="connsiteY79" fmla="*/ 1522141 h 1598136"/>
              <a:gd name="connsiteX80" fmla="*/ 3504783 w 9662615"/>
              <a:gd name="connsiteY80" fmla="*/ 1526739 h 1598136"/>
              <a:gd name="connsiteX81" fmla="*/ 3430805 w 9662615"/>
              <a:gd name="connsiteY81" fmla="*/ 1542521 h 1598136"/>
              <a:gd name="connsiteX82" fmla="*/ 3292707 w 9662615"/>
              <a:gd name="connsiteY82" fmla="*/ 1520490 h 1598136"/>
              <a:gd name="connsiteX83" fmla="*/ 3187872 w 9662615"/>
              <a:gd name="connsiteY83" fmla="*/ 1519991 h 1598136"/>
              <a:gd name="connsiteX84" fmla="*/ 3148026 w 9662615"/>
              <a:gd name="connsiteY84" fmla="*/ 1524777 h 1598136"/>
              <a:gd name="connsiteX85" fmla="*/ 3092394 w 9662615"/>
              <a:gd name="connsiteY85" fmla="*/ 1528115 h 1598136"/>
              <a:gd name="connsiteX86" fmla="*/ 2994200 w 9662615"/>
              <a:gd name="connsiteY86" fmla="*/ 1537857 h 1598136"/>
              <a:gd name="connsiteX87" fmla="*/ 2862301 w 9662615"/>
              <a:gd name="connsiteY87" fmla="*/ 1544250 h 1598136"/>
              <a:gd name="connsiteX88" fmla="*/ 2766335 w 9662615"/>
              <a:gd name="connsiteY88" fmla="*/ 1527662 h 1598136"/>
              <a:gd name="connsiteX89" fmla="*/ 2757836 w 9662615"/>
              <a:gd name="connsiteY89" fmla="*/ 1531371 h 1598136"/>
              <a:gd name="connsiteX90" fmla="*/ 2691555 w 9662615"/>
              <a:gd name="connsiteY90" fmla="*/ 1530283 h 1598136"/>
              <a:gd name="connsiteX91" fmla="*/ 2491676 w 9662615"/>
              <a:gd name="connsiteY91" fmla="*/ 1500859 h 1598136"/>
              <a:gd name="connsiteX92" fmla="*/ 2378036 w 9662615"/>
              <a:gd name="connsiteY92" fmla="*/ 1520645 h 1598136"/>
              <a:gd name="connsiteX93" fmla="*/ 2284269 w 9662615"/>
              <a:gd name="connsiteY93" fmla="*/ 1503068 h 1598136"/>
              <a:gd name="connsiteX94" fmla="*/ 2207104 w 9662615"/>
              <a:gd name="connsiteY94" fmla="*/ 1508888 h 1598136"/>
              <a:gd name="connsiteX95" fmla="*/ 2149226 w 9662615"/>
              <a:gd name="connsiteY95" fmla="*/ 1523409 h 1598136"/>
              <a:gd name="connsiteX96" fmla="*/ 2084783 w 9662615"/>
              <a:gd name="connsiteY96" fmla="*/ 1524245 h 1598136"/>
              <a:gd name="connsiteX97" fmla="*/ 2070075 w 9662615"/>
              <a:gd name="connsiteY97" fmla="*/ 1511285 h 1598136"/>
              <a:gd name="connsiteX98" fmla="*/ 2001057 w 9662615"/>
              <a:gd name="connsiteY98" fmla="*/ 1516449 h 1598136"/>
              <a:gd name="connsiteX99" fmla="*/ 1896330 w 9662615"/>
              <a:gd name="connsiteY99" fmla="*/ 1525725 h 1598136"/>
              <a:gd name="connsiteX100" fmla="*/ 1835994 w 9662615"/>
              <a:gd name="connsiteY100" fmla="*/ 1527678 h 1598136"/>
              <a:gd name="connsiteX101" fmla="*/ 1671119 w 9662615"/>
              <a:gd name="connsiteY101" fmla="*/ 1536701 h 1598136"/>
              <a:gd name="connsiteX102" fmla="*/ 1601337 w 9662615"/>
              <a:gd name="connsiteY102" fmla="*/ 1548552 h 1598136"/>
              <a:gd name="connsiteX103" fmla="*/ 1407755 w 9662615"/>
              <a:gd name="connsiteY103" fmla="*/ 1571444 h 1598136"/>
              <a:gd name="connsiteX104" fmla="*/ 1271994 w 9662615"/>
              <a:gd name="connsiteY104" fmla="*/ 1579471 h 1598136"/>
              <a:gd name="connsiteX105" fmla="*/ 1249226 w 9662615"/>
              <a:gd name="connsiteY105" fmla="*/ 1583140 h 1598136"/>
              <a:gd name="connsiteX106" fmla="*/ 1217719 w 9662615"/>
              <a:gd name="connsiteY106" fmla="*/ 1580863 h 1598136"/>
              <a:gd name="connsiteX107" fmla="*/ 1091432 w 9662615"/>
              <a:gd name="connsiteY107" fmla="*/ 1571003 h 1598136"/>
              <a:gd name="connsiteX108" fmla="*/ 992039 w 9662615"/>
              <a:gd name="connsiteY108" fmla="*/ 1556662 h 1598136"/>
              <a:gd name="connsiteX109" fmla="*/ 868264 w 9662615"/>
              <a:gd name="connsiteY109" fmla="*/ 1566392 h 1598136"/>
              <a:gd name="connsiteX110" fmla="*/ 792765 w 9662615"/>
              <a:gd name="connsiteY110" fmla="*/ 1563102 h 1598136"/>
              <a:gd name="connsiteX111" fmla="*/ 669055 w 9662615"/>
              <a:gd name="connsiteY111" fmla="*/ 1543638 h 1598136"/>
              <a:gd name="connsiteX112" fmla="*/ 506152 w 9662615"/>
              <a:gd name="connsiteY112" fmla="*/ 1549124 h 1598136"/>
              <a:gd name="connsiteX113" fmla="*/ 472797 w 9662615"/>
              <a:gd name="connsiteY113" fmla="*/ 1568904 h 1598136"/>
              <a:gd name="connsiteX114" fmla="*/ 427864 w 9662615"/>
              <a:gd name="connsiteY114" fmla="*/ 1580848 h 1598136"/>
              <a:gd name="connsiteX115" fmla="*/ 408381 w 9662615"/>
              <a:gd name="connsiteY115" fmla="*/ 1552940 h 1598136"/>
              <a:gd name="connsiteX116" fmla="*/ 267163 w 9662615"/>
              <a:gd name="connsiteY116" fmla="*/ 1531913 h 1598136"/>
              <a:gd name="connsiteX117" fmla="*/ 196644 w 9662615"/>
              <a:gd name="connsiteY117" fmla="*/ 1524565 h 1598136"/>
              <a:gd name="connsiteX118" fmla="*/ 86819 w 9662615"/>
              <a:gd name="connsiteY118" fmla="*/ 1519517 h 1598136"/>
              <a:gd name="connsiteX119" fmla="*/ 53369 w 9662615"/>
              <a:gd name="connsiteY119" fmla="*/ 1516853 h 1598136"/>
              <a:gd name="connsiteX120" fmla="*/ 2359 w 9662615"/>
              <a:gd name="connsiteY120" fmla="*/ 1515247 h 1598136"/>
              <a:gd name="connsiteX121" fmla="*/ 0 w 9662615"/>
              <a:gd name="connsiteY121" fmla="*/ 1514932 h 1598136"/>
              <a:gd name="connsiteX122" fmla="*/ 0 w 9662615"/>
              <a:gd name="connsiteY122"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38223 w 9662615"/>
              <a:gd name="connsiteY53" fmla="*/ 1545881 h 1598136"/>
              <a:gd name="connsiteX54" fmla="*/ 5026564 w 9662615"/>
              <a:gd name="connsiteY54" fmla="*/ 1545376 h 1598136"/>
              <a:gd name="connsiteX55" fmla="*/ 4969433 w 9662615"/>
              <a:gd name="connsiteY55" fmla="*/ 1540263 h 1598136"/>
              <a:gd name="connsiteX56" fmla="*/ 4921303 w 9662615"/>
              <a:gd name="connsiteY56" fmla="*/ 1575379 h 1598136"/>
              <a:gd name="connsiteX57" fmla="*/ 4863775 w 9662615"/>
              <a:gd name="connsiteY57" fmla="*/ 1562633 h 1598136"/>
              <a:gd name="connsiteX58" fmla="*/ 4847242 w 9662615"/>
              <a:gd name="connsiteY58" fmla="*/ 1565435 h 1598136"/>
              <a:gd name="connsiteX59" fmla="*/ 4856839 w 9662615"/>
              <a:gd name="connsiteY59" fmla="*/ 1598136 h 1598136"/>
              <a:gd name="connsiteX60" fmla="*/ 4791466 w 9662615"/>
              <a:gd name="connsiteY60" fmla="*/ 1561324 h 1598136"/>
              <a:gd name="connsiteX61" fmla="*/ 4784247 w 9662615"/>
              <a:gd name="connsiteY61" fmla="*/ 1562342 h 1598136"/>
              <a:gd name="connsiteX62" fmla="*/ 4748477 w 9662615"/>
              <a:gd name="connsiteY62" fmla="*/ 1556925 h 1598136"/>
              <a:gd name="connsiteX63" fmla="*/ 4730033 w 9662615"/>
              <a:gd name="connsiteY63" fmla="*/ 1555274 h 1598136"/>
              <a:gd name="connsiteX64" fmla="*/ 4724747 w 9662615"/>
              <a:gd name="connsiteY64" fmla="*/ 1552439 h 1598136"/>
              <a:gd name="connsiteX65" fmla="*/ 4697562 w 9662615"/>
              <a:gd name="connsiteY65" fmla="*/ 1551206 h 1598136"/>
              <a:gd name="connsiteX66" fmla="*/ 4662664 w 9662615"/>
              <a:gd name="connsiteY66" fmla="*/ 1573162 h 1598136"/>
              <a:gd name="connsiteX67" fmla="*/ 4603028 w 9662615"/>
              <a:gd name="connsiteY67" fmla="*/ 1568821 h 1598136"/>
              <a:gd name="connsiteX68" fmla="*/ 4541612 w 9662615"/>
              <a:gd name="connsiteY68" fmla="*/ 1545262 h 1598136"/>
              <a:gd name="connsiteX69" fmla="*/ 4422155 w 9662615"/>
              <a:gd name="connsiteY69" fmla="*/ 1542059 h 1598136"/>
              <a:gd name="connsiteX70" fmla="*/ 4221826 w 9662615"/>
              <a:gd name="connsiteY70" fmla="*/ 1508923 h 1598136"/>
              <a:gd name="connsiteX71" fmla="*/ 4096601 w 9662615"/>
              <a:gd name="connsiteY71" fmla="*/ 1521563 h 1598136"/>
              <a:gd name="connsiteX72" fmla="*/ 3970635 w 9662615"/>
              <a:gd name="connsiteY72" fmla="*/ 1544815 h 1598136"/>
              <a:gd name="connsiteX73" fmla="*/ 3833906 w 9662615"/>
              <a:gd name="connsiteY73" fmla="*/ 1516637 h 1598136"/>
              <a:gd name="connsiteX74" fmla="*/ 3696258 w 9662615"/>
              <a:gd name="connsiteY74" fmla="*/ 1537563 h 1598136"/>
              <a:gd name="connsiteX75" fmla="*/ 3594070 w 9662615"/>
              <a:gd name="connsiteY75" fmla="*/ 1509422 h 1598136"/>
              <a:gd name="connsiteX76" fmla="*/ 3565233 w 9662615"/>
              <a:gd name="connsiteY76" fmla="*/ 1515122 h 1598136"/>
              <a:gd name="connsiteX77" fmla="*/ 3560267 w 9662615"/>
              <a:gd name="connsiteY77" fmla="*/ 1516288 h 1598136"/>
              <a:gd name="connsiteX78" fmla="*/ 3540258 w 9662615"/>
              <a:gd name="connsiteY78" fmla="*/ 1516976 h 1598136"/>
              <a:gd name="connsiteX79" fmla="*/ 3534780 w 9662615"/>
              <a:gd name="connsiteY79" fmla="*/ 1522141 h 1598136"/>
              <a:gd name="connsiteX80" fmla="*/ 3504783 w 9662615"/>
              <a:gd name="connsiteY80" fmla="*/ 1526739 h 1598136"/>
              <a:gd name="connsiteX81" fmla="*/ 3430805 w 9662615"/>
              <a:gd name="connsiteY81" fmla="*/ 1542521 h 1598136"/>
              <a:gd name="connsiteX82" fmla="*/ 3292707 w 9662615"/>
              <a:gd name="connsiteY82" fmla="*/ 1520490 h 1598136"/>
              <a:gd name="connsiteX83" fmla="*/ 3187872 w 9662615"/>
              <a:gd name="connsiteY83" fmla="*/ 1519991 h 1598136"/>
              <a:gd name="connsiteX84" fmla="*/ 3148026 w 9662615"/>
              <a:gd name="connsiteY84" fmla="*/ 1524777 h 1598136"/>
              <a:gd name="connsiteX85" fmla="*/ 3092394 w 9662615"/>
              <a:gd name="connsiteY85" fmla="*/ 1528115 h 1598136"/>
              <a:gd name="connsiteX86" fmla="*/ 2994200 w 9662615"/>
              <a:gd name="connsiteY86" fmla="*/ 1537857 h 1598136"/>
              <a:gd name="connsiteX87" fmla="*/ 2862301 w 9662615"/>
              <a:gd name="connsiteY87" fmla="*/ 1544250 h 1598136"/>
              <a:gd name="connsiteX88" fmla="*/ 2766335 w 9662615"/>
              <a:gd name="connsiteY88" fmla="*/ 1527662 h 1598136"/>
              <a:gd name="connsiteX89" fmla="*/ 2757836 w 9662615"/>
              <a:gd name="connsiteY89" fmla="*/ 1531371 h 1598136"/>
              <a:gd name="connsiteX90" fmla="*/ 2691555 w 9662615"/>
              <a:gd name="connsiteY90" fmla="*/ 1530283 h 1598136"/>
              <a:gd name="connsiteX91" fmla="*/ 2491676 w 9662615"/>
              <a:gd name="connsiteY91" fmla="*/ 1500859 h 1598136"/>
              <a:gd name="connsiteX92" fmla="*/ 2378036 w 9662615"/>
              <a:gd name="connsiteY92" fmla="*/ 1520645 h 1598136"/>
              <a:gd name="connsiteX93" fmla="*/ 2284269 w 9662615"/>
              <a:gd name="connsiteY93" fmla="*/ 1503068 h 1598136"/>
              <a:gd name="connsiteX94" fmla="*/ 2207104 w 9662615"/>
              <a:gd name="connsiteY94" fmla="*/ 1508888 h 1598136"/>
              <a:gd name="connsiteX95" fmla="*/ 2149226 w 9662615"/>
              <a:gd name="connsiteY95" fmla="*/ 1523409 h 1598136"/>
              <a:gd name="connsiteX96" fmla="*/ 2084783 w 9662615"/>
              <a:gd name="connsiteY96" fmla="*/ 1524245 h 1598136"/>
              <a:gd name="connsiteX97" fmla="*/ 2070075 w 9662615"/>
              <a:gd name="connsiteY97" fmla="*/ 1511285 h 1598136"/>
              <a:gd name="connsiteX98" fmla="*/ 2001057 w 9662615"/>
              <a:gd name="connsiteY98" fmla="*/ 1516449 h 1598136"/>
              <a:gd name="connsiteX99" fmla="*/ 1896330 w 9662615"/>
              <a:gd name="connsiteY99" fmla="*/ 1525725 h 1598136"/>
              <a:gd name="connsiteX100" fmla="*/ 1835994 w 9662615"/>
              <a:gd name="connsiteY100" fmla="*/ 1527678 h 1598136"/>
              <a:gd name="connsiteX101" fmla="*/ 1671119 w 9662615"/>
              <a:gd name="connsiteY101" fmla="*/ 1536701 h 1598136"/>
              <a:gd name="connsiteX102" fmla="*/ 1601337 w 9662615"/>
              <a:gd name="connsiteY102" fmla="*/ 1548552 h 1598136"/>
              <a:gd name="connsiteX103" fmla="*/ 1407755 w 9662615"/>
              <a:gd name="connsiteY103" fmla="*/ 1571444 h 1598136"/>
              <a:gd name="connsiteX104" fmla="*/ 1271994 w 9662615"/>
              <a:gd name="connsiteY104" fmla="*/ 1579471 h 1598136"/>
              <a:gd name="connsiteX105" fmla="*/ 1249226 w 9662615"/>
              <a:gd name="connsiteY105" fmla="*/ 1583140 h 1598136"/>
              <a:gd name="connsiteX106" fmla="*/ 1217719 w 9662615"/>
              <a:gd name="connsiteY106" fmla="*/ 1580863 h 1598136"/>
              <a:gd name="connsiteX107" fmla="*/ 1091432 w 9662615"/>
              <a:gd name="connsiteY107" fmla="*/ 1571003 h 1598136"/>
              <a:gd name="connsiteX108" fmla="*/ 992039 w 9662615"/>
              <a:gd name="connsiteY108" fmla="*/ 1556662 h 1598136"/>
              <a:gd name="connsiteX109" fmla="*/ 868264 w 9662615"/>
              <a:gd name="connsiteY109" fmla="*/ 1566392 h 1598136"/>
              <a:gd name="connsiteX110" fmla="*/ 792765 w 9662615"/>
              <a:gd name="connsiteY110" fmla="*/ 1563102 h 1598136"/>
              <a:gd name="connsiteX111" fmla="*/ 669055 w 9662615"/>
              <a:gd name="connsiteY111" fmla="*/ 1543638 h 1598136"/>
              <a:gd name="connsiteX112" fmla="*/ 506152 w 9662615"/>
              <a:gd name="connsiteY112" fmla="*/ 1549124 h 1598136"/>
              <a:gd name="connsiteX113" fmla="*/ 472797 w 9662615"/>
              <a:gd name="connsiteY113" fmla="*/ 1568904 h 1598136"/>
              <a:gd name="connsiteX114" fmla="*/ 427864 w 9662615"/>
              <a:gd name="connsiteY114" fmla="*/ 1580848 h 1598136"/>
              <a:gd name="connsiteX115" fmla="*/ 408381 w 9662615"/>
              <a:gd name="connsiteY115" fmla="*/ 1552940 h 1598136"/>
              <a:gd name="connsiteX116" fmla="*/ 267163 w 9662615"/>
              <a:gd name="connsiteY116" fmla="*/ 1531913 h 1598136"/>
              <a:gd name="connsiteX117" fmla="*/ 196644 w 9662615"/>
              <a:gd name="connsiteY117" fmla="*/ 1524565 h 1598136"/>
              <a:gd name="connsiteX118" fmla="*/ 86819 w 9662615"/>
              <a:gd name="connsiteY118" fmla="*/ 1519517 h 1598136"/>
              <a:gd name="connsiteX119" fmla="*/ 53369 w 9662615"/>
              <a:gd name="connsiteY119" fmla="*/ 1516853 h 1598136"/>
              <a:gd name="connsiteX120" fmla="*/ 2359 w 9662615"/>
              <a:gd name="connsiteY120" fmla="*/ 1515247 h 1598136"/>
              <a:gd name="connsiteX121" fmla="*/ 0 w 9662615"/>
              <a:gd name="connsiteY121" fmla="*/ 1514932 h 1598136"/>
              <a:gd name="connsiteX122" fmla="*/ 0 w 9662615"/>
              <a:gd name="connsiteY122"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26564 w 9662615"/>
              <a:gd name="connsiteY53" fmla="*/ 1545376 h 1598136"/>
              <a:gd name="connsiteX54" fmla="*/ 4969433 w 9662615"/>
              <a:gd name="connsiteY54" fmla="*/ 1540263 h 1598136"/>
              <a:gd name="connsiteX55" fmla="*/ 4921303 w 9662615"/>
              <a:gd name="connsiteY55" fmla="*/ 1575379 h 1598136"/>
              <a:gd name="connsiteX56" fmla="*/ 4863775 w 9662615"/>
              <a:gd name="connsiteY56" fmla="*/ 1562633 h 1598136"/>
              <a:gd name="connsiteX57" fmla="*/ 4847242 w 9662615"/>
              <a:gd name="connsiteY57" fmla="*/ 1565435 h 1598136"/>
              <a:gd name="connsiteX58" fmla="*/ 4856839 w 9662615"/>
              <a:gd name="connsiteY58" fmla="*/ 1598136 h 1598136"/>
              <a:gd name="connsiteX59" fmla="*/ 4791466 w 9662615"/>
              <a:gd name="connsiteY59" fmla="*/ 1561324 h 1598136"/>
              <a:gd name="connsiteX60" fmla="*/ 4784247 w 9662615"/>
              <a:gd name="connsiteY60" fmla="*/ 1562342 h 1598136"/>
              <a:gd name="connsiteX61" fmla="*/ 4748477 w 9662615"/>
              <a:gd name="connsiteY61" fmla="*/ 1556925 h 1598136"/>
              <a:gd name="connsiteX62" fmla="*/ 4730033 w 9662615"/>
              <a:gd name="connsiteY62" fmla="*/ 1555274 h 1598136"/>
              <a:gd name="connsiteX63" fmla="*/ 4724747 w 9662615"/>
              <a:gd name="connsiteY63" fmla="*/ 1552439 h 1598136"/>
              <a:gd name="connsiteX64" fmla="*/ 4697562 w 9662615"/>
              <a:gd name="connsiteY64" fmla="*/ 1551206 h 1598136"/>
              <a:gd name="connsiteX65" fmla="*/ 4662664 w 9662615"/>
              <a:gd name="connsiteY65" fmla="*/ 1573162 h 1598136"/>
              <a:gd name="connsiteX66" fmla="*/ 4603028 w 9662615"/>
              <a:gd name="connsiteY66" fmla="*/ 1568821 h 1598136"/>
              <a:gd name="connsiteX67" fmla="*/ 4541612 w 9662615"/>
              <a:gd name="connsiteY67" fmla="*/ 1545262 h 1598136"/>
              <a:gd name="connsiteX68" fmla="*/ 4422155 w 9662615"/>
              <a:gd name="connsiteY68" fmla="*/ 1542059 h 1598136"/>
              <a:gd name="connsiteX69" fmla="*/ 4221826 w 9662615"/>
              <a:gd name="connsiteY69" fmla="*/ 1508923 h 1598136"/>
              <a:gd name="connsiteX70" fmla="*/ 4096601 w 9662615"/>
              <a:gd name="connsiteY70" fmla="*/ 1521563 h 1598136"/>
              <a:gd name="connsiteX71" fmla="*/ 3970635 w 9662615"/>
              <a:gd name="connsiteY71" fmla="*/ 1544815 h 1598136"/>
              <a:gd name="connsiteX72" fmla="*/ 3833906 w 9662615"/>
              <a:gd name="connsiteY72" fmla="*/ 1516637 h 1598136"/>
              <a:gd name="connsiteX73" fmla="*/ 3696258 w 9662615"/>
              <a:gd name="connsiteY73" fmla="*/ 1537563 h 1598136"/>
              <a:gd name="connsiteX74" fmla="*/ 3594070 w 9662615"/>
              <a:gd name="connsiteY74" fmla="*/ 1509422 h 1598136"/>
              <a:gd name="connsiteX75" fmla="*/ 3565233 w 9662615"/>
              <a:gd name="connsiteY75" fmla="*/ 1515122 h 1598136"/>
              <a:gd name="connsiteX76" fmla="*/ 3560267 w 9662615"/>
              <a:gd name="connsiteY76" fmla="*/ 1516288 h 1598136"/>
              <a:gd name="connsiteX77" fmla="*/ 3540258 w 9662615"/>
              <a:gd name="connsiteY77" fmla="*/ 1516976 h 1598136"/>
              <a:gd name="connsiteX78" fmla="*/ 3534780 w 9662615"/>
              <a:gd name="connsiteY78" fmla="*/ 1522141 h 1598136"/>
              <a:gd name="connsiteX79" fmla="*/ 3504783 w 9662615"/>
              <a:gd name="connsiteY79" fmla="*/ 1526739 h 1598136"/>
              <a:gd name="connsiteX80" fmla="*/ 3430805 w 9662615"/>
              <a:gd name="connsiteY80" fmla="*/ 1542521 h 1598136"/>
              <a:gd name="connsiteX81" fmla="*/ 3292707 w 9662615"/>
              <a:gd name="connsiteY81" fmla="*/ 1520490 h 1598136"/>
              <a:gd name="connsiteX82" fmla="*/ 3187872 w 9662615"/>
              <a:gd name="connsiteY82" fmla="*/ 1519991 h 1598136"/>
              <a:gd name="connsiteX83" fmla="*/ 3148026 w 9662615"/>
              <a:gd name="connsiteY83" fmla="*/ 1524777 h 1598136"/>
              <a:gd name="connsiteX84" fmla="*/ 3092394 w 9662615"/>
              <a:gd name="connsiteY84" fmla="*/ 1528115 h 1598136"/>
              <a:gd name="connsiteX85" fmla="*/ 2994200 w 9662615"/>
              <a:gd name="connsiteY85" fmla="*/ 1537857 h 1598136"/>
              <a:gd name="connsiteX86" fmla="*/ 2862301 w 9662615"/>
              <a:gd name="connsiteY86" fmla="*/ 1544250 h 1598136"/>
              <a:gd name="connsiteX87" fmla="*/ 2766335 w 9662615"/>
              <a:gd name="connsiteY87" fmla="*/ 1527662 h 1598136"/>
              <a:gd name="connsiteX88" fmla="*/ 2757836 w 9662615"/>
              <a:gd name="connsiteY88" fmla="*/ 1531371 h 1598136"/>
              <a:gd name="connsiteX89" fmla="*/ 2691555 w 9662615"/>
              <a:gd name="connsiteY89" fmla="*/ 1530283 h 1598136"/>
              <a:gd name="connsiteX90" fmla="*/ 2491676 w 9662615"/>
              <a:gd name="connsiteY90" fmla="*/ 1500859 h 1598136"/>
              <a:gd name="connsiteX91" fmla="*/ 2378036 w 9662615"/>
              <a:gd name="connsiteY91" fmla="*/ 1520645 h 1598136"/>
              <a:gd name="connsiteX92" fmla="*/ 2284269 w 9662615"/>
              <a:gd name="connsiteY92" fmla="*/ 1503068 h 1598136"/>
              <a:gd name="connsiteX93" fmla="*/ 2207104 w 9662615"/>
              <a:gd name="connsiteY93" fmla="*/ 1508888 h 1598136"/>
              <a:gd name="connsiteX94" fmla="*/ 2149226 w 9662615"/>
              <a:gd name="connsiteY94" fmla="*/ 1523409 h 1598136"/>
              <a:gd name="connsiteX95" fmla="*/ 2084783 w 9662615"/>
              <a:gd name="connsiteY95" fmla="*/ 1524245 h 1598136"/>
              <a:gd name="connsiteX96" fmla="*/ 2070075 w 9662615"/>
              <a:gd name="connsiteY96" fmla="*/ 1511285 h 1598136"/>
              <a:gd name="connsiteX97" fmla="*/ 2001057 w 9662615"/>
              <a:gd name="connsiteY97" fmla="*/ 1516449 h 1598136"/>
              <a:gd name="connsiteX98" fmla="*/ 1896330 w 9662615"/>
              <a:gd name="connsiteY98" fmla="*/ 1525725 h 1598136"/>
              <a:gd name="connsiteX99" fmla="*/ 1835994 w 9662615"/>
              <a:gd name="connsiteY99" fmla="*/ 1527678 h 1598136"/>
              <a:gd name="connsiteX100" fmla="*/ 1671119 w 9662615"/>
              <a:gd name="connsiteY100" fmla="*/ 1536701 h 1598136"/>
              <a:gd name="connsiteX101" fmla="*/ 1601337 w 9662615"/>
              <a:gd name="connsiteY101" fmla="*/ 1548552 h 1598136"/>
              <a:gd name="connsiteX102" fmla="*/ 1407755 w 9662615"/>
              <a:gd name="connsiteY102" fmla="*/ 1571444 h 1598136"/>
              <a:gd name="connsiteX103" fmla="*/ 1271994 w 9662615"/>
              <a:gd name="connsiteY103" fmla="*/ 1579471 h 1598136"/>
              <a:gd name="connsiteX104" fmla="*/ 1249226 w 9662615"/>
              <a:gd name="connsiteY104" fmla="*/ 1583140 h 1598136"/>
              <a:gd name="connsiteX105" fmla="*/ 1217719 w 9662615"/>
              <a:gd name="connsiteY105" fmla="*/ 1580863 h 1598136"/>
              <a:gd name="connsiteX106" fmla="*/ 1091432 w 9662615"/>
              <a:gd name="connsiteY106" fmla="*/ 1571003 h 1598136"/>
              <a:gd name="connsiteX107" fmla="*/ 992039 w 9662615"/>
              <a:gd name="connsiteY107" fmla="*/ 1556662 h 1598136"/>
              <a:gd name="connsiteX108" fmla="*/ 868264 w 9662615"/>
              <a:gd name="connsiteY108" fmla="*/ 1566392 h 1598136"/>
              <a:gd name="connsiteX109" fmla="*/ 792765 w 9662615"/>
              <a:gd name="connsiteY109" fmla="*/ 1563102 h 1598136"/>
              <a:gd name="connsiteX110" fmla="*/ 669055 w 9662615"/>
              <a:gd name="connsiteY110" fmla="*/ 1543638 h 1598136"/>
              <a:gd name="connsiteX111" fmla="*/ 506152 w 9662615"/>
              <a:gd name="connsiteY111" fmla="*/ 1549124 h 1598136"/>
              <a:gd name="connsiteX112" fmla="*/ 472797 w 9662615"/>
              <a:gd name="connsiteY112" fmla="*/ 1568904 h 1598136"/>
              <a:gd name="connsiteX113" fmla="*/ 427864 w 9662615"/>
              <a:gd name="connsiteY113" fmla="*/ 1580848 h 1598136"/>
              <a:gd name="connsiteX114" fmla="*/ 408381 w 9662615"/>
              <a:gd name="connsiteY114" fmla="*/ 1552940 h 1598136"/>
              <a:gd name="connsiteX115" fmla="*/ 267163 w 9662615"/>
              <a:gd name="connsiteY115" fmla="*/ 1531913 h 1598136"/>
              <a:gd name="connsiteX116" fmla="*/ 196644 w 9662615"/>
              <a:gd name="connsiteY116" fmla="*/ 1524565 h 1598136"/>
              <a:gd name="connsiteX117" fmla="*/ 86819 w 9662615"/>
              <a:gd name="connsiteY117" fmla="*/ 1519517 h 1598136"/>
              <a:gd name="connsiteX118" fmla="*/ 53369 w 9662615"/>
              <a:gd name="connsiteY118" fmla="*/ 1516853 h 1598136"/>
              <a:gd name="connsiteX119" fmla="*/ 2359 w 9662615"/>
              <a:gd name="connsiteY119" fmla="*/ 1515247 h 1598136"/>
              <a:gd name="connsiteX120" fmla="*/ 0 w 9662615"/>
              <a:gd name="connsiteY120" fmla="*/ 1514932 h 1598136"/>
              <a:gd name="connsiteX121" fmla="*/ 0 w 9662615"/>
              <a:gd name="connsiteY121"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38524 w 9662615"/>
              <a:gd name="connsiteY51" fmla="*/ 1545675 h 1598136"/>
              <a:gd name="connsiteX52" fmla="*/ 5026564 w 9662615"/>
              <a:gd name="connsiteY52" fmla="*/ 1545376 h 1598136"/>
              <a:gd name="connsiteX53" fmla="*/ 4969433 w 9662615"/>
              <a:gd name="connsiteY53" fmla="*/ 1540263 h 1598136"/>
              <a:gd name="connsiteX54" fmla="*/ 4921303 w 9662615"/>
              <a:gd name="connsiteY54" fmla="*/ 1575379 h 1598136"/>
              <a:gd name="connsiteX55" fmla="*/ 4863775 w 9662615"/>
              <a:gd name="connsiteY55" fmla="*/ 1562633 h 1598136"/>
              <a:gd name="connsiteX56" fmla="*/ 4847242 w 9662615"/>
              <a:gd name="connsiteY56" fmla="*/ 1565435 h 1598136"/>
              <a:gd name="connsiteX57" fmla="*/ 4856839 w 9662615"/>
              <a:gd name="connsiteY57" fmla="*/ 1598136 h 1598136"/>
              <a:gd name="connsiteX58" fmla="*/ 4791466 w 9662615"/>
              <a:gd name="connsiteY58" fmla="*/ 1561324 h 1598136"/>
              <a:gd name="connsiteX59" fmla="*/ 4784247 w 9662615"/>
              <a:gd name="connsiteY59" fmla="*/ 1562342 h 1598136"/>
              <a:gd name="connsiteX60" fmla="*/ 4748477 w 9662615"/>
              <a:gd name="connsiteY60" fmla="*/ 1556925 h 1598136"/>
              <a:gd name="connsiteX61" fmla="*/ 4730033 w 9662615"/>
              <a:gd name="connsiteY61" fmla="*/ 1555274 h 1598136"/>
              <a:gd name="connsiteX62" fmla="*/ 4724747 w 9662615"/>
              <a:gd name="connsiteY62" fmla="*/ 1552439 h 1598136"/>
              <a:gd name="connsiteX63" fmla="*/ 4697562 w 9662615"/>
              <a:gd name="connsiteY63" fmla="*/ 1551206 h 1598136"/>
              <a:gd name="connsiteX64" fmla="*/ 4662664 w 9662615"/>
              <a:gd name="connsiteY64" fmla="*/ 1573162 h 1598136"/>
              <a:gd name="connsiteX65" fmla="*/ 4603028 w 9662615"/>
              <a:gd name="connsiteY65" fmla="*/ 1568821 h 1598136"/>
              <a:gd name="connsiteX66" fmla="*/ 4541612 w 9662615"/>
              <a:gd name="connsiteY66" fmla="*/ 1545262 h 1598136"/>
              <a:gd name="connsiteX67" fmla="*/ 4422155 w 9662615"/>
              <a:gd name="connsiteY67" fmla="*/ 1542059 h 1598136"/>
              <a:gd name="connsiteX68" fmla="*/ 4221826 w 9662615"/>
              <a:gd name="connsiteY68" fmla="*/ 1508923 h 1598136"/>
              <a:gd name="connsiteX69" fmla="*/ 4096601 w 9662615"/>
              <a:gd name="connsiteY69" fmla="*/ 1521563 h 1598136"/>
              <a:gd name="connsiteX70" fmla="*/ 3970635 w 9662615"/>
              <a:gd name="connsiteY70" fmla="*/ 1544815 h 1598136"/>
              <a:gd name="connsiteX71" fmla="*/ 3833906 w 9662615"/>
              <a:gd name="connsiteY71" fmla="*/ 1516637 h 1598136"/>
              <a:gd name="connsiteX72" fmla="*/ 3696258 w 9662615"/>
              <a:gd name="connsiteY72" fmla="*/ 1537563 h 1598136"/>
              <a:gd name="connsiteX73" fmla="*/ 3594070 w 9662615"/>
              <a:gd name="connsiteY73" fmla="*/ 1509422 h 1598136"/>
              <a:gd name="connsiteX74" fmla="*/ 3565233 w 9662615"/>
              <a:gd name="connsiteY74" fmla="*/ 1515122 h 1598136"/>
              <a:gd name="connsiteX75" fmla="*/ 3560267 w 9662615"/>
              <a:gd name="connsiteY75" fmla="*/ 1516288 h 1598136"/>
              <a:gd name="connsiteX76" fmla="*/ 3540258 w 9662615"/>
              <a:gd name="connsiteY76" fmla="*/ 1516976 h 1598136"/>
              <a:gd name="connsiteX77" fmla="*/ 3534780 w 9662615"/>
              <a:gd name="connsiteY77" fmla="*/ 1522141 h 1598136"/>
              <a:gd name="connsiteX78" fmla="*/ 3504783 w 9662615"/>
              <a:gd name="connsiteY78" fmla="*/ 1526739 h 1598136"/>
              <a:gd name="connsiteX79" fmla="*/ 3430805 w 9662615"/>
              <a:gd name="connsiteY79" fmla="*/ 1542521 h 1598136"/>
              <a:gd name="connsiteX80" fmla="*/ 3292707 w 9662615"/>
              <a:gd name="connsiteY80" fmla="*/ 1520490 h 1598136"/>
              <a:gd name="connsiteX81" fmla="*/ 3187872 w 9662615"/>
              <a:gd name="connsiteY81" fmla="*/ 1519991 h 1598136"/>
              <a:gd name="connsiteX82" fmla="*/ 3148026 w 9662615"/>
              <a:gd name="connsiteY82" fmla="*/ 1524777 h 1598136"/>
              <a:gd name="connsiteX83" fmla="*/ 3092394 w 9662615"/>
              <a:gd name="connsiteY83" fmla="*/ 1528115 h 1598136"/>
              <a:gd name="connsiteX84" fmla="*/ 2994200 w 9662615"/>
              <a:gd name="connsiteY84" fmla="*/ 1537857 h 1598136"/>
              <a:gd name="connsiteX85" fmla="*/ 2862301 w 9662615"/>
              <a:gd name="connsiteY85" fmla="*/ 1544250 h 1598136"/>
              <a:gd name="connsiteX86" fmla="*/ 2766335 w 9662615"/>
              <a:gd name="connsiteY86" fmla="*/ 1527662 h 1598136"/>
              <a:gd name="connsiteX87" fmla="*/ 2757836 w 9662615"/>
              <a:gd name="connsiteY87" fmla="*/ 1531371 h 1598136"/>
              <a:gd name="connsiteX88" fmla="*/ 2691555 w 9662615"/>
              <a:gd name="connsiteY88" fmla="*/ 1530283 h 1598136"/>
              <a:gd name="connsiteX89" fmla="*/ 2491676 w 9662615"/>
              <a:gd name="connsiteY89" fmla="*/ 1500859 h 1598136"/>
              <a:gd name="connsiteX90" fmla="*/ 2378036 w 9662615"/>
              <a:gd name="connsiteY90" fmla="*/ 1520645 h 1598136"/>
              <a:gd name="connsiteX91" fmla="*/ 2284269 w 9662615"/>
              <a:gd name="connsiteY91" fmla="*/ 1503068 h 1598136"/>
              <a:gd name="connsiteX92" fmla="*/ 2207104 w 9662615"/>
              <a:gd name="connsiteY92" fmla="*/ 1508888 h 1598136"/>
              <a:gd name="connsiteX93" fmla="*/ 2149226 w 9662615"/>
              <a:gd name="connsiteY93" fmla="*/ 1523409 h 1598136"/>
              <a:gd name="connsiteX94" fmla="*/ 2084783 w 9662615"/>
              <a:gd name="connsiteY94" fmla="*/ 1524245 h 1598136"/>
              <a:gd name="connsiteX95" fmla="*/ 2070075 w 9662615"/>
              <a:gd name="connsiteY95" fmla="*/ 1511285 h 1598136"/>
              <a:gd name="connsiteX96" fmla="*/ 2001057 w 9662615"/>
              <a:gd name="connsiteY96" fmla="*/ 1516449 h 1598136"/>
              <a:gd name="connsiteX97" fmla="*/ 1896330 w 9662615"/>
              <a:gd name="connsiteY97" fmla="*/ 1525725 h 1598136"/>
              <a:gd name="connsiteX98" fmla="*/ 1835994 w 9662615"/>
              <a:gd name="connsiteY98" fmla="*/ 1527678 h 1598136"/>
              <a:gd name="connsiteX99" fmla="*/ 1671119 w 9662615"/>
              <a:gd name="connsiteY99" fmla="*/ 1536701 h 1598136"/>
              <a:gd name="connsiteX100" fmla="*/ 1601337 w 9662615"/>
              <a:gd name="connsiteY100" fmla="*/ 1548552 h 1598136"/>
              <a:gd name="connsiteX101" fmla="*/ 1407755 w 9662615"/>
              <a:gd name="connsiteY101" fmla="*/ 1571444 h 1598136"/>
              <a:gd name="connsiteX102" fmla="*/ 1271994 w 9662615"/>
              <a:gd name="connsiteY102" fmla="*/ 1579471 h 1598136"/>
              <a:gd name="connsiteX103" fmla="*/ 1249226 w 9662615"/>
              <a:gd name="connsiteY103" fmla="*/ 1583140 h 1598136"/>
              <a:gd name="connsiteX104" fmla="*/ 1217719 w 9662615"/>
              <a:gd name="connsiteY104" fmla="*/ 1580863 h 1598136"/>
              <a:gd name="connsiteX105" fmla="*/ 1091432 w 9662615"/>
              <a:gd name="connsiteY105" fmla="*/ 1571003 h 1598136"/>
              <a:gd name="connsiteX106" fmla="*/ 992039 w 9662615"/>
              <a:gd name="connsiteY106" fmla="*/ 1556662 h 1598136"/>
              <a:gd name="connsiteX107" fmla="*/ 868264 w 9662615"/>
              <a:gd name="connsiteY107" fmla="*/ 1566392 h 1598136"/>
              <a:gd name="connsiteX108" fmla="*/ 792765 w 9662615"/>
              <a:gd name="connsiteY108" fmla="*/ 1563102 h 1598136"/>
              <a:gd name="connsiteX109" fmla="*/ 669055 w 9662615"/>
              <a:gd name="connsiteY109" fmla="*/ 1543638 h 1598136"/>
              <a:gd name="connsiteX110" fmla="*/ 506152 w 9662615"/>
              <a:gd name="connsiteY110" fmla="*/ 1549124 h 1598136"/>
              <a:gd name="connsiteX111" fmla="*/ 472797 w 9662615"/>
              <a:gd name="connsiteY111" fmla="*/ 1568904 h 1598136"/>
              <a:gd name="connsiteX112" fmla="*/ 427864 w 9662615"/>
              <a:gd name="connsiteY112" fmla="*/ 1580848 h 1598136"/>
              <a:gd name="connsiteX113" fmla="*/ 408381 w 9662615"/>
              <a:gd name="connsiteY113" fmla="*/ 1552940 h 1598136"/>
              <a:gd name="connsiteX114" fmla="*/ 267163 w 9662615"/>
              <a:gd name="connsiteY114" fmla="*/ 1531913 h 1598136"/>
              <a:gd name="connsiteX115" fmla="*/ 196644 w 9662615"/>
              <a:gd name="connsiteY115" fmla="*/ 1524565 h 1598136"/>
              <a:gd name="connsiteX116" fmla="*/ 86819 w 9662615"/>
              <a:gd name="connsiteY116" fmla="*/ 1519517 h 1598136"/>
              <a:gd name="connsiteX117" fmla="*/ 53369 w 9662615"/>
              <a:gd name="connsiteY117" fmla="*/ 1516853 h 1598136"/>
              <a:gd name="connsiteX118" fmla="*/ 2359 w 9662615"/>
              <a:gd name="connsiteY118" fmla="*/ 1515247 h 1598136"/>
              <a:gd name="connsiteX119" fmla="*/ 0 w 9662615"/>
              <a:gd name="connsiteY119" fmla="*/ 1514932 h 1598136"/>
              <a:gd name="connsiteX120" fmla="*/ 0 w 9662615"/>
              <a:gd name="connsiteY120"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38524 w 9662615"/>
              <a:gd name="connsiteY51" fmla="*/ 1545675 h 1598136"/>
              <a:gd name="connsiteX52" fmla="*/ 5026564 w 9662615"/>
              <a:gd name="connsiteY52" fmla="*/ 1545376 h 1598136"/>
              <a:gd name="connsiteX53" fmla="*/ 4969433 w 9662615"/>
              <a:gd name="connsiteY53" fmla="*/ 1550865 h 1598136"/>
              <a:gd name="connsiteX54" fmla="*/ 4921303 w 9662615"/>
              <a:gd name="connsiteY54" fmla="*/ 1575379 h 1598136"/>
              <a:gd name="connsiteX55" fmla="*/ 4863775 w 9662615"/>
              <a:gd name="connsiteY55" fmla="*/ 1562633 h 1598136"/>
              <a:gd name="connsiteX56" fmla="*/ 4847242 w 9662615"/>
              <a:gd name="connsiteY56" fmla="*/ 1565435 h 1598136"/>
              <a:gd name="connsiteX57" fmla="*/ 4856839 w 9662615"/>
              <a:gd name="connsiteY57" fmla="*/ 1598136 h 1598136"/>
              <a:gd name="connsiteX58" fmla="*/ 4791466 w 9662615"/>
              <a:gd name="connsiteY58" fmla="*/ 1561324 h 1598136"/>
              <a:gd name="connsiteX59" fmla="*/ 4784247 w 9662615"/>
              <a:gd name="connsiteY59" fmla="*/ 1562342 h 1598136"/>
              <a:gd name="connsiteX60" fmla="*/ 4748477 w 9662615"/>
              <a:gd name="connsiteY60" fmla="*/ 1556925 h 1598136"/>
              <a:gd name="connsiteX61" fmla="*/ 4730033 w 9662615"/>
              <a:gd name="connsiteY61" fmla="*/ 1555274 h 1598136"/>
              <a:gd name="connsiteX62" fmla="*/ 4724747 w 9662615"/>
              <a:gd name="connsiteY62" fmla="*/ 1552439 h 1598136"/>
              <a:gd name="connsiteX63" fmla="*/ 4697562 w 9662615"/>
              <a:gd name="connsiteY63" fmla="*/ 1551206 h 1598136"/>
              <a:gd name="connsiteX64" fmla="*/ 4662664 w 9662615"/>
              <a:gd name="connsiteY64" fmla="*/ 1573162 h 1598136"/>
              <a:gd name="connsiteX65" fmla="*/ 4603028 w 9662615"/>
              <a:gd name="connsiteY65" fmla="*/ 1568821 h 1598136"/>
              <a:gd name="connsiteX66" fmla="*/ 4541612 w 9662615"/>
              <a:gd name="connsiteY66" fmla="*/ 1545262 h 1598136"/>
              <a:gd name="connsiteX67" fmla="*/ 4422155 w 9662615"/>
              <a:gd name="connsiteY67" fmla="*/ 1542059 h 1598136"/>
              <a:gd name="connsiteX68" fmla="*/ 4221826 w 9662615"/>
              <a:gd name="connsiteY68" fmla="*/ 1508923 h 1598136"/>
              <a:gd name="connsiteX69" fmla="*/ 4096601 w 9662615"/>
              <a:gd name="connsiteY69" fmla="*/ 1521563 h 1598136"/>
              <a:gd name="connsiteX70" fmla="*/ 3970635 w 9662615"/>
              <a:gd name="connsiteY70" fmla="*/ 1544815 h 1598136"/>
              <a:gd name="connsiteX71" fmla="*/ 3833906 w 9662615"/>
              <a:gd name="connsiteY71" fmla="*/ 1516637 h 1598136"/>
              <a:gd name="connsiteX72" fmla="*/ 3696258 w 9662615"/>
              <a:gd name="connsiteY72" fmla="*/ 1537563 h 1598136"/>
              <a:gd name="connsiteX73" fmla="*/ 3594070 w 9662615"/>
              <a:gd name="connsiteY73" fmla="*/ 1509422 h 1598136"/>
              <a:gd name="connsiteX74" fmla="*/ 3565233 w 9662615"/>
              <a:gd name="connsiteY74" fmla="*/ 1515122 h 1598136"/>
              <a:gd name="connsiteX75" fmla="*/ 3560267 w 9662615"/>
              <a:gd name="connsiteY75" fmla="*/ 1516288 h 1598136"/>
              <a:gd name="connsiteX76" fmla="*/ 3540258 w 9662615"/>
              <a:gd name="connsiteY76" fmla="*/ 1516976 h 1598136"/>
              <a:gd name="connsiteX77" fmla="*/ 3534780 w 9662615"/>
              <a:gd name="connsiteY77" fmla="*/ 1522141 h 1598136"/>
              <a:gd name="connsiteX78" fmla="*/ 3504783 w 9662615"/>
              <a:gd name="connsiteY78" fmla="*/ 1526739 h 1598136"/>
              <a:gd name="connsiteX79" fmla="*/ 3430805 w 9662615"/>
              <a:gd name="connsiteY79" fmla="*/ 1542521 h 1598136"/>
              <a:gd name="connsiteX80" fmla="*/ 3292707 w 9662615"/>
              <a:gd name="connsiteY80" fmla="*/ 1520490 h 1598136"/>
              <a:gd name="connsiteX81" fmla="*/ 3187872 w 9662615"/>
              <a:gd name="connsiteY81" fmla="*/ 1519991 h 1598136"/>
              <a:gd name="connsiteX82" fmla="*/ 3148026 w 9662615"/>
              <a:gd name="connsiteY82" fmla="*/ 1524777 h 1598136"/>
              <a:gd name="connsiteX83" fmla="*/ 3092394 w 9662615"/>
              <a:gd name="connsiteY83" fmla="*/ 1528115 h 1598136"/>
              <a:gd name="connsiteX84" fmla="*/ 2994200 w 9662615"/>
              <a:gd name="connsiteY84" fmla="*/ 1537857 h 1598136"/>
              <a:gd name="connsiteX85" fmla="*/ 2862301 w 9662615"/>
              <a:gd name="connsiteY85" fmla="*/ 1544250 h 1598136"/>
              <a:gd name="connsiteX86" fmla="*/ 2766335 w 9662615"/>
              <a:gd name="connsiteY86" fmla="*/ 1527662 h 1598136"/>
              <a:gd name="connsiteX87" fmla="*/ 2757836 w 9662615"/>
              <a:gd name="connsiteY87" fmla="*/ 1531371 h 1598136"/>
              <a:gd name="connsiteX88" fmla="*/ 2691555 w 9662615"/>
              <a:gd name="connsiteY88" fmla="*/ 1530283 h 1598136"/>
              <a:gd name="connsiteX89" fmla="*/ 2491676 w 9662615"/>
              <a:gd name="connsiteY89" fmla="*/ 1500859 h 1598136"/>
              <a:gd name="connsiteX90" fmla="*/ 2378036 w 9662615"/>
              <a:gd name="connsiteY90" fmla="*/ 1520645 h 1598136"/>
              <a:gd name="connsiteX91" fmla="*/ 2284269 w 9662615"/>
              <a:gd name="connsiteY91" fmla="*/ 1503068 h 1598136"/>
              <a:gd name="connsiteX92" fmla="*/ 2207104 w 9662615"/>
              <a:gd name="connsiteY92" fmla="*/ 1508888 h 1598136"/>
              <a:gd name="connsiteX93" fmla="*/ 2149226 w 9662615"/>
              <a:gd name="connsiteY93" fmla="*/ 1523409 h 1598136"/>
              <a:gd name="connsiteX94" fmla="*/ 2084783 w 9662615"/>
              <a:gd name="connsiteY94" fmla="*/ 1524245 h 1598136"/>
              <a:gd name="connsiteX95" fmla="*/ 2070075 w 9662615"/>
              <a:gd name="connsiteY95" fmla="*/ 1511285 h 1598136"/>
              <a:gd name="connsiteX96" fmla="*/ 2001057 w 9662615"/>
              <a:gd name="connsiteY96" fmla="*/ 1516449 h 1598136"/>
              <a:gd name="connsiteX97" fmla="*/ 1896330 w 9662615"/>
              <a:gd name="connsiteY97" fmla="*/ 1525725 h 1598136"/>
              <a:gd name="connsiteX98" fmla="*/ 1835994 w 9662615"/>
              <a:gd name="connsiteY98" fmla="*/ 1527678 h 1598136"/>
              <a:gd name="connsiteX99" fmla="*/ 1671119 w 9662615"/>
              <a:gd name="connsiteY99" fmla="*/ 1536701 h 1598136"/>
              <a:gd name="connsiteX100" fmla="*/ 1601337 w 9662615"/>
              <a:gd name="connsiteY100" fmla="*/ 1548552 h 1598136"/>
              <a:gd name="connsiteX101" fmla="*/ 1407755 w 9662615"/>
              <a:gd name="connsiteY101" fmla="*/ 1571444 h 1598136"/>
              <a:gd name="connsiteX102" fmla="*/ 1271994 w 9662615"/>
              <a:gd name="connsiteY102" fmla="*/ 1579471 h 1598136"/>
              <a:gd name="connsiteX103" fmla="*/ 1249226 w 9662615"/>
              <a:gd name="connsiteY103" fmla="*/ 1583140 h 1598136"/>
              <a:gd name="connsiteX104" fmla="*/ 1217719 w 9662615"/>
              <a:gd name="connsiteY104" fmla="*/ 1580863 h 1598136"/>
              <a:gd name="connsiteX105" fmla="*/ 1091432 w 9662615"/>
              <a:gd name="connsiteY105" fmla="*/ 1571003 h 1598136"/>
              <a:gd name="connsiteX106" fmla="*/ 992039 w 9662615"/>
              <a:gd name="connsiteY106" fmla="*/ 1556662 h 1598136"/>
              <a:gd name="connsiteX107" fmla="*/ 868264 w 9662615"/>
              <a:gd name="connsiteY107" fmla="*/ 1566392 h 1598136"/>
              <a:gd name="connsiteX108" fmla="*/ 792765 w 9662615"/>
              <a:gd name="connsiteY108" fmla="*/ 1563102 h 1598136"/>
              <a:gd name="connsiteX109" fmla="*/ 669055 w 9662615"/>
              <a:gd name="connsiteY109" fmla="*/ 1543638 h 1598136"/>
              <a:gd name="connsiteX110" fmla="*/ 506152 w 9662615"/>
              <a:gd name="connsiteY110" fmla="*/ 1549124 h 1598136"/>
              <a:gd name="connsiteX111" fmla="*/ 472797 w 9662615"/>
              <a:gd name="connsiteY111" fmla="*/ 1568904 h 1598136"/>
              <a:gd name="connsiteX112" fmla="*/ 427864 w 9662615"/>
              <a:gd name="connsiteY112" fmla="*/ 1580848 h 1598136"/>
              <a:gd name="connsiteX113" fmla="*/ 408381 w 9662615"/>
              <a:gd name="connsiteY113" fmla="*/ 1552940 h 1598136"/>
              <a:gd name="connsiteX114" fmla="*/ 267163 w 9662615"/>
              <a:gd name="connsiteY114" fmla="*/ 1531913 h 1598136"/>
              <a:gd name="connsiteX115" fmla="*/ 196644 w 9662615"/>
              <a:gd name="connsiteY115" fmla="*/ 1524565 h 1598136"/>
              <a:gd name="connsiteX116" fmla="*/ 86819 w 9662615"/>
              <a:gd name="connsiteY116" fmla="*/ 1519517 h 1598136"/>
              <a:gd name="connsiteX117" fmla="*/ 53369 w 9662615"/>
              <a:gd name="connsiteY117" fmla="*/ 1516853 h 1598136"/>
              <a:gd name="connsiteX118" fmla="*/ 2359 w 9662615"/>
              <a:gd name="connsiteY118" fmla="*/ 1515247 h 1598136"/>
              <a:gd name="connsiteX119" fmla="*/ 0 w 9662615"/>
              <a:gd name="connsiteY119" fmla="*/ 1514932 h 1598136"/>
              <a:gd name="connsiteX120" fmla="*/ 0 w 9662615"/>
              <a:gd name="connsiteY120" fmla="*/ 0 h 1598136"/>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48477 w 9662615"/>
              <a:gd name="connsiteY60" fmla="*/ 1556925 h 1592835"/>
              <a:gd name="connsiteX61" fmla="*/ 4730033 w 9662615"/>
              <a:gd name="connsiteY61" fmla="*/ 1555274 h 1592835"/>
              <a:gd name="connsiteX62" fmla="*/ 4724747 w 9662615"/>
              <a:gd name="connsiteY62" fmla="*/ 1552439 h 1592835"/>
              <a:gd name="connsiteX63" fmla="*/ 4697562 w 9662615"/>
              <a:gd name="connsiteY63" fmla="*/ 1551206 h 1592835"/>
              <a:gd name="connsiteX64" fmla="*/ 4662664 w 9662615"/>
              <a:gd name="connsiteY64" fmla="*/ 1573162 h 1592835"/>
              <a:gd name="connsiteX65" fmla="*/ 4603028 w 9662615"/>
              <a:gd name="connsiteY65" fmla="*/ 1568821 h 1592835"/>
              <a:gd name="connsiteX66" fmla="*/ 4541612 w 9662615"/>
              <a:gd name="connsiteY66" fmla="*/ 1545262 h 1592835"/>
              <a:gd name="connsiteX67" fmla="*/ 4422155 w 9662615"/>
              <a:gd name="connsiteY67" fmla="*/ 1542059 h 1592835"/>
              <a:gd name="connsiteX68" fmla="*/ 4221826 w 9662615"/>
              <a:gd name="connsiteY68" fmla="*/ 1508923 h 1592835"/>
              <a:gd name="connsiteX69" fmla="*/ 4096601 w 9662615"/>
              <a:gd name="connsiteY69" fmla="*/ 1521563 h 1592835"/>
              <a:gd name="connsiteX70" fmla="*/ 3970635 w 9662615"/>
              <a:gd name="connsiteY70" fmla="*/ 1544815 h 1592835"/>
              <a:gd name="connsiteX71" fmla="*/ 3833906 w 9662615"/>
              <a:gd name="connsiteY71" fmla="*/ 1516637 h 1592835"/>
              <a:gd name="connsiteX72" fmla="*/ 3696258 w 9662615"/>
              <a:gd name="connsiteY72" fmla="*/ 1537563 h 1592835"/>
              <a:gd name="connsiteX73" fmla="*/ 3594070 w 9662615"/>
              <a:gd name="connsiteY73" fmla="*/ 1509422 h 1592835"/>
              <a:gd name="connsiteX74" fmla="*/ 3565233 w 9662615"/>
              <a:gd name="connsiteY74" fmla="*/ 1515122 h 1592835"/>
              <a:gd name="connsiteX75" fmla="*/ 3560267 w 9662615"/>
              <a:gd name="connsiteY75" fmla="*/ 1516288 h 1592835"/>
              <a:gd name="connsiteX76" fmla="*/ 3540258 w 9662615"/>
              <a:gd name="connsiteY76" fmla="*/ 1516976 h 1592835"/>
              <a:gd name="connsiteX77" fmla="*/ 3534780 w 9662615"/>
              <a:gd name="connsiteY77" fmla="*/ 1522141 h 1592835"/>
              <a:gd name="connsiteX78" fmla="*/ 3504783 w 9662615"/>
              <a:gd name="connsiteY78" fmla="*/ 1526739 h 1592835"/>
              <a:gd name="connsiteX79" fmla="*/ 3430805 w 9662615"/>
              <a:gd name="connsiteY79" fmla="*/ 1542521 h 1592835"/>
              <a:gd name="connsiteX80" fmla="*/ 3292707 w 9662615"/>
              <a:gd name="connsiteY80" fmla="*/ 1520490 h 1592835"/>
              <a:gd name="connsiteX81" fmla="*/ 3187872 w 9662615"/>
              <a:gd name="connsiteY81" fmla="*/ 1519991 h 1592835"/>
              <a:gd name="connsiteX82" fmla="*/ 3148026 w 9662615"/>
              <a:gd name="connsiteY82" fmla="*/ 1524777 h 1592835"/>
              <a:gd name="connsiteX83" fmla="*/ 3092394 w 9662615"/>
              <a:gd name="connsiteY83" fmla="*/ 1528115 h 1592835"/>
              <a:gd name="connsiteX84" fmla="*/ 2994200 w 9662615"/>
              <a:gd name="connsiteY84" fmla="*/ 1537857 h 1592835"/>
              <a:gd name="connsiteX85" fmla="*/ 2862301 w 9662615"/>
              <a:gd name="connsiteY85" fmla="*/ 1544250 h 1592835"/>
              <a:gd name="connsiteX86" fmla="*/ 2766335 w 9662615"/>
              <a:gd name="connsiteY86" fmla="*/ 1527662 h 1592835"/>
              <a:gd name="connsiteX87" fmla="*/ 2757836 w 9662615"/>
              <a:gd name="connsiteY87" fmla="*/ 1531371 h 1592835"/>
              <a:gd name="connsiteX88" fmla="*/ 2691555 w 9662615"/>
              <a:gd name="connsiteY88" fmla="*/ 1530283 h 1592835"/>
              <a:gd name="connsiteX89" fmla="*/ 2491676 w 9662615"/>
              <a:gd name="connsiteY89" fmla="*/ 1500859 h 1592835"/>
              <a:gd name="connsiteX90" fmla="*/ 2378036 w 9662615"/>
              <a:gd name="connsiteY90" fmla="*/ 1520645 h 1592835"/>
              <a:gd name="connsiteX91" fmla="*/ 2284269 w 9662615"/>
              <a:gd name="connsiteY91" fmla="*/ 1503068 h 1592835"/>
              <a:gd name="connsiteX92" fmla="*/ 2207104 w 9662615"/>
              <a:gd name="connsiteY92" fmla="*/ 1508888 h 1592835"/>
              <a:gd name="connsiteX93" fmla="*/ 2149226 w 9662615"/>
              <a:gd name="connsiteY93" fmla="*/ 1523409 h 1592835"/>
              <a:gd name="connsiteX94" fmla="*/ 2084783 w 9662615"/>
              <a:gd name="connsiteY94" fmla="*/ 1524245 h 1592835"/>
              <a:gd name="connsiteX95" fmla="*/ 2070075 w 9662615"/>
              <a:gd name="connsiteY95" fmla="*/ 1511285 h 1592835"/>
              <a:gd name="connsiteX96" fmla="*/ 2001057 w 9662615"/>
              <a:gd name="connsiteY96" fmla="*/ 1516449 h 1592835"/>
              <a:gd name="connsiteX97" fmla="*/ 1896330 w 9662615"/>
              <a:gd name="connsiteY97" fmla="*/ 1525725 h 1592835"/>
              <a:gd name="connsiteX98" fmla="*/ 1835994 w 9662615"/>
              <a:gd name="connsiteY98" fmla="*/ 1527678 h 1592835"/>
              <a:gd name="connsiteX99" fmla="*/ 1671119 w 9662615"/>
              <a:gd name="connsiteY99" fmla="*/ 1536701 h 1592835"/>
              <a:gd name="connsiteX100" fmla="*/ 1601337 w 9662615"/>
              <a:gd name="connsiteY100" fmla="*/ 1548552 h 1592835"/>
              <a:gd name="connsiteX101" fmla="*/ 1407755 w 9662615"/>
              <a:gd name="connsiteY101" fmla="*/ 1571444 h 1592835"/>
              <a:gd name="connsiteX102" fmla="*/ 1271994 w 9662615"/>
              <a:gd name="connsiteY102" fmla="*/ 1579471 h 1592835"/>
              <a:gd name="connsiteX103" fmla="*/ 1249226 w 9662615"/>
              <a:gd name="connsiteY103" fmla="*/ 1583140 h 1592835"/>
              <a:gd name="connsiteX104" fmla="*/ 1217719 w 9662615"/>
              <a:gd name="connsiteY104" fmla="*/ 1580863 h 1592835"/>
              <a:gd name="connsiteX105" fmla="*/ 1091432 w 9662615"/>
              <a:gd name="connsiteY105" fmla="*/ 1571003 h 1592835"/>
              <a:gd name="connsiteX106" fmla="*/ 992039 w 9662615"/>
              <a:gd name="connsiteY106" fmla="*/ 1556662 h 1592835"/>
              <a:gd name="connsiteX107" fmla="*/ 868264 w 9662615"/>
              <a:gd name="connsiteY107" fmla="*/ 1566392 h 1592835"/>
              <a:gd name="connsiteX108" fmla="*/ 792765 w 9662615"/>
              <a:gd name="connsiteY108" fmla="*/ 1563102 h 1592835"/>
              <a:gd name="connsiteX109" fmla="*/ 669055 w 9662615"/>
              <a:gd name="connsiteY109" fmla="*/ 1543638 h 1592835"/>
              <a:gd name="connsiteX110" fmla="*/ 506152 w 9662615"/>
              <a:gd name="connsiteY110" fmla="*/ 1549124 h 1592835"/>
              <a:gd name="connsiteX111" fmla="*/ 472797 w 9662615"/>
              <a:gd name="connsiteY111" fmla="*/ 1568904 h 1592835"/>
              <a:gd name="connsiteX112" fmla="*/ 427864 w 9662615"/>
              <a:gd name="connsiteY112" fmla="*/ 1580848 h 1592835"/>
              <a:gd name="connsiteX113" fmla="*/ 408381 w 9662615"/>
              <a:gd name="connsiteY113" fmla="*/ 1552940 h 1592835"/>
              <a:gd name="connsiteX114" fmla="*/ 267163 w 9662615"/>
              <a:gd name="connsiteY114" fmla="*/ 1531913 h 1592835"/>
              <a:gd name="connsiteX115" fmla="*/ 196644 w 9662615"/>
              <a:gd name="connsiteY115" fmla="*/ 1524565 h 1592835"/>
              <a:gd name="connsiteX116" fmla="*/ 86819 w 9662615"/>
              <a:gd name="connsiteY116" fmla="*/ 1519517 h 1592835"/>
              <a:gd name="connsiteX117" fmla="*/ 53369 w 9662615"/>
              <a:gd name="connsiteY117" fmla="*/ 1516853 h 1592835"/>
              <a:gd name="connsiteX118" fmla="*/ 2359 w 9662615"/>
              <a:gd name="connsiteY118" fmla="*/ 1515247 h 1592835"/>
              <a:gd name="connsiteX119" fmla="*/ 0 w 9662615"/>
              <a:gd name="connsiteY119" fmla="*/ 1514932 h 1592835"/>
              <a:gd name="connsiteX120" fmla="*/ 0 w 9662615"/>
              <a:gd name="connsiteY120"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48477 w 9662615"/>
              <a:gd name="connsiteY60" fmla="*/ 1556925 h 1592835"/>
              <a:gd name="connsiteX61" fmla="*/ 4730033 w 9662615"/>
              <a:gd name="connsiteY61" fmla="*/ 1555274 h 1592835"/>
              <a:gd name="connsiteX62" fmla="*/ 4697562 w 9662615"/>
              <a:gd name="connsiteY62" fmla="*/ 1551206 h 1592835"/>
              <a:gd name="connsiteX63" fmla="*/ 4662664 w 9662615"/>
              <a:gd name="connsiteY63" fmla="*/ 1573162 h 1592835"/>
              <a:gd name="connsiteX64" fmla="*/ 4603028 w 9662615"/>
              <a:gd name="connsiteY64" fmla="*/ 1568821 h 1592835"/>
              <a:gd name="connsiteX65" fmla="*/ 4541612 w 9662615"/>
              <a:gd name="connsiteY65" fmla="*/ 1545262 h 1592835"/>
              <a:gd name="connsiteX66" fmla="*/ 4422155 w 9662615"/>
              <a:gd name="connsiteY66" fmla="*/ 1542059 h 1592835"/>
              <a:gd name="connsiteX67" fmla="*/ 4221826 w 9662615"/>
              <a:gd name="connsiteY67" fmla="*/ 1508923 h 1592835"/>
              <a:gd name="connsiteX68" fmla="*/ 4096601 w 9662615"/>
              <a:gd name="connsiteY68" fmla="*/ 1521563 h 1592835"/>
              <a:gd name="connsiteX69" fmla="*/ 3970635 w 9662615"/>
              <a:gd name="connsiteY69" fmla="*/ 1544815 h 1592835"/>
              <a:gd name="connsiteX70" fmla="*/ 3833906 w 9662615"/>
              <a:gd name="connsiteY70" fmla="*/ 1516637 h 1592835"/>
              <a:gd name="connsiteX71" fmla="*/ 3696258 w 9662615"/>
              <a:gd name="connsiteY71" fmla="*/ 1537563 h 1592835"/>
              <a:gd name="connsiteX72" fmla="*/ 3594070 w 9662615"/>
              <a:gd name="connsiteY72" fmla="*/ 1509422 h 1592835"/>
              <a:gd name="connsiteX73" fmla="*/ 3565233 w 9662615"/>
              <a:gd name="connsiteY73" fmla="*/ 1515122 h 1592835"/>
              <a:gd name="connsiteX74" fmla="*/ 3560267 w 9662615"/>
              <a:gd name="connsiteY74" fmla="*/ 1516288 h 1592835"/>
              <a:gd name="connsiteX75" fmla="*/ 3540258 w 9662615"/>
              <a:gd name="connsiteY75" fmla="*/ 1516976 h 1592835"/>
              <a:gd name="connsiteX76" fmla="*/ 3534780 w 9662615"/>
              <a:gd name="connsiteY76" fmla="*/ 1522141 h 1592835"/>
              <a:gd name="connsiteX77" fmla="*/ 3504783 w 9662615"/>
              <a:gd name="connsiteY77" fmla="*/ 1526739 h 1592835"/>
              <a:gd name="connsiteX78" fmla="*/ 3430805 w 9662615"/>
              <a:gd name="connsiteY78" fmla="*/ 1542521 h 1592835"/>
              <a:gd name="connsiteX79" fmla="*/ 3292707 w 9662615"/>
              <a:gd name="connsiteY79" fmla="*/ 1520490 h 1592835"/>
              <a:gd name="connsiteX80" fmla="*/ 3187872 w 9662615"/>
              <a:gd name="connsiteY80" fmla="*/ 1519991 h 1592835"/>
              <a:gd name="connsiteX81" fmla="*/ 3148026 w 9662615"/>
              <a:gd name="connsiteY81" fmla="*/ 1524777 h 1592835"/>
              <a:gd name="connsiteX82" fmla="*/ 3092394 w 9662615"/>
              <a:gd name="connsiteY82" fmla="*/ 1528115 h 1592835"/>
              <a:gd name="connsiteX83" fmla="*/ 2994200 w 9662615"/>
              <a:gd name="connsiteY83" fmla="*/ 1537857 h 1592835"/>
              <a:gd name="connsiteX84" fmla="*/ 2862301 w 9662615"/>
              <a:gd name="connsiteY84" fmla="*/ 1544250 h 1592835"/>
              <a:gd name="connsiteX85" fmla="*/ 2766335 w 9662615"/>
              <a:gd name="connsiteY85" fmla="*/ 1527662 h 1592835"/>
              <a:gd name="connsiteX86" fmla="*/ 2757836 w 9662615"/>
              <a:gd name="connsiteY86" fmla="*/ 1531371 h 1592835"/>
              <a:gd name="connsiteX87" fmla="*/ 2691555 w 9662615"/>
              <a:gd name="connsiteY87" fmla="*/ 1530283 h 1592835"/>
              <a:gd name="connsiteX88" fmla="*/ 2491676 w 9662615"/>
              <a:gd name="connsiteY88" fmla="*/ 1500859 h 1592835"/>
              <a:gd name="connsiteX89" fmla="*/ 2378036 w 9662615"/>
              <a:gd name="connsiteY89" fmla="*/ 1520645 h 1592835"/>
              <a:gd name="connsiteX90" fmla="*/ 2284269 w 9662615"/>
              <a:gd name="connsiteY90" fmla="*/ 1503068 h 1592835"/>
              <a:gd name="connsiteX91" fmla="*/ 2207104 w 9662615"/>
              <a:gd name="connsiteY91" fmla="*/ 1508888 h 1592835"/>
              <a:gd name="connsiteX92" fmla="*/ 2149226 w 9662615"/>
              <a:gd name="connsiteY92" fmla="*/ 1523409 h 1592835"/>
              <a:gd name="connsiteX93" fmla="*/ 2084783 w 9662615"/>
              <a:gd name="connsiteY93" fmla="*/ 1524245 h 1592835"/>
              <a:gd name="connsiteX94" fmla="*/ 2070075 w 9662615"/>
              <a:gd name="connsiteY94" fmla="*/ 1511285 h 1592835"/>
              <a:gd name="connsiteX95" fmla="*/ 2001057 w 9662615"/>
              <a:gd name="connsiteY95" fmla="*/ 1516449 h 1592835"/>
              <a:gd name="connsiteX96" fmla="*/ 1896330 w 9662615"/>
              <a:gd name="connsiteY96" fmla="*/ 1525725 h 1592835"/>
              <a:gd name="connsiteX97" fmla="*/ 1835994 w 9662615"/>
              <a:gd name="connsiteY97" fmla="*/ 1527678 h 1592835"/>
              <a:gd name="connsiteX98" fmla="*/ 1671119 w 9662615"/>
              <a:gd name="connsiteY98" fmla="*/ 1536701 h 1592835"/>
              <a:gd name="connsiteX99" fmla="*/ 1601337 w 9662615"/>
              <a:gd name="connsiteY99" fmla="*/ 1548552 h 1592835"/>
              <a:gd name="connsiteX100" fmla="*/ 1407755 w 9662615"/>
              <a:gd name="connsiteY100" fmla="*/ 1571444 h 1592835"/>
              <a:gd name="connsiteX101" fmla="*/ 1271994 w 9662615"/>
              <a:gd name="connsiteY101" fmla="*/ 1579471 h 1592835"/>
              <a:gd name="connsiteX102" fmla="*/ 1249226 w 9662615"/>
              <a:gd name="connsiteY102" fmla="*/ 1583140 h 1592835"/>
              <a:gd name="connsiteX103" fmla="*/ 1217719 w 9662615"/>
              <a:gd name="connsiteY103" fmla="*/ 1580863 h 1592835"/>
              <a:gd name="connsiteX104" fmla="*/ 1091432 w 9662615"/>
              <a:gd name="connsiteY104" fmla="*/ 1571003 h 1592835"/>
              <a:gd name="connsiteX105" fmla="*/ 992039 w 9662615"/>
              <a:gd name="connsiteY105" fmla="*/ 1556662 h 1592835"/>
              <a:gd name="connsiteX106" fmla="*/ 868264 w 9662615"/>
              <a:gd name="connsiteY106" fmla="*/ 1566392 h 1592835"/>
              <a:gd name="connsiteX107" fmla="*/ 792765 w 9662615"/>
              <a:gd name="connsiteY107" fmla="*/ 1563102 h 1592835"/>
              <a:gd name="connsiteX108" fmla="*/ 669055 w 9662615"/>
              <a:gd name="connsiteY108" fmla="*/ 1543638 h 1592835"/>
              <a:gd name="connsiteX109" fmla="*/ 506152 w 9662615"/>
              <a:gd name="connsiteY109" fmla="*/ 1549124 h 1592835"/>
              <a:gd name="connsiteX110" fmla="*/ 472797 w 9662615"/>
              <a:gd name="connsiteY110" fmla="*/ 1568904 h 1592835"/>
              <a:gd name="connsiteX111" fmla="*/ 427864 w 9662615"/>
              <a:gd name="connsiteY111" fmla="*/ 1580848 h 1592835"/>
              <a:gd name="connsiteX112" fmla="*/ 408381 w 9662615"/>
              <a:gd name="connsiteY112" fmla="*/ 1552940 h 1592835"/>
              <a:gd name="connsiteX113" fmla="*/ 267163 w 9662615"/>
              <a:gd name="connsiteY113" fmla="*/ 1531913 h 1592835"/>
              <a:gd name="connsiteX114" fmla="*/ 196644 w 9662615"/>
              <a:gd name="connsiteY114" fmla="*/ 1524565 h 1592835"/>
              <a:gd name="connsiteX115" fmla="*/ 86819 w 9662615"/>
              <a:gd name="connsiteY115" fmla="*/ 1519517 h 1592835"/>
              <a:gd name="connsiteX116" fmla="*/ 53369 w 9662615"/>
              <a:gd name="connsiteY116" fmla="*/ 1516853 h 1592835"/>
              <a:gd name="connsiteX117" fmla="*/ 2359 w 9662615"/>
              <a:gd name="connsiteY117" fmla="*/ 1515247 h 1592835"/>
              <a:gd name="connsiteX118" fmla="*/ 0 w 9662615"/>
              <a:gd name="connsiteY118" fmla="*/ 1514932 h 1592835"/>
              <a:gd name="connsiteX119" fmla="*/ 0 w 9662615"/>
              <a:gd name="connsiteY119"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30033 w 9662615"/>
              <a:gd name="connsiteY60" fmla="*/ 1555274 h 1592835"/>
              <a:gd name="connsiteX61" fmla="*/ 4697562 w 9662615"/>
              <a:gd name="connsiteY61" fmla="*/ 1551206 h 1592835"/>
              <a:gd name="connsiteX62" fmla="*/ 4662664 w 9662615"/>
              <a:gd name="connsiteY62" fmla="*/ 1573162 h 1592835"/>
              <a:gd name="connsiteX63" fmla="*/ 4603028 w 9662615"/>
              <a:gd name="connsiteY63" fmla="*/ 1568821 h 1592835"/>
              <a:gd name="connsiteX64" fmla="*/ 4541612 w 9662615"/>
              <a:gd name="connsiteY64" fmla="*/ 1545262 h 1592835"/>
              <a:gd name="connsiteX65" fmla="*/ 4422155 w 9662615"/>
              <a:gd name="connsiteY65" fmla="*/ 1542059 h 1592835"/>
              <a:gd name="connsiteX66" fmla="*/ 4221826 w 9662615"/>
              <a:gd name="connsiteY66" fmla="*/ 1508923 h 1592835"/>
              <a:gd name="connsiteX67" fmla="*/ 4096601 w 9662615"/>
              <a:gd name="connsiteY67" fmla="*/ 1521563 h 1592835"/>
              <a:gd name="connsiteX68" fmla="*/ 3970635 w 9662615"/>
              <a:gd name="connsiteY68" fmla="*/ 1544815 h 1592835"/>
              <a:gd name="connsiteX69" fmla="*/ 3833906 w 9662615"/>
              <a:gd name="connsiteY69" fmla="*/ 1516637 h 1592835"/>
              <a:gd name="connsiteX70" fmla="*/ 3696258 w 9662615"/>
              <a:gd name="connsiteY70" fmla="*/ 1537563 h 1592835"/>
              <a:gd name="connsiteX71" fmla="*/ 3594070 w 9662615"/>
              <a:gd name="connsiteY71" fmla="*/ 1509422 h 1592835"/>
              <a:gd name="connsiteX72" fmla="*/ 3565233 w 9662615"/>
              <a:gd name="connsiteY72" fmla="*/ 1515122 h 1592835"/>
              <a:gd name="connsiteX73" fmla="*/ 3560267 w 9662615"/>
              <a:gd name="connsiteY73" fmla="*/ 1516288 h 1592835"/>
              <a:gd name="connsiteX74" fmla="*/ 3540258 w 9662615"/>
              <a:gd name="connsiteY74" fmla="*/ 1516976 h 1592835"/>
              <a:gd name="connsiteX75" fmla="*/ 3534780 w 9662615"/>
              <a:gd name="connsiteY75" fmla="*/ 1522141 h 1592835"/>
              <a:gd name="connsiteX76" fmla="*/ 3504783 w 9662615"/>
              <a:gd name="connsiteY76" fmla="*/ 1526739 h 1592835"/>
              <a:gd name="connsiteX77" fmla="*/ 3430805 w 9662615"/>
              <a:gd name="connsiteY77" fmla="*/ 1542521 h 1592835"/>
              <a:gd name="connsiteX78" fmla="*/ 3292707 w 9662615"/>
              <a:gd name="connsiteY78" fmla="*/ 1520490 h 1592835"/>
              <a:gd name="connsiteX79" fmla="*/ 3187872 w 9662615"/>
              <a:gd name="connsiteY79" fmla="*/ 1519991 h 1592835"/>
              <a:gd name="connsiteX80" fmla="*/ 3148026 w 9662615"/>
              <a:gd name="connsiteY80" fmla="*/ 1524777 h 1592835"/>
              <a:gd name="connsiteX81" fmla="*/ 3092394 w 9662615"/>
              <a:gd name="connsiteY81" fmla="*/ 1528115 h 1592835"/>
              <a:gd name="connsiteX82" fmla="*/ 2994200 w 9662615"/>
              <a:gd name="connsiteY82" fmla="*/ 1537857 h 1592835"/>
              <a:gd name="connsiteX83" fmla="*/ 2862301 w 9662615"/>
              <a:gd name="connsiteY83" fmla="*/ 1544250 h 1592835"/>
              <a:gd name="connsiteX84" fmla="*/ 2766335 w 9662615"/>
              <a:gd name="connsiteY84" fmla="*/ 1527662 h 1592835"/>
              <a:gd name="connsiteX85" fmla="*/ 2757836 w 9662615"/>
              <a:gd name="connsiteY85" fmla="*/ 1531371 h 1592835"/>
              <a:gd name="connsiteX86" fmla="*/ 2691555 w 9662615"/>
              <a:gd name="connsiteY86" fmla="*/ 1530283 h 1592835"/>
              <a:gd name="connsiteX87" fmla="*/ 2491676 w 9662615"/>
              <a:gd name="connsiteY87" fmla="*/ 1500859 h 1592835"/>
              <a:gd name="connsiteX88" fmla="*/ 2378036 w 9662615"/>
              <a:gd name="connsiteY88" fmla="*/ 1520645 h 1592835"/>
              <a:gd name="connsiteX89" fmla="*/ 2284269 w 9662615"/>
              <a:gd name="connsiteY89" fmla="*/ 1503068 h 1592835"/>
              <a:gd name="connsiteX90" fmla="*/ 2207104 w 9662615"/>
              <a:gd name="connsiteY90" fmla="*/ 1508888 h 1592835"/>
              <a:gd name="connsiteX91" fmla="*/ 2149226 w 9662615"/>
              <a:gd name="connsiteY91" fmla="*/ 1523409 h 1592835"/>
              <a:gd name="connsiteX92" fmla="*/ 2084783 w 9662615"/>
              <a:gd name="connsiteY92" fmla="*/ 1524245 h 1592835"/>
              <a:gd name="connsiteX93" fmla="*/ 2070075 w 9662615"/>
              <a:gd name="connsiteY93" fmla="*/ 1511285 h 1592835"/>
              <a:gd name="connsiteX94" fmla="*/ 2001057 w 9662615"/>
              <a:gd name="connsiteY94" fmla="*/ 1516449 h 1592835"/>
              <a:gd name="connsiteX95" fmla="*/ 1896330 w 9662615"/>
              <a:gd name="connsiteY95" fmla="*/ 1525725 h 1592835"/>
              <a:gd name="connsiteX96" fmla="*/ 1835994 w 9662615"/>
              <a:gd name="connsiteY96" fmla="*/ 1527678 h 1592835"/>
              <a:gd name="connsiteX97" fmla="*/ 1671119 w 9662615"/>
              <a:gd name="connsiteY97" fmla="*/ 1536701 h 1592835"/>
              <a:gd name="connsiteX98" fmla="*/ 1601337 w 9662615"/>
              <a:gd name="connsiteY98" fmla="*/ 1548552 h 1592835"/>
              <a:gd name="connsiteX99" fmla="*/ 1407755 w 9662615"/>
              <a:gd name="connsiteY99" fmla="*/ 1571444 h 1592835"/>
              <a:gd name="connsiteX100" fmla="*/ 1271994 w 9662615"/>
              <a:gd name="connsiteY100" fmla="*/ 1579471 h 1592835"/>
              <a:gd name="connsiteX101" fmla="*/ 1249226 w 9662615"/>
              <a:gd name="connsiteY101" fmla="*/ 1583140 h 1592835"/>
              <a:gd name="connsiteX102" fmla="*/ 1217719 w 9662615"/>
              <a:gd name="connsiteY102" fmla="*/ 1580863 h 1592835"/>
              <a:gd name="connsiteX103" fmla="*/ 1091432 w 9662615"/>
              <a:gd name="connsiteY103" fmla="*/ 1571003 h 1592835"/>
              <a:gd name="connsiteX104" fmla="*/ 992039 w 9662615"/>
              <a:gd name="connsiteY104" fmla="*/ 1556662 h 1592835"/>
              <a:gd name="connsiteX105" fmla="*/ 868264 w 9662615"/>
              <a:gd name="connsiteY105" fmla="*/ 1566392 h 1592835"/>
              <a:gd name="connsiteX106" fmla="*/ 792765 w 9662615"/>
              <a:gd name="connsiteY106" fmla="*/ 1563102 h 1592835"/>
              <a:gd name="connsiteX107" fmla="*/ 669055 w 9662615"/>
              <a:gd name="connsiteY107" fmla="*/ 1543638 h 1592835"/>
              <a:gd name="connsiteX108" fmla="*/ 506152 w 9662615"/>
              <a:gd name="connsiteY108" fmla="*/ 1549124 h 1592835"/>
              <a:gd name="connsiteX109" fmla="*/ 472797 w 9662615"/>
              <a:gd name="connsiteY109" fmla="*/ 1568904 h 1592835"/>
              <a:gd name="connsiteX110" fmla="*/ 427864 w 9662615"/>
              <a:gd name="connsiteY110" fmla="*/ 1580848 h 1592835"/>
              <a:gd name="connsiteX111" fmla="*/ 408381 w 9662615"/>
              <a:gd name="connsiteY111" fmla="*/ 1552940 h 1592835"/>
              <a:gd name="connsiteX112" fmla="*/ 267163 w 9662615"/>
              <a:gd name="connsiteY112" fmla="*/ 1531913 h 1592835"/>
              <a:gd name="connsiteX113" fmla="*/ 196644 w 9662615"/>
              <a:gd name="connsiteY113" fmla="*/ 1524565 h 1592835"/>
              <a:gd name="connsiteX114" fmla="*/ 86819 w 9662615"/>
              <a:gd name="connsiteY114" fmla="*/ 1519517 h 1592835"/>
              <a:gd name="connsiteX115" fmla="*/ 53369 w 9662615"/>
              <a:gd name="connsiteY115" fmla="*/ 1516853 h 1592835"/>
              <a:gd name="connsiteX116" fmla="*/ 2359 w 9662615"/>
              <a:gd name="connsiteY116" fmla="*/ 1515247 h 1592835"/>
              <a:gd name="connsiteX117" fmla="*/ 0 w 9662615"/>
              <a:gd name="connsiteY117" fmla="*/ 1514932 h 1592835"/>
              <a:gd name="connsiteX118" fmla="*/ 0 w 9662615"/>
              <a:gd name="connsiteY118"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35334 w 9662615"/>
              <a:gd name="connsiteY60" fmla="*/ 1581778 h 1592835"/>
              <a:gd name="connsiteX61" fmla="*/ 4697562 w 9662615"/>
              <a:gd name="connsiteY61" fmla="*/ 1551206 h 1592835"/>
              <a:gd name="connsiteX62" fmla="*/ 4662664 w 9662615"/>
              <a:gd name="connsiteY62" fmla="*/ 1573162 h 1592835"/>
              <a:gd name="connsiteX63" fmla="*/ 4603028 w 9662615"/>
              <a:gd name="connsiteY63" fmla="*/ 1568821 h 1592835"/>
              <a:gd name="connsiteX64" fmla="*/ 4541612 w 9662615"/>
              <a:gd name="connsiteY64" fmla="*/ 1545262 h 1592835"/>
              <a:gd name="connsiteX65" fmla="*/ 4422155 w 9662615"/>
              <a:gd name="connsiteY65" fmla="*/ 1542059 h 1592835"/>
              <a:gd name="connsiteX66" fmla="*/ 4221826 w 9662615"/>
              <a:gd name="connsiteY66" fmla="*/ 1508923 h 1592835"/>
              <a:gd name="connsiteX67" fmla="*/ 4096601 w 9662615"/>
              <a:gd name="connsiteY67" fmla="*/ 1521563 h 1592835"/>
              <a:gd name="connsiteX68" fmla="*/ 3970635 w 9662615"/>
              <a:gd name="connsiteY68" fmla="*/ 1544815 h 1592835"/>
              <a:gd name="connsiteX69" fmla="*/ 3833906 w 9662615"/>
              <a:gd name="connsiteY69" fmla="*/ 1516637 h 1592835"/>
              <a:gd name="connsiteX70" fmla="*/ 3696258 w 9662615"/>
              <a:gd name="connsiteY70" fmla="*/ 1537563 h 1592835"/>
              <a:gd name="connsiteX71" fmla="*/ 3594070 w 9662615"/>
              <a:gd name="connsiteY71" fmla="*/ 1509422 h 1592835"/>
              <a:gd name="connsiteX72" fmla="*/ 3565233 w 9662615"/>
              <a:gd name="connsiteY72" fmla="*/ 1515122 h 1592835"/>
              <a:gd name="connsiteX73" fmla="*/ 3560267 w 9662615"/>
              <a:gd name="connsiteY73" fmla="*/ 1516288 h 1592835"/>
              <a:gd name="connsiteX74" fmla="*/ 3540258 w 9662615"/>
              <a:gd name="connsiteY74" fmla="*/ 1516976 h 1592835"/>
              <a:gd name="connsiteX75" fmla="*/ 3534780 w 9662615"/>
              <a:gd name="connsiteY75" fmla="*/ 1522141 h 1592835"/>
              <a:gd name="connsiteX76" fmla="*/ 3504783 w 9662615"/>
              <a:gd name="connsiteY76" fmla="*/ 1526739 h 1592835"/>
              <a:gd name="connsiteX77" fmla="*/ 3430805 w 9662615"/>
              <a:gd name="connsiteY77" fmla="*/ 1542521 h 1592835"/>
              <a:gd name="connsiteX78" fmla="*/ 3292707 w 9662615"/>
              <a:gd name="connsiteY78" fmla="*/ 1520490 h 1592835"/>
              <a:gd name="connsiteX79" fmla="*/ 3187872 w 9662615"/>
              <a:gd name="connsiteY79" fmla="*/ 1519991 h 1592835"/>
              <a:gd name="connsiteX80" fmla="*/ 3148026 w 9662615"/>
              <a:gd name="connsiteY80" fmla="*/ 1524777 h 1592835"/>
              <a:gd name="connsiteX81" fmla="*/ 3092394 w 9662615"/>
              <a:gd name="connsiteY81" fmla="*/ 1528115 h 1592835"/>
              <a:gd name="connsiteX82" fmla="*/ 2994200 w 9662615"/>
              <a:gd name="connsiteY82" fmla="*/ 1537857 h 1592835"/>
              <a:gd name="connsiteX83" fmla="*/ 2862301 w 9662615"/>
              <a:gd name="connsiteY83" fmla="*/ 1544250 h 1592835"/>
              <a:gd name="connsiteX84" fmla="*/ 2766335 w 9662615"/>
              <a:gd name="connsiteY84" fmla="*/ 1527662 h 1592835"/>
              <a:gd name="connsiteX85" fmla="*/ 2757836 w 9662615"/>
              <a:gd name="connsiteY85" fmla="*/ 1531371 h 1592835"/>
              <a:gd name="connsiteX86" fmla="*/ 2691555 w 9662615"/>
              <a:gd name="connsiteY86" fmla="*/ 1530283 h 1592835"/>
              <a:gd name="connsiteX87" fmla="*/ 2491676 w 9662615"/>
              <a:gd name="connsiteY87" fmla="*/ 1500859 h 1592835"/>
              <a:gd name="connsiteX88" fmla="*/ 2378036 w 9662615"/>
              <a:gd name="connsiteY88" fmla="*/ 1520645 h 1592835"/>
              <a:gd name="connsiteX89" fmla="*/ 2284269 w 9662615"/>
              <a:gd name="connsiteY89" fmla="*/ 1503068 h 1592835"/>
              <a:gd name="connsiteX90" fmla="*/ 2207104 w 9662615"/>
              <a:gd name="connsiteY90" fmla="*/ 1508888 h 1592835"/>
              <a:gd name="connsiteX91" fmla="*/ 2149226 w 9662615"/>
              <a:gd name="connsiteY91" fmla="*/ 1523409 h 1592835"/>
              <a:gd name="connsiteX92" fmla="*/ 2084783 w 9662615"/>
              <a:gd name="connsiteY92" fmla="*/ 1524245 h 1592835"/>
              <a:gd name="connsiteX93" fmla="*/ 2070075 w 9662615"/>
              <a:gd name="connsiteY93" fmla="*/ 1511285 h 1592835"/>
              <a:gd name="connsiteX94" fmla="*/ 2001057 w 9662615"/>
              <a:gd name="connsiteY94" fmla="*/ 1516449 h 1592835"/>
              <a:gd name="connsiteX95" fmla="*/ 1896330 w 9662615"/>
              <a:gd name="connsiteY95" fmla="*/ 1525725 h 1592835"/>
              <a:gd name="connsiteX96" fmla="*/ 1835994 w 9662615"/>
              <a:gd name="connsiteY96" fmla="*/ 1527678 h 1592835"/>
              <a:gd name="connsiteX97" fmla="*/ 1671119 w 9662615"/>
              <a:gd name="connsiteY97" fmla="*/ 1536701 h 1592835"/>
              <a:gd name="connsiteX98" fmla="*/ 1601337 w 9662615"/>
              <a:gd name="connsiteY98" fmla="*/ 1548552 h 1592835"/>
              <a:gd name="connsiteX99" fmla="*/ 1407755 w 9662615"/>
              <a:gd name="connsiteY99" fmla="*/ 1571444 h 1592835"/>
              <a:gd name="connsiteX100" fmla="*/ 1271994 w 9662615"/>
              <a:gd name="connsiteY100" fmla="*/ 1579471 h 1592835"/>
              <a:gd name="connsiteX101" fmla="*/ 1249226 w 9662615"/>
              <a:gd name="connsiteY101" fmla="*/ 1583140 h 1592835"/>
              <a:gd name="connsiteX102" fmla="*/ 1217719 w 9662615"/>
              <a:gd name="connsiteY102" fmla="*/ 1580863 h 1592835"/>
              <a:gd name="connsiteX103" fmla="*/ 1091432 w 9662615"/>
              <a:gd name="connsiteY103" fmla="*/ 1571003 h 1592835"/>
              <a:gd name="connsiteX104" fmla="*/ 992039 w 9662615"/>
              <a:gd name="connsiteY104" fmla="*/ 1556662 h 1592835"/>
              <a:gd name="connsiteX105" fmla="*/ 868264 w 9662615"/>
              <a:gd name="connsiteY105" fmla="*/ 1566392 h 1592835"/>
              <a:gd name="connsiteX106" fmla="*/ 792765 w 9662615"/>
              <a:gd name="connsiteY106" fmla="*/ 1563102 h 1592835"/>
              <a:gd name="connsiteX107" fmla="*/ 669055 w 9662615"/>
              <a:gd name="connsiteY107" fmla="*/ 1543638 h 1592835"/>
              <a:gd name="connsiteX108" fmla="*/ 506152 w 9662615"/>
              <a:gd name="connsiteY108" fmla="*/ 1549124 h 1592835"/>
              <a:gd name="connsiteX109" fmla="*/ 472797 w 9662615"/>
              <a:gd name="connsiteY109" fmla="*/ 1568904 h 1592835"/>
              <a:gd name="connsiteX110" fmla="*/ 427864 w 9662615"/>
              <a:gd name="connsiteY110" fmla="*/ 1580848 h 1592835"/>
              <a:gd name="connsiteX111" fmla="*/ 408381 w 9662615"/>
              <a:gd name="connsiteY111" fmla="*/ 1552940 h 1592835"/>
              <a:gd name="connsiteX112" fmla="*/ 267163 w 9662615"/>
              <a:gd name="connsiteY112" fmla="*/ 1531913 h 1592835"/>
              <a:gd name="connsiteX113" fmla="*/ 196644 w 9662615"/>
              <a:gd name="connsiteY113" fmla="*/ 1524565 h 1592835"/>
              <a:gd name="connsiteX114" fmla="*/ 86819 w 9662615"/>
              <a:gd name="connsiteY114" fmla="*/ 1519517 h 1592835"/>
              <a:gd name="connsiteX115" fmla="*/ 53369 w 9662615"/>
              <a:gd name="connsiteY115" fmla="*/ 1516853 h 1592835"/>
              <a:gd name="connsiteX116" fmla="*/ 2359 w 9662615"/>
              <a:gd name="connsiteY116" fmla="*/ 1515247 h 1592835"/>
              <a:gd name="connsiteX117" fmla="*/ 0 w 9662615"/>
              <a:gd name="connsiteY117" fmla="*/ 1514932 h 1592835"/>
              <a:gd name="connsiteX118" fmla="*/ 0 w 9662615"/>
              <a:gd name="connsiteY118" fmla="*/ 0 h 1592835"/>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63775 w 9662615"/>
              <a:gd name="connsiteY55" fmla="*/ 1562633 h 1692226"/>
              <a:gd name="connsiteX56" fmla="*/ 4847242 w 9662615"/>
              <a:gd name="connsiteY56" fmla="*/ 1565435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63775 w 9662615"/>
              <a:gd name="connsiteY55" fmla="*/ 1562633 h 1692226"/>
              <a:gd name="connsiteX56" fmla="*/ 4847242 w 9662615"/>
              <a:gd name="connsiteY56" fmla="*/ 1664826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71726 w 9662615"/>
              <a:gd name="connsiteY55" fmla="*/ 1570584 h 1692226"/>
              <a:gd name="connsiteX56" fmla="*/ 4847242 w 9662615"/>
              <a:gd name="connsiteY56" fmla="*/ 1664826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71726 w 9662615"/>
              <a:gd name="connsiteY55" fmla="*/ 1570584 h 1692226"/>
              <a:gd name="connsiteX56" fmla="*/ 4847242 w 9662615"/>
              <a:gd name="connsiteY56" fmla="*/ 1621094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21094"/>
              <a:gd name="connsiteX1" fmla="*/ 9662615 w 9662615"/>
              <a:gd name="connsiteY1" fmla="*/ 0 h 1621094"/>
              <a:gd name="connsiteX2" fmla="*/ 9662615 w 9662615"/>
              <a:gd name="connsiteY2" fmla="*/ 1280346 h 1621094"/>
              <a:gd name="connsiteX3" fmla="*/ 9658420 w 9662615"/>
              <a:gd name="connsiteY3" fmla="*/ 1280106 h 1621094"/>
              <a:gd name="connsiteX4" fmla="*/ 9469546 w 9662615"/>
              <a:gd name="connsiteY4" fmla="*/ 1289837 h 1621094"/>
              <a:gd name="connsiteX5" fmla="*/ 9385895 w 9662615"/>
              <a:gd name="connsiteY5" fmla="*/ 1269203 h 1621094"/>
              <a:gd name="connsiteX6" fmla="*/ 9144767 w 9662615"/>
              <a:gd name="connsiteY6" fmla="*/ 1264120 h 1621094"/>
              <a:gd name="connsiteX7" fmla="*/ 8837252 w 9662615"/>
              <a:gd name="connsiteY7" fmla="*/ 1350515 h 1621094"/>
              <a:gd name="connsiteX8" fmla="*/ 8705466 w 9662615"/>
              <a:gd name="connsiteY8" fmla="*/ 1342419 h 1621094"/>
              <a:gd name="connsiteX9" fmla="*/ 8652221 w 9662615"/>
              <a:gd name="connsiteY9" fmla="*/ 1326906 h 1621094"/>
              <a:gd name="connsiteX10" fmla="*/ 8632312 w 9662615"/>
              <a:gd name="connsiteY10" fmla="*/ 1326025 h 1621094"/>
              <a:gd name="connsiteX11" fmla="*/ 8591582 w 9662615"/>
              <a:gd name="connsiteY11" fmla="*/ 1341666 h 1621094"/>
              <a:gd name="connsiteX12" fmla="*/ 8537336 w 9662615"/>
              <a:gd name="connsiteY12" fmla="*/ 1341684 h 1621094"/>
              <a:gd name="connsiteX13" fmla="*/ 8472508 w 9662615"/>
              <a:gd name="connsiteY13" fmla="*/ 1363109 h 1621094"/>
              <a:gd name="connsiteX14" fmla="*/ 8258477 w 9662615"/>
              <a:gd name="connsiteY14" fmla="*/ 1370666 h 1621094"/>
              <a:gd name="connsiteX15" fmla="*/ 8197961 w 9662615"/>
              <a:gd name="connsiteY15" fmla="*/ 1392804 h 1621094"/>
              <a:gd name="connsiteX16" fmla="*/ 8171196 w 9662615"/>
              <a:gd name="connsiteY16" fmla="*/ 1397216 h 1621094"/>
              <a:gd name="connsiteX17" fmla="*/ 8127667 w 9662615"/>
              <a:gd name="connsiteY17" fmla="*/ 1418254 h 1621094"/>
              <a:gd name="connsiteX18" fmla="*/ 7974579 w 9662615"/>
              <a:gd name="connsiteY18" fmla="*/ 1383439 h 1621094"/>
              <a:gd name="connsiteX19" fmla="*/ 7768351 w 9662615"/>
              <a:gd name="connsiteY19" fmla="*/ 1395051 h 1621094"/>
              <a:gd name="connsiteX20" fmla="*/ 7635985 w 9662615"/>
              <a:gd name="connsiteY20" fmla="*/ 1386363 h 1621094"/>
              <a:gd name="connsiteX21" fmla="*/ 7466069 w 9662615"/>
              <a:gd name="connsiteY21" fmla="*/ 1377654 h 1621094"/>
              <a:gd name="connsiteX22" fmla="*/ 7355642 w 9662615"/>
              <a:gd name="connsiteY22" fmla="*/ 1407761 h 1621094"/>
              <a:gd name="connsiteX23" fmla="*/ 7151610 w 9662615"/>
              <a:gd name="connsiteY23" fmla="*/ 1397856 h 1621094"/>
              <a:gd name="connsiteX24" fmla="*/ 7082147 w 9662615"/>
              <a:gd name="connsiteY24" fmla="*/ 1406113 h 1621094"/>
              <a:gd name="connsiteX25" fmla="*/ 7014958 w 9662615"/>
              <a:gd name="connsiteY25" fmla="*/ 1396883 h 1621094"/>
              <a:gd name="connsiteX26" fmla="*/ 6907567 w 9662615"/>
              <a:gd name="connsiteY26" fmla="*/ 1419149 h 1621094"/>
              <a:gd name="connsiteX27" fmla="*/ 6748428 w 9662615"/>
              <a:gd name="connsiteY27" fmla="*/ 1420308 h 1621094"/>
              <a:gd name="connsiteX28" fmla="*/ 6654257 w 9662615"/>
              <a:gd name="connsiteY28" fmla="*/ 1424143 h 1621094"/>
              <a:gd name="connsiteX29" fmla="*/ 6620123 w 9662615"/>
              <a:gd name="connsiteY29" fmla="*/ 1430535 h 1621094"/>
              <a:gd name="connsiteX30" fmla="*/ 6571355 w 9662615"/>
              <a:gd name="connsiteY30" fmla="*/ 1436144 h 1621094"/>
              <a:gd name="connsiteX31" fmla="*/ 6486557 w 9662615"/>
              <a:gd name="connsiteY31" fmla="*/ 1449861 h 1621094"/>
              <a:gd name="connsiteX32" fmla="*/ 6370419 w 9662615"/>
              <a:gd name="connsiteY32" fmla="*/ 1461649 h 1621094"/>
              <a:gd name="connsiteX33" fmla="*/ 6278839 w 9662615"/>
              <a:gd name="connsiteY33" fmla="*/ 1449160 h 1621094"/>
              <a:gd name="connsiteX34" fmla="*/ 6272455 w 9662615"/>
              <a:gd name="connsiteY34" fmla="*/ 1453191 h 1621094"/>
              <a:gd name="connsiteX35" fmla="*/ 6212659 w 9662615"/>
              <a:gd name="connsiteY35" fmla="*/ 1454850 h 1621094"/>
              <a:gd name="connsiteX36" fmla="*/ 6069317 w 9662615"/>
              <a:gd name="connsiteY36" fmla="*/ 1445838 h 1621094"/>
              <a:gd name="connsiteX37" fmla="*/ 5878477 w 9662615"/>
              <a:gd name="connsiteY37" fmla="*/ 1439180 h 1621094"/>
              <a:gd name="connsiteX38" fmla="*/ 5838387 w 9662615"/>
              <a:gd name="connsiteY38" fmla="*/ 1444679 h 1621094"/>
              <a:gd name="connsiteX39" fmla="*/ 5771136 w 9662615"/>
              <a:gd name="connsiteY39" fmla="*/ 1453639 h 1621094"/>
              <a:gd name="connsiteX40" fmla="*/ 5724081 w 9662615"/>
              <a:gd name="connsiteY40" fmla="*/ 1470431 h 1621094"/>
              <a:gd name="connsiteX41" fmla="*/ 5666577 w 9662615"/>
              <a:gd name="connsiteY41" fmla="*/ 1473921 h 1621094"/>
              <a:gd name="connsiteX42" fmla="*/ 5649068 w 9662615"/>
              <a:gd name="connsiteY42" fmla="*/ 1461676 h 1621094"/>
              <a:gd name="connsiteX43" fmla="*/ 5588902 w 9662615"/>
              <a:gd name="connsiteY43" fmla="*/ 1469647 h 1621094"/>
              <a:gd name="connsiteX44" fmla="*/ 5498090 w 9662615"/>
              <a:gd name="connsiteY44" fmla="*/ 1483173 h 1621094"/>
              <a:gd name="connsiteX45" fmla="*/ 5444641 w 9662615"/>
              <a:gd name="connsiteY45" fmla="*/ 1487602 h 1621094"/>
              <a:gd name="connsiteX46" fmla="*/ 5299812 w 9662615"/>
              <a:gd name="connsiteY46" fmla="*/ 1503362 h 1621094"/>
              <a:gd name="connsiteX47" fmla="*/ 5213947 w 9662615"/>
              <a:gd name="connsiteY47" fmla="*/ 1516637 h 1621094"/>
              <a:gd name="connsiteX48" fmla="*/ 5090342 w 9662615"/>
              <a:gd name="connsiteY48" fmla="*/ 1546680 h 1621094"/>
              <a:gd name="connsiteX49" fmla="*/ 5129812 w 9662615"/>
              <a:gd name="connsiteY49" fmla="*/ 1521277 h 1621094"/>
              <a:gd name="connsiteX50" fmla="*/ 5059484 w 9662615"/>
              <a:gd name="connsiteY50" fmla="*/ 1546802 h 1621094"/>
              <a:gd name="connsiteX51" fmla="*/ 5038524 w 9662615"/>
              <a:gd name="connsiteY51" fmla="*/ 1545675 h 1621094"/>
              <a:gd name="connsiteX52" fmla="*/ 5026564 w 9662615"/>
              <a:gd name="connsiteY52" fmla="*/ 1545376 h 1621094"/>
              <a:gd name="connsiteX53" fmla="*/ 4969433 w 9662615"/>
              <a:gd name="connsiteY53" fmla="*/ 1550865 h 1621094"/>
              <a:gd name="connsiteX54" fmla="*/ 4921303 w 9662615"/>
              <a:gd name="connsiteY54" fmla="*/ 1575379 h 1621094"/>
              <a:gd name="connsiteX55" fmla="*/ 4871726 w 9662615"/>
              <a:gd name="connsiteY55" fmla="*/ 1570584 h 1621094"/>
              <a:gd name="connsiteX56" fmla="*/ 4847242 w 9662615"/>
              <a:gd name="connsiteY56" fmla="*/ 1621094 h 1621094"/>
              <a:gd name="connsiteX57" fmla="*/ 4821058 w 9662615"/>
              <a:gd name="connsiteY57" fmla="*/ 1553078 h 1621094"/>
              <a:gd name="connsiteX58" fmla="*/ 4791466 w 9662615"/>
              <a:gd name="connsiteY58" fmla="*/ 1561324 h 1621094"/>
              <a:gd name="connsiteX59" fmla="*/ 4784247 w 9662615"/>
              <a:gd name="connsiteY59" fmla="*/ 1562342 h 1621094"/>
              <a:gd name="connsiteX60" fmla="*/ 4735334 w 9662615"/>
              <a:gd name="connsiteY60" fmla="*/ 1581778 h 1621094"/>
              <a:gd name="connsiteX61" fmla="*/ 4697562 w 9662615"/>
              <a:gd name="connsiteY61" fmla="*/ 1551206 h 1621094"/>
              <a:gd name="connsiteX62" fmla="*/ 4662664 w 9662615"/>
              <a:gd name="connsiteY62" fmla="*/ 1573162 h 1621094"/>
              <a:gd name="connsiteX63" fmla="*/ 4603028 w 9662615"/>
              <a:gd name="connsiteY63" fmla="*/ 1568821 h 1621094"/>
              <a:gd name="connsiteX64" fmla="*/ 4541612 w 9662615"/>
              <a:gd name="connsiteY64" fmla="*/ 1545262 h 1621094"/>
              <a:gd name="connsiteX65" fmla="*/ 4422155 w 9662615"/>
              <a:gd name="connsiteY65" fmla="*/ 1542059 h 1621094"/>
              <a:gd name="connsiteX66" fmla="*/ 4221826 w 9662615"/>
              <a:gd name="connsiteY66" fmla="*/ 1508923 h 1621094"/>
              <a:gd name="connsiteX67" fmla="*/ 4096601 w 9662615"/>
              <a:gd name="connsiteY67" fmla="*/ 1521563 h 1621094"/>
              <a:gd name="connsiteX68" fmla="*/ 3970635 w 9662615"/>
              <a:gd name="connsiteY68" fmla="*/ 1544815 h 1621094"/>
              <a:gd name="connsiteX69" fmla="*/ 3833906 w 9662615"/>
              <a:gd name="connsiteY69" fmla="*/ 1516637 h 1621094"/>
              <a:gd name="connsiteX70" fmla="*/ 3696258 w 9662615"/>
              <a:gd name="connsiteY70" fmla="*/ 1537563 h 1621094"/>
              <a:gd name="connsiteX71" fmla="*/ 3594070 w 9662615"/>
              <a:gd name="connsiteY71" fmla="*/ 1509422 h 1621094"/>
              <a:gd name="connsiteX72" fmla="*/ 3565233 w 9662615"/>
              <a:gd name="connsiteY72" fmla="*/ 1515122 h 1621094"/>
              <a:gd name="connsiteX73" fmla="*/ 3560267 w 9662615"/>
              <a:gd name="connsiteY73" fmla="*/ 1516288 h 1621094"/>
              <a:gd name="connsiteX74" fmla="*/ 3540258 w 9662615"/>
              <a:gd name="connsiteY74" fmla="*/ 1516976 h 1621094"/>
              <a:gd name="connsiteX75" fmla="*/ 3534780 w 9662615"/>
              <a:gd name="connsiteY75" fmla="*/ 1522141 h 1621094"/>
              <a:gd name="connsiteX76" fmla="*/ 3504783 w 9662615"/>
              <a:gd name="connsiteY76" fmla="*/ 1526739 h 1621094"/>
              <a:gd name="connsiteX77" fmla="*/ 3430805 w 9662615"/>
              <a:gd name="connsiteY77" fmla="*/ 1542521 h 1621094"/>
              <a:gd name="connsiteX78" fmla="*/ 3292707 w 9662615"/>
              <a:gd name="connsiteY78" fmla="*/ 1520490 h 1621094"/>
              <a:gd name="connsiteX79" fmla="*/ 3187872 w 9662615"/>
              <a:gd name="connsiteY79" fmla="*/ 1519991 h 1621094"/>
              <a:gd name="connsiteX80" fmla="*/ 3148026 w 9662615"/>
              <a:gd name="connsiteY80" fmla="*/ 1524777 h 1621094"/>
              <a:gd name="connsiteX81" fmla="*/ 3092394 w 9662615"/>
              <a:gd name="connsiteY81" fmla="*/ 1528115 h 1621094"/>
              <a:gd name="connsiteX82" fmla="*/ 2994200 w 9662615"/>
              <a:gd name="connsiteY82" fmla="*/ 1537857 h 1621094"/>
              <a:gd name="connsiteX83" fmla="*/ 2862301 w 9662615"/>
              <a:gd name="connsiteY83" fmla="*/ 1544250 h 1621094"/>
              <a:gd name="connsiteX84" fmla="*/ 2766335 w 9662615"/>
              <a:gd name="connsiteY84" fmla="*/ 1527662 h 1621094"/>
              <a:gd name="connsiteX85" fmla="*/ 2757836 w 9662615"/>
              <a:gd name="connsiteY85" fmla="*/ 1531371 h 1621094"/>
              <a:gd name="connsiteX86" fmla="*/ 2691555 w 9662615"/>
              <a:gd name="connsiteY86" fmla="*/ 1530283 h 1621094"/>
              <a:gd name="connsiteX87" fmla="*/ 2491676 w 9662615"/>
              <a:gd name="connsiteY87" fmla="*/ 1500859 h 1621094"/>
              <a:gd name="connsiteX88" fmla="*/ 2378036 w 9662615"/>
              <a:gd name="connsiteY88" fmla="*/ 1520645 h 1621094"/>
              <a:gd name="connsiteX89" fmla="*/ 2284269 w 9662615"/>
              <a:gd name="connsiteY89" fmla="*/ 1503068 h 1621094"/>
              <a:gd name="connsiteX90" fmla="*/ 2207104 w 9662615"/>
              <a:gd name="connsiteY90" fmla="*/ 1508888 h 1621094"/>
              <a:gd name="connsiteX91" fmla="*/ 2149226 w 9662615"/>
              <a:gd name="connsiteY91" fmla="*/ 1523409 h 1621094"/>
              <a:gd name="connsiteX92" fmla="*/ 2084783 w 9662615"/>
              <a:gd name="connsiteY92" fmla="*/ 1524245 h 1621094"/>
              <a:gd name="connsiteX93" fmla="*/ 2070075 w 9662615"/>
              <a:gd name="connsiteY93" fmla="*/ 1511285 h 1621094"/>
              <a:gd name="connsiteX94" fmla="*/ 2001057 w 9662615"/>
              <a:gd name="connsiteY94" fmla="*/ 1516449 h 1621094"/>
              <a:gd name="connsiteX95" fmla="*/ 1896330 w 9662615"/>
              <a:gd name="connsiteY95" fmla="*/ 1525725 h 1621094"/>
              <a:gd name="connsiteX96" fmla="*/ 1835994 w 9662615"/>
              <a:gd name="connsiteY96" fmla="*/ 1527678 h 1621094"/>
              <a:gd name="connsiteX97" fmla="*/ 1671119 w 9662615"/>
              <a:gd name="connsiteY97" fmla="*/ 1536701 h 1621094"/>
              <a:gd name="connsiteX98" fmla="*/ 1601337 w 9662615"/>
              <a:gd name="connsiteY98" fmla="*/ 1548552 h 1621094"/>
              <a:gd name="connsiteX99" fmla="*/ 1407755 w 9662615"/>
              <a:gd name="connsiteY99" fmla="*/ 1571444 h 1621094"/>
              <a:gd name="connsiteX100" fmla="*/ 1271994 w 9662615"/>
              <a:gd name="connsiteY100" fmla="*/ 1579471 h 1621094"/>
              <a:gd name="connsiteX101" fmla="*/ 1249226 w 9662615"/>
              <a:gd name="connsiteY101" fmla="*/ 1583140 h 1621094"/>
              <a:gd name="connsiteX102" fmla="*/ 1217719 w 9662615"/>
              <a:gd name="connsiteY102" fmla="*/ 1580863 h 1621094"/>
              <a:gd name="connsiteX103" fmla="*/ 1091432 w 9662615"/>
              <a:gd name="connsiteY103" fmla="*/ 1571003 h 1621094"/>
              <a:gd name="connsiteX104" fmla="*/ 992039 w 9662615"/>
              <a:gd name="connsiteY104" fmla="*/ 1556662 h 1621094"/>
              <a:gd name="connsiteX105" fmla="*/ 868264 w 9662615"/>
              <a:gd name="connsiteY105" fmla="*/ 1566392 h 1621094"/>
              <a:gd name="connsiteX106" fmla="*/ 792765 w 9662615"/>
              <a:gd name="connsiteY106" fmla="*/ 1563102 h 1621094"/>
              <a:gd name="connsiteX107" fmla="*/ 669055 w 9662615"/>
              <a:gd name="connsiteY107" fmla="*/ 1543638 h 1621094"/>
              <a:gd name="connsiteX108" fmla="*/ 506152 w 9662615"/>
              <a:gd name="connsiteY108" fmla="*/ 1549124 h 1621094"/>
              <a:gd name="connsiteX109" fmla="*/ 472797 w 9662615"/>
              <a:gd name="connsiteY109" fmla="*/ 1568904 h 1621094"/>
              <a:gd name="connsiteX110" fmla="*/ 427864 w 9662615"/>
              <a:gd name="connsiteY110" fmla="*/ 1580848 h 1621094"/>
              <a:gd name="connsiteX111" fmla="*/ 408381 w 9662615"/>
              <a:gd name="connsiteY111" fmla="*/ 1552940 h 1621094"/>
              <a:gd name="connsiteX112" fmla="*/ 267163 w 9662615"/>
              <a:gd name="connsiteY112" fmla="*/ 1531913 h 1621094"/>
              <a:gd name="connsiteX113" fmla="*/ 196644 w 9662615"/>
              <a:gd name="connsiteY113" fmla="*/ 1524565 h 1621094"/>
              <a:gd name="connsiteX114" fmla="*/ 86819 w 9662615"/>
              <a:gd name="connsiteY114" fmla="*/ 1519517 h 1621094"/>
              <a:gd name="connsiteX115" fmla="*/ 53369 w 9662615"/>
              <a:gd name="connsiteY115" fmla="*/ 1516853 h 1621094"/>
              <a:gd name="connsiteX116" fmla="*/ 2359 w 9662615"/>
              <a:gd name="connsiteY116" fmla="*/ 1515247 h 1621094"/>
              <a:gd name="connsiteX117" fmla="*/ 0 w 9662615"/>
              <a:gd name="connsiteY117" fmla="*/ 1514932 h 1621094"/>
              <a:gd name="connsiteX118" fmla="*/ 0 w 9662615"/>
              <a:gd name="connsiteY118" fmla="*/ 0 h 1621094"/>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1303 w 9662615"/>
              <a:gd name="connsiteY54" fmla="*/ 1575379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5334 w 9662615"/>
              <a:gd name="connsiteY60" fmla="*/ 158177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5334 w 9662615"/>
              <a:gd name="connsiteY60" fmla="*/ 158177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97680"/>
              <a:gd name="connsiteX1" fmla="*/ 9662615 w 9662615"/>
              <a:gd name="connsiteY1" fmla="*/ 0 h 1597680"/>
              <a:gd name="connsiteX2" fmla="*/ 9662615 w 9662615"/>
              <a:gd name="connsiteY2" fmla="*/ 1280346 h 1597680"/>
              <a:gd name="connsiteX3" fmla="*/ 9658420 w 9662615"/>
              <a:gd name="connsiteY3" fmla="*/ 1280106 h 1597680"/>
              <a:gd name="connsiteX4" fmla="*/ 9469546 w 9662615"/>
              <a:gd name="connsiteY4" fmla="*/ 1289837 h 1597680"/>
              <a:gd name="connsiteX5" fmla="*/ 9385895 w 9662615"/>
              <a:gd name="connsiteY5" fmla="*/ 1269203 h 1597680"/>
              <a:gd name="connsiteX6" fmla="*/ 9144767 w 9662615"/>
              <a:gd name="connsiteY6" fmla="*/ 1264120 h 1597680"/>
              <a:gd name="connsiteX7" fmla="*/ 8837252 w 9662615"/>
              <a:gd name="connsiteY7" fmla="*/ 1350515 h 1597680"/>
              <a:gd name="connsiteX8" fmla="*/ 8705466 w 9662615"/>
              <a:gd name="connsiteY8" fmla="*/ 1342419 h 1597680"/>
              <a:gd name="connsiteX9" fmla="*/ 8652221 w 9662615"/>
              <a:gd name="connsiteY9" fmla="*/ 1326906 h 1597680"/>
              <a:gd name="connsiteX10" fmla="*/ 8632312 w 9662615"/>
              <a:gd name="connsiteY10" fmla="*/ 1326025 h 1597680"/>
              <a:gd name="connsiteX11" fmla="*/ 8591582 w 9662615"/>
              <a:gd name="connsiteY11" fmla="*/ 1341666 h 1597680"/>
              <a:gd name="connsiteX12" fmla="*/ 8537336 w 9662615"/>
              <a:gd name="connsiteY12" fmla="*/ 1341684 h 1597680"/>
              <a:gd name="connsiteX13" fmla="*/ 8472508 w 9662615"/>
              <a:gd name="connsiteY13" fmla="*/ 1363109 h 1597680"/>
              <a:gd name="connsiteX14" fmla="*/ 8258477 w 9662615"/>
              <a:gd name="connsiteY14" fmla="*/ 1370666 h 1597680"/>
              <a:gd name="connsiteX15" fmla="*/ 8197961 w 9662615"/>
              <a:gd name="connsiteY15" fmla="*/ 1392804 h 1597680"/>
              <a:gd name="connsiteX16" fmla="*/ 8171196 w 9662615"/>
              <a:gd name="connsiteY16" fmla="*/ 1397216 h 1597680"/>
              <a:gd name="connsiteX17" fmla="*/ 8127667 w 9662615"/>
              <a:gd name="connsiteY17" fmla="*/ 1418254 h 1597680"/>
              <a:gd name="connsiteX18" fmla="*/ 7974579 w 9662615"/>
              <a:gd name="connsiteY18" fmla="*/ 1383439 h 1597680"/>
              <a:gd name="connsiteX19" fmla="*/ 7768351 w 9662615"/>
              <a:gd name="connsiteY19" fmla="*/ 1395051 h 1597680"/>
              <a:gd name="connsiteX20" fmla="*/ 7635985 w 9662615"/>
              <a:gd name="connsiteY20" fmla="*/ 1386363 h 1597680"/>
              <a:gd name="connsiteX21" fmla="*/ 7466069 w 9662615"/>
              <a:gd name="connsiteY21" fmla="*/ 1377654 h 1597680"/>
              <a:gd name="connsiteX22" fmla="*/ 7355642 w 9662615"/>
              <a:gd name="connsiteY22" fmla="*/ 1407761 h 1597680"/>
              <a:gd name="connsiteX23" fmla="*/ 7151610 w 9662615"/>
              <a:gd name="connsiteY23" fmla="*/ 1397856 h 1597680"/>
              <a:gd name="connsiteX24" fmla="*/ 7082147 w 9662615"/>
              <a:gd name="connsiteY24" fmla="*/ 1406113 h 1597680"/>
              <a:gd name="connsiteX25" fmla="*/ 7014958 w 9662615"/>
              <a:gd name="connsiteY25" fmla="*/ 1396883 h 1597680"/>
              <a:gd name="connsiteX26" fmla="*/ 6907567 w 9662615"/>
              <a:gd name="connsiteY26" fmla="*/ 1419149 h 1597680"/>
              <a:gd name="connsiteX27" fmla="*/ 6748428 w 9662615"/>
              <a:gd name="connsiteY27" fmla="*/ 1420308 h 1597680"/>
              <a:gd name="connsiteX28" fmla="*/ 6654257 w 9662615"/>
              <a:gd name="connsiteY28" fmla="*/ 1424143 h 1597680"/>
              <a:gd name="connsiteX29" fmla="*/ 6620123 w 9662615"/>
              <a:gd name="connsiteY29" fmla="*/ 1430535 h 1597680"/>
              <a:gd name="connsiteX30" fmla="*/ 6571355 w 9662615"/>
              <a:gd name="connsiteY30" fmla="*/ 1436144 h 1597680"/>
              <a:gd name="connsiteX31" fmla="*/ 6486557 w 9662615"/>
              <a:gd name="connsiteY31" fmla="*/ 1449861 h 1597680"/>
              <a:gd name="connsiteX32" fmla="*/ 6370419 w 9662615"/>
              <a:gd name="connsiteY32" fmla="*/ 1461649 h 1597680"/>
              <a:gd name="connsiteX33" fmla="*/ 6278839 w 9662615"/>
              <a:gd name="connsiteY33" fmla="*/ 1449160 h 1597680"/>
              <a:gd name="connsiteX34" fmla="*/ 6272455 w 9662615"/>
              <a:gd name="connsiteY34" fmla="*/ 1453191 h 1597680"/>
              <a:gd name="connsiteX35" fmla="*/ 6212659 w 9662615"/>
              <a:gd name="connsiteY35" fmla="*/ 1454850 h 1597680"/>
              <a:gd name="connsiteX36" fmla="*/ 6069317 w 9662615"/>
              <a:gd name="connsiteY36" fmla="*/ 1445838 h 1597680"/>
              <a:gd name="connsiteX37" fmla="*/ 5878477 w 9662615"/>
              <a:gd name="connsiteY37" fmla="*/ 1439180 h 1597680"/>
              <a:gd name="connsiteX38" fmla="*/ 5838387 w 9662615"/>
              <a:gd name="connsiteY38" fmla="*/ 1444679 h 1597680"/>
              <a:gd name="connsiteX39" fmla="*/ 5771136 w 9662615"/>
              <a:gd name="connsiteY39" fmla="*/ 1453639 h 1597680"/>
              <a:gd name="connsiteX40" fmla="*/ 5724081 w 9662615"/>
              <a:gd name="connsiteY40" fmla="*/ 1470431 h 1597680"/>
              <a:gd name="connsiteX41" fmla="*/ 5666577 w 9662615"/>
              <a:gd name="connsiteY41" fmla="*/ 1473921 h 1597680"/>
              <a:gd name="connsiteX42" fmla="*/ 5649068 w 9662615"/>
              <a:gd name="connsiteY42" fmla="*/ 1461676 h 1597680"/>
              <a:gd name="connsiteX43" fmla="*/ 5588902 w 9662615"/>
              <a:gd name="connsiteY43" fmla="*/ 1469647 h 1597680"/>
              <a:gd name="connsiteX44" fmla="*/ 5498090 w 9662615"/>
              <a:gd name="connsiteY44" fmla="*/ 1483173 h 1597680"/>
              <a:gd name="connsiteX45" fmla="*/ 5444641 w 9662615"/>
              <a:gd name="connsiteY45" fmla="*/ 1487602 h 1597680"/>
              <a:gd name="connsiteX46" fmla="*/ 5299812 w 9662615"/>
              <a:gd name="connsiteY46" fmla="*/ 1503362 h 1597680"/>
              <a:gd name="connsiteX47" fmla="*/ 5213947 w 9662615"/>
              <a:gd name="connsiteY47" fmla="*/ 1516637 h 1597680"/>
              <a:gd name="connsiteX48" fmla="*/ 5090342 w 9662615"/>
              <a:gd name="connsiteY48" fmla="*/ 1546680 h 1597680"/>
              <a:gd name="connsiteX49" fmla="*/ 5129812 w 9662615"/>
              <a:gd name="connsiteY49" fmla="*/ 1521277 h 1597680"/>
              <a:gd name="connsiteX50" fmla="*/ 5059484 w 9662615"/>
              <a:gd name="connsiteY50" fmla="*/ 1546802 h 1597680"/>
              <a:gd name="connsiteX51" fmla="*/ 5038524 w 9662615"/>
              <a:gd name="connsiteY51" fmla="*/ 1545675 h 1597680"/>
              <a:gd name="connsiteX52" fmla="*/ 5026564 w 9662615"/>
              <a:gd name="connsiteY52" fmla="*/ 1545376 h 1597680"/>
              <a:gd name="connsiteX53" fmla="*/ 4969433 w 9662615"/>
              <a:gd name="connsiteY53" fmla="*/ 1550865 h 1597680"/>
              <a:gd name="connsiteX54" fmla="*/ 4929254 w 9662615"/>
              <a:gd name="connsiteY54" fmla="*/ 1563452 h 1597680"/>
              <a:gd name="connsiteX55" fmla="*/ 4871726 w 9662615"/>
              <a:gd name="connsiteY55" fmla="*/ 1570584 h 1597680"/>
              <a:gd name="connsiteX56" fmla="*/ 4843267 w 9662615"/>
              <a:gd name="connsiteY56" fmla="*/ 1561459 h 1597680"/>
              <a:gd name="connsiteX57" fmla="*/ 4821058 w 9662615"/>
              <a:gd name="connsiteY57" fmla="*/ 1553078 h 1597680"/>
              <a:gd name="connsiteX58" fmla="*/ 4791466 w 9662615"/>
              <a:gd name="connsiteY58" fmla="*/ 1561324 h 1597680"/>
              <a:gd name="connsiteX59" fmla="*/ 4784247 w 9662615"/>
              <a:gd name="connsiteY59" fmla="*/ 1562342 h 1597680"/>
              <a:gd name="connsiteX60" fmla="*/ 4743285 w 9662615"/>
              <a:gd name="connsiteY60" fmla="*/ 1597680 h 1597680"/>
              <a:gd name="connsiteX61" fmla="*/ 4697562 w 9662615"/>
              <a:gd name="connsiteY61" fmla="*/ 1551206 h 1597680"/>
              <a:gd name="connsiteX62" fmla="*/ 4662664 w 9662615"/>
              <a:gd name="connsiteY62" fmla="*/ 1573162 h 1597680"/>
              <a:gd name="connsiteX63" fmla="*/ 4603028 w 9662615"/>
              <a:gd name="connsiteY63" fmla="*/ 1568821 h 1597680"/>
              <a:gd name="connsiteX64" fmla="*/ 4541612 w 9662615"/>
              <a:gd name="connsiteY64" fmla="*/ 1545262 h 1597680"/>
              <a:gd name="connsiteX65" fmla="*/ 4422155 w 9662615"/>
              <a:gd name="connsiteY65" fmla="*/ 1542059 h 1597680"/>
              <a:gd name="connsiteX66" fmla="*/ 4221826 w 9662615"/>
              <a:gd name="connsiteY66" fmla="*/ 1508923 h 1597680"/>
              <a:gd name="connsiteX67" fmla="*/ 4096601 w 9662615"/>
              <a:gd name="connsiteY67" fmla="*/ 1521563 h 1597680"/>
              <a:gd name="connsiteX68" fmla="*/ 3970635 w 9662615"/>
              <a:gd name="connsiteY68" fmla="*/ 1544815 h 1597680"/>
              <a:gd name="connsiteX69" fmla="*/ 3833906 w 9662615"/>
              <a:gd name="connsiteY69" fmla="*/ 1516637 h 1597680"/>
              <a:gd name="connsiteX70" fmla="*/ 3696258 w 9662615"/>
              <a:gd name="connsiteY70" fmla="*/ 1537563 h 1597680"/>
              <a:gd name="connsiteX71" fmla="*/ 3594070 w 9662615"/>
              <a:gd name="connsiteY71" fmla="*/ 1509422 h 1597680"/>
              <a:gd name="connsiteX72" fmla="*/ 3565233 w 9662615"/>
              <a:gd name="connsiteY72" fmla="*/ 1515122 h 1597680"/>
              <a:gd name="connsiteX73" fmla="*/ 3560267 w 9662615"/>
              <a:gd name="connsiteY73" fmla="*/ 1516288 h 1597680"/>
              <a:gd name="connsiteX74" fmla="*/ 3540258 w 9662615"/>
              <a:gd name="connsiteY74" fmla="*/ 1516976 h 1597680"/>
              <a:gd name="connsiteX75" fmla="*/ 3534780 w 9662615"/>
              <a:gd name="connsiteY75" fmla="*/ 1522141 h 1597680"/>
              <a:gd name="connsiteX76" fmla="*/ 3504783 w 9662615"/>
              <a:gd name="connsiteY76" fmla="*/ 1526739 h 1597680"/>
              <a:gd name="connsiteX77" fmla="*/ 3430805 w 9662615"/>
              <a:gd name="connsiteY77" fmla="*/ 1542521 h 1597680"/>
              <a:gd name="connsiteX78" fmla="*/ 3292707 w 9662615"/>
              <a:gd name="connsiteY78" fmla="*/ 1520490 h 1597680"/>
              <a:gd name="connsiteX79" fmla="*/ 3187872 w 9662615"/>
              <a:gd name="connsiteY79" fmla="*/ 1519991 h 1597680"/>
              <a:gd name="connsiteX80" fmla="*/ 3148026 w 9662615"/>
              <a:gd name="connsiteY80" fmla="*/ 1524777 h 1597680"/>
              <a:gd name="connsiteX81" fmla="*/ 3092394 w 9662615"/>
              <a:gd name="connsiteY81" fmla="*/ 1528115 h 1597680"/>
              <a:gd name="connsiteX82" fmla="*/ 2994200 w 9662615"/>
              <a:gd name="connsiteY82" fmla="*/ 1537857 h 1597680"/>
              <a:gd name="connsiteX83" fmla="*/ 2862301 w 9662615"/>
              <a:gd name="connsiteY83" fmla="*/ 1544250 h 1597680"/>
              <a:gd name="connsiteX84" fmla="*/ 2766335 w 9662615"/>
              <a:gd name="connsiteY84" fmla="*/ 1527662 h 1597680"/>
              <a:gd name="connsiteX85" fmla="*/ 2757836 w 9662615"/>
              <a:gd name="connsiteY85" fmla="*/ 1531371 h 1597680"/>
              <a:gd name="connsiteX86" fmla="*/ 2691555 w 9662615"/>
              <a:gd name="connsiteY86" fmla="*/ 1530283 h 1597680"/>
              <a:gd name="connsiteX87" fmla="*/ 2491676 w 9662615"/>
              <a:gd name="connsiteY87" fmla="*/ 1500859 h 1597680"/>
              <a:gd name="connsiteX88" fmla="*/ 2378036 w 9662615"/>
              <a:gd name="connsiteY88" fmla="*/ 1520645 h 1597680"/>
              <a:gd name="connsiteX89" fmla="*/ 2284269 w 9662615"/>
              <a:gd name="connsiteY89" fmla="*/ 1503068 h 1597680"/>
              <a:gd name="connsiteX90" fmla="*/ 2207104 w 9662615"/>
              <a:gd name="connsiteY90" fmla="*/ 1508888 h 1597680"/>
              <a:gd name="connsiteX91" fmla="*/ 2149226 w 9662615"/>
              <a:gd name="connsiteY91" fmla="*/ 1523409 h 1597680"/>
              <a:gd name="connsiteX92" fmla="*/ 2084783 w 9662615"/>
              <a:gd name="connsiteY92" fmla="*/ 1524245 h 1597680"/>
              <a:gd name="connsiteX93" fmla="*/ 2070075 w 9662615"/>
              <a:gd name="connsiteY93" fmla="*/ 1511285 h 1597680"/>
              <a:gd name="connsiteX94" fmla="*/ 2001057 w 9662615"/>
              <a:gd name="connsiteY94" fmla="*/ 1516449 h 1597680"/>
              <a:gd name="connsiteX95" fmla="*/ 1896330 w 9662615"/>
              <a:gd name="connsiteY95" fmla="*/ 1525725 h 1597680"/>
              <a:gd name="connsiteX96" fmla="*/ 1835994 w 9662615"/>
              <a:gd name="connsiteY96" fmla="*/ 1527678 h 1597680"/>
              <a:gd name="connsiteX97" fmla="*/ 1671119 w 9662615"/>
              <a:gd name="connsiteY97" fmla="*/ 1536701 h 1597680"/>
              <a:gd name="connsiteX98" fmla="*/ 1601337 w 9662615"/>
              <a:gd name="connsiteY98" fmla="*/ 1548552 h 1597680"/>
              <a:gd name="connsiteX99" fmla="*/ 1407755 w 9662615"/>
              <a:gd name="connsiteY99" fmla="*/ 1571444 h 1597680"/>
              <a:gd name="connsiteX100" fmla="*/ 1271994 w 9662615"/>
              <a:gd name="connsiteY100" fmla="*/ 1579471 h 1597680"/>
              <a:gd name="connsiteX101" fmla="*/ 1249226 w 9662615"/>
              <a:gd name="connsiteY101" fmla="*/ 1583140 h 1597680"/>
              <a:gd name="connsiteX102" fmla="*/ 1217719 w 9662615"/>
              <a:gd name="connsiteY102" fmla="*/ 1580863 h 1597680"/>
              <a:gd name="connsiteX103" fmla="*/ 1091432 w 9662615"/>
              <a:gd name="connsiteY103" fmla="*/ 1571003 h 1597680"/>
              <a:gd name="connsiteX104" fmla="*/ 992039 w 9662615"/>
              <a:gd name="connsiteY104" fmla="*/ 1556662 h 1597680"/>
              <a:gd name="connsiteX105" fmla="*/ 868264 w 9662615"/>
              <a:gd name="connsiteY105" fmla="*/ 1566392 h 1597680"/>
              <a:gd name="connsiteX106" fmla="*/ 792765 w 9662615"/>
              <a:gd name="connsiteY106" fmla="*/ 1563102 h 1597680"/>
              <a:gd name="connsiteX107" fmla="*/ 669055 w 9662615"/>
              <a:gd name="connsiteY107" fmla="*/ 1543638 h 1597680"/>
              <a:gd name="connsiteX108" fmla="*/ 506152 w 9662615"/>
              <a:gd name="connsiteY108" fmla="*/ 1549124 h 1597680"/>
              <a:gd name="connsiteX109" fmla="*/ 472797 w 9662615"/>
              <a:gd name="connsiteY109" fmla="*/ 1568904 h 1597680"/>
              <a:gd name="connsiteX110" fmla="*/ 427864 w 9662615"/>
              <a:gd name="connsiteY110" fmla="*/ 1580848 h 1597680"/>
              <a:gd name="connsiteX111" fmla="*/ 408381 w 9662615"/>
              <a:gd name="connsiteY111" fmla="*/ 1552940 h 1597680"/>
              <a:gd name="connsiteX112" fmla="*/ 267163 w 9662615"/>
              <a:gd name="connsiteY112" fmla="*/ 1531913 h 1597680"/>
              <a:gd name="connsiteX113" fmla="*/ 196644 w 9662615"/>
              <a:gd name="connsiteY113" fmla="*/ 1524565 h 1597680"/>
              <a:gd name="connsiteX114" fmla="*/ 86819 w 9662615"/>
              <a:gd name="connsiteY114" fmla="*/ 1519517 h 1597680"/>
              <a:gd name="connsiteX115" fmla="*/ 53369 w 9662615"/>
              <a:gd name="connsiteY115" fmla="*/ 1516853 h 1597680"/>
              <a:gd name="connsiteX116" fmla="*/ 2359 w 9662615"/>
              <a:gd name="connsiteY116" fmla="*/ 1515247 h 1597680"/>
              <a:gd name="connsiteX117" fmla="*/ 0 w 9662615"/>
              <a:gd name="connsiteY117" fmla="*/ 1514932 h 1597680"/>
              <a:gd name="connsiteX118" fmla="*/ 0 w 9662615"/>
              <a:gd name="connsiteY118" fmla="*/ 0 h 1597680"/>
              <a:gd name="connsiteX0" fmla="*/ 0 w 9662615"/>
              <a:gd name="connsiteY0" fmla="*/ 0 h 1603753"/>
              <a:gd name="connsiteX1" fmla="*/ 9662615 w 9662615"/>
              <a:gd name="connsiteY1" fmla="*/ 0 h 1603753"/>
              <a:gd name="connsiteX2" fmla="*/ 9662615 w 9662615"/>
              <a:gd name="connsiteY2" fmla="*/ 1280346 h 1603753"/>
              <a:gd name="connsiteX3" fmla="*/ 9658420 w 9662615"/>
              <a:gd name="connsiteY3" fmla="*/ 1280106 h 1603753"/>
              <a:gd name="connsiteX4" fmla="*/ 9469546 w 9662615"/>
              <a:gd name="connsiteY4" fmla="*/ 1289837 h 1603753"/>
              <a:gd name="connsiteX5" fmla="*/ 9385895 w 9662615"/>
              <a:gd name="connsiteY5" fmla="*/ 1269203 h 1603753"/>
              <a:gd name="connsiteX6" fmla="*/ 9144767 w 9662615"/>
              <a:gd name="connsiteY6" fmla="*/ 1264120 h 1603753"/>
              <a:gd name="connsiteX7" fmla="*/ 8837252 w 9662615"/>
              <a:gd name="connsiteY7" fmla="*/ 1350515 h 1603753"/>
              <a:gd name="connsiteX8" fmla="*/ 8705466 w 9662615"/>
              <a:gd name="connsiteY8" fmla="*/ 1342419 h 1603753"/>
              <a:gd name="connsiteX9" fmla="*/ 8652221 w 9662615"/>
              <a:gd name="connsiteY9" fmla="*/ 1326906 h 1603753"/>
              <a:gd name="connsiteX10" fmla="*/ 8632312 w 9662615"/>
              <a:gd name="connsiteY10" fmla="*/ 1326025 h 1603753"/>
              <a:gd name="connsiteX11" fmla="*/ 8591582 w 9662615"/>
              <a:gd name="connsiteY11" fmla="*/ 1341666 h 1603753"/>
              <a:gd name="connsiteX12" fmla="*/ 8537336 w 9662615"/>
              <a:gd name="connsiteY12" fmla="*/ 1341684 h 1603753"/>
              <a:gd name="connsiteX13" fmla="*/ 8472508 w 9662615"/>
              <a:gd name="connsiteY13" fmla="*/ 1363109 h 1603753"/>
              <a:gd name="connsiteX14" fmla="*/ 8258477 w 9662615"/>
              <a:gd name="connsiteY14" fmla="*/ 1370666 h 1603753"/>
              <a:gd name="connsiteX15" fmla="*/ 8197961 w 9662615"/>
              <a:gd name="connsiteY15" fmla="*/ 1392804 h 1603753"/>
              <a:gd name="connsiteX16" fmla="*/ 8171196 w 9662615"/>
              <a:gd name="connsiteY16" fmla="*/ 1397216 h 1603753"/>
              <a:gd name="connsiteX17" fmla="*/ 8127667 w 9662615"/>
              <a:gd name="connsiteY17" fmla="*/ 1418254 h 1603753"/>
              <a:gd name="connsiteX18" fmla="*/ 7974579 w 9662615"/>
              <a:gd name="connsiteY18" fmla="*/ 1383439 h 1603753"/>
              <a:gd name="connsiteX19" fmla="*/ 7768351 w 9662615"/>
              <a:gd name="connsiteY19" fmla="*/ 1395051 h 1603753"/>
              <a:gd name="connsiteX20" fmla="*/ 7635985 w 9662615"/>
              <a:gd name="connsiteY20" fmla="*/ 1386363 h 1603753"/>
              <a:gd name="connsiteX21" fmla="*/ 7466069 w 9662615"/>
              <a:gd name="connsiteY21" fmla="*/ 1377654 h 1603753"/>
              <a:gd name="connsiteX22" fmla="*/ 7355642 w 9662615"/>
              <a:gd name="connsiteY22" fmla="*/ 1407761 h 1603753"/>
              <a:gd name="connsiteX23" fmla="*/ 7151610 w 9662615"/>
              <a:gd name="connsiteY23" fmla="*/ 1397856 h 1603753"/>
              <a:gd name="connsiteX24" fmla="*/ 7082147 w 9662615"/>
              <a:gd name="connsiteY24" fmla="*/ 1406113 h 1603753"/>
              <a:gd name="connsiteX25" fmla="*/ 7014958 w 9662615"/>
              <a:gd name="connsiteY25" fmla="*/ 1396883 h 1603753"/>
              <a:gd name="connsiteX26" fmla="*/ 6907567 w 9662615"/>
              <a:gd name="connsiteY26" fmla="*/ 1419149 h 1603753"/>
              <a:gd name="connsiteX27" fmla="*/ 6748428 w 9662615"/>
              <a:gd name="connsiteY27" fmla="*/ 1420308 h 1603753"/>
              <a:gd name="connsiteX28" fmla="*/ 6654257 w 9662615"/>
              <a:gd name="connsiteY28" fmla="*/ 1424143 h 1603753"/>
              <a:gd name="connsiteX29" fmla="*/ 6620123 w 9662615"/>
              <a:gd name="connsiteY29" fmla="*/ 1430535 h 1603753"/>
              <a:gd name="connsiteX30" fmla="*/ 6571355 w 9662615"/>
              <a:gd name="connsiteY30" fmla="*/ 1436144 h 1603753"/>
              <a:gd name="connsiteX31" fmla="*/ 6486557 w 9662615"/>
              <a:gd name="connsiteY31" fmla="*/ 1449861 h 1603753"/>
              <a:gd name="connsiteX32" fmla="*/ 6370419 w 9662615"/>
              <a:gd name="connsiteY32" fmla="*/ 1461649 h 1603753"/>
              <a:gd name="connsiteX33" fmla="*/ 6278839 w 9662615"/>
              <a:gd name="connsiteY33" fmla="*/ 1449160 h 1603753"/>
              <a:gd name="connsiteX34" fmla="*/ 6272455 w 9662615"/>
              <a:gd name="connsiteY34" fmla="*/ 1453191 h 1603753"/>
              <a:gd name="connsiteX35" fmla="*/ 6212659 w 9662615"/>
              <a:gd name="connsiteY35" fmla="*/ 1454850 h 1603753"/>
              <a:gd name="connsiteX36" fmla="*/ 6069317 w 9662615"/>
              <a:gd name="connsiteY36" fmla="*/ 1445838 h 1603753"/>
              <a:gd name="connsiteX37" fmla="*/ 5878477 w 9662615"/>
              <a:gd name="connsiteY37" fmla="*/ 1439180 h 1603753"/>
              <a:gd name="connsiteX38" fmla="*/ 5838387 w 9662615"/>
              <a:gd name="connsiteY38" fmla="*/ 1444679 h 1603753"/>
              <a:gd name="connsiteX39" fmla="*/ 5771136 w 9662615"/>
              <a:gd name="connsiteY39" fmla="*/ 1453639 h 1603753"/>
              <a:gd name="connsiteX40" fmla="*/ 5724081 w 9662615"/>
              <a:gd name="connsiteY40" fmla="*/ 1470431 h 1603753"/>
              <a:gd name="connsiteX41" fmla="*/ 5666577 w 9662615"/>
              <a:gd name="connsiteY41" fmla="*/ 1473921 h 1603753"/>
              <a:gd name="connsiteX42" fmla="*/ 5649068 w 9662615"/>
              <a:gd name="connsiteY42" fmla="*/ 1461676 h 1603753"/>
              <a:gd name="connsiteX43" fmla="*/ 5588902 w 9662615"/>
              <a:gd name="connsiteY43" fmla="*/ 1469647 h 1603753"/>
              <a:gd name="connsiteX44" fmla="*/ 5498090 w 9662615"/>
              <a:gd name="connsiteY44" fmla="*/ 1483173 h 1603753"/>
              <a:gd name="connsiteX45" fmla="*/ 5444641 w 9662615"/>
              <a:gd name="connsiteY45" fmla="*/ 1487602 h 1603753"/>
              <a:gd name="connsiteX46" fmla="*/ 5299812 w 9662615"/>
              <a:gd name="connsiteY46" fmla="*/ 1503362 h 1603753"/>
              <a:gd name="connsiteX47" fmla="*/ 5213947 w 9662615"/>
              <a:gd name="connsiteY47" fmla="*/ 1516637 h 1603753"/>
              <a:gd name="connsiteX48" fmla="*/ 5090342 w 9662615"/>
              <a:gd name="connsiteY48" fmla="*/ 1546680 h 1603753"/>
              <a:gd name="connsiteX49" fmla="*/ 5129812 w 9662615"/>
              <a:gd name="connsiteY49" fmla="*/ 1521277 h 1603753"/>
              <a:gd name="connsiteX50" fmla="*/ 5059484 w 9662615"/>
              <a:gd name="connsiteY50" fmla="*/ 1546802 h 1603753"/>
              <a:gd name="connsiteX51" fmla="*/ 5038524 w 9662615"/>
              <a:gd name="connsiteY51" fmla="*/ 1545675 h 1603753"/>
              <a:gd name="connsiteX52" fmla="*/ 5026564 w 9662615"/>
              <a:gd name="connsiteY52" fmla="*/ 1545376 h 1603753"/>
              <a:gd name="connsiteX53" fmla="*/ 4969433 w 9662615"/>
              <a:gd name="connsiteY53" fmla="*/ 1550865 h 1603753"/>
              <a:gd name="connsiteX54" fmla="*/ 4929254 w 9662615"/>
              <a:gd name="connsiteY54" fmla="*/ 1563452 h 1603753"/>
              <a:gd name="connsiteX55" fmla="*/ 4871726 w 9662615"/>
              <a:gd name="connsiteY55" fmla="*/ 1570584 h 1603753"/>
              <a:gd name="connsiteX56" fmla="*/ 4843267 w 9662615"/>
              <a:gd name="connsiteY56" fmla="*/ 1561459 h 1603753"/>
              <a:gd name="connsiteX57" fmla="*/ 4821058 w 9662615"/>
              <a:gd name="connsiteY57" fmla="*/ 1553078 h 1603753"/>
              <a:gd name="connsiteX58" fmla="*/ 4791466 w 9662615"/>
              <a:gd name="connsiteY58" fmla="*/ 1561324 h 1603753"/>
              <a:gd name="connsiteX59" fmla="*/ 4784247 w 9662615"/>
              <a:gd name="connsiteY59" fmla="*/ 1562342 h 1603753"/>
              <a:gd name="connsiteX60" fmla="*/ 4743285 w 9662615"/>
              <a:gd name="connsiteY60" fmla="*/ 1597680 h 1603753"/>
              <a:gd name="connsiteX61" fmla="*/ 4697562 w 9662615"/>
              <a:gd name="connsiteY61" fmla="*/ 1551206 h 1603753"/>
              <a:gd name="connsiteX62" fmla="*/ 4662664 w 9662615"/>
              <a:gd name="connsiteY62" fmla="*/ 1573162 h 1603753"/>
              <a:gd name="connsiteX63" fmla="*/ 4603028 w 9662615"/>
              <a:gd name="connsiteY63" fmla="*/ 1568821 h 1603753"/>
              <a:gd name="connsiteX64" fmla="*/ 4541612 w 9662615"/>
              <a:gd name="connsiteY64" fmla="*/ 1545262 h 1603753"/>
              <a:gd name="connsiteX65" fmla="*/ 4422155 w 9662615"/>
              <a:gd name="connsiteY65" fmla="*/ 1542059 h 1603753"/>
              <a:gd name="connsiteX66" fmla="*/ 4221826 w 9662615"/>
              <a:gd name="connsiteY66" fmla="*/ 1508923 h 1603753"/>
              <a:gd name="connsiteX67" fmla="*/ 4096601 w 9662615"/>
              <a:gd name="connsiteY67" fmla="*/ 1521563 h 1603753"/>
              <a:gd name="connsiteX68" fmla="*/ 3970635 w 9662615"/>
              <a:gd name="connsiteY68" fmla="*/ 1544815 h 1603753"/>
              <a:gd name="connsiteX69" fmla="*/ 3833906 w 9662615"/>
              <a:gd name="connsiteY69" fmla="*/ 1516637 h 1603753"/>
              <a:gd name="connsiteX70" fmla="*/ 3696258 w 9662615"/>
              <a:gd name="connsiteY70" fmla="*/ 1537563 h 1603753"/>
              <a:gd name="connsiteX71" fmla="*/ 3594070 w 9662615"/>
              <a:gd name="connsiteY71" fmla="*/ 1509422 h 1603753"/>
              <a:gd name="connsiteX72" fmla="*/ 3565233 w 9662615"/>
              <a:gd name="connsiteY72" fmla="*/ 1515122 h 1603753"/>
              <a:gd name="connsiteX73" fmla="*/ 3560267 w 9662615"/>
              <a:gd name="connsiteY73" fmla="*/ 1516288 h 1603753"/>
              <a:gd name="connsiteX74" fmla="*/ 3540258 w 9662615"/>
              <a:gd name="connsiteY74" fmla="*/ 1516976 h 1603753"/>
              <a:gd name="connsiteX75" fmla="*/ 3534780 w 9662615"/>
              <a:gd name="connsiteY75" fmla="*/ 1522141 h 1603753"/>
              <a:gd name="connsiteX76" fmla="*/ 3504783 w 9662615"/>
              <a:gd name="connsiteY76" fmla="*/ 1526739 h 1603753"/>
              <a:gd name="connsiteX77" fmla="*/ 3430805 w 9662615"/>
              <a:gd name="connsiteY77" fmla="*/ 1542521 h 1603753"/>
              <a:gd name="connsiteX78" fmla="*/ 3292707 w 9662615"/>
              <a:gd name="connsiteY78" fmla="*/ 1520490 h 1603753"/>
              <a:gd name="connsiteX79" fmla="*/ 3187872 w 9662615"/>
              <a:gd name="connsiteY79" fmla="*/ 1519991 h 1603753"/>
              <a:gd name="connsiteX80" fmla="*/ 3148026 w 9662615"/>
              <a:gd name="connsiteY80" fmla="*/ 1524777 h 1603753"/>
              <a:gd name="connsiteX81" fmla="*/ 3092394 w 9662615"/>
              <a:gd name="connsiteY81" fmla="*/ 1528115 h 1603753"/>
              <a:gd name="connsiteX82" fmla="*/ 2994200 w 9662615"/>
              <a:gd name="connsiteY82" fmla="*/ 1537857 h 1603753"/>
              <a:gd name="connsiteX83" fmla="*/ 2862301 w 9662615"/>
              <a:gd name="connsiteY83" fmla="*/ 1544250 h 1603753"/>
              <a:gd name="connsiteX84" fmla="*/ 2766335 w 9662615"/>
              <a:gd name="connsiteY84" fmla="*/ 1527662 h 1603753"/>
              <a:gd name="connsiteX85" fmla="*/ 2757836 w 9662615"/>
              <a:gd name="connsiteY85" fmla="*/ 1531371 h 1603753"/>
              <a:gd name="connsiteX86" fmla="*/ 2691555 w 9662615"/>
              <a:gd name="connsiteY86" fmla="*/ 1530283 h 1603753"/>
              <a:gd name="connsiteX87" fmla="*/ 2491676 w 9662615"/>
              <a:gd name="connsiteY87" fmla="*/ 1500859 h 1603753"/>
              <a:gd name="connsiteX88" fmla="*/ 2378036 w 9662615"/>
              <a:gd name="connsiteY88" fmla="*/ 1520645 h 1603753"/>
              <a:gd name="connsiteX89" fmla="*/ 2284269 w 9662615"/>
              <a:gd name="connsiteY89" fmla="*/ 1503068 h 1603753"/>
              <a:gd name="connsiteX90" fmla="*/ 2207104 w 9662615"/>
              <a:gd name="connsiteY90" fmla="*/ 1508888 h 1603753"/>
              <a:gd name="connsiteX91" fmla="*/ 2149226 w 9662615"/>
              <a:gd name="connsiteY91" fmla="*/ 1523409 h 1603753"/>
              <a:gd name="connsiteX92" fmla="*/ 2084783 w 9662615"/>
              <a:gd name="connsiteY92" fmla="*/ 1524245 h 1603753"/>
              <a:gd name="connsiteX93" fmla="*/ 2070075 w 9662615"/>
              <a:gd name="connsiteY93" fmla="*/ 1511285 h 1603753"/>
              <a:gd name="connsiteX94" fmla="*/ 2001057 w 9662615"/>
              <a:gd name="connsiteY94" fmla="*/ 1516449 h 1603753"/>
              <a:gd name="connsiteX95" fmla="*/ 1896330 w 9662615"/>
              <a:gd name="connsiteY95" fmla="*/ 1525725 h 1603753"/>
              <a:gd name="connsiteX96" fmla="*/ 1835994 w 9662615"/>
              <a:gd name="connsiteY96" fmla="*/ 1527678 h 1603753"/>
              <a:gd name="connsiteX97" fmla="*/ 1671119 w 9662615"/>
              <a:gd name="connsiteY97" fmla="*/ 1536701 h 1603753"/>
              <a:gd name="connsiteX98" fmla="*/ 1601337 w 9662615"/>
              <a:gd name="connsiteY98" fmla="*/ 1548552 h 1603753"/>
              <a:gd name="connsiteX99" fmla="*/ 1407755 w 9662615"/>
              <a:gd name="connsiteY99" fmla="*/ 1571444 h 1603753"/>
              <a:gd name="connsiteX100" fmla="*/ 1271994 w 9662615"/>
              <a:gd name="connsiteY100" fmla="*/ 1579471 h 1603753"/>
              <a:gd name="connsiteX101" fmla="*/ 1249226 w 9662615"/>
              <a:gd name="connsiteY101" fmla="*/ 1583140 h 1603753"/>
              <a:gd name="connsiteX102" fmla="*/ 1217719 w 9662615"/>
              <a:gd name="connsiteY102" fmla="*/ 1580863 h 1603753"/>
              <a:gd name="connsiteX103" fmla="*/ 1091432 w 9662615"/>
              <a:gd name="connsiteY103" fmla="*/ 1571003 h 1603753"/>
              <a:gd name="connsiteX104" fmla="*/ 992039 w 9662615"/>
              <a:gd name="connsiteY104" fmla="*/ 1556662 h 1603753"/>
              <a:gd name="connsiteX105" fmla="*/ 868264 w 9662615"/>
              <a:gd name="connsiteY105" fmla="*/ 1566392 h 1603753"/>
              <a:gd name="connsiteX106" fmla="*/ 792765 w 9662615"/>
              <a:gd name="connsiteY106" fmla="*/ 1563102 h 1603753"/>
              <a:gd name="connsiteX107" fmla="*/ 669055 w 9662615"/>
              <a:gd name="connsiteY107" fmla="*/ 1543638 h 1603753"/>
              <a:gd name="connsiteX108" fmla="*/ 506152 w 9662615"/>
              <a:gd name="connsiteY108" fmla="*/ 1549124 h 1603753"/>
              <a:gd name="connsiteX109" fmla="*/ 472797 w 9662615"/>
              <a:gd name="connsiteY109" fmla="*/ 1568904 h 1603753"/>
              <a:gd name="connsiteX110" fmla="*/ 427864 w 9662615"/>
              <a:gd name="connsiteY110" fmla="*/ 1580848 h 1603753"/>
              <a:gd name="connsiteX111" fmla="*/ 408381 w 9662615"/>
              <a:gd name="connsiteY111" fmla="*/ 1552940 h 1603753"/>
              <a:gd name="connsiteX112" fmla="*/ 267163 w 9662615"/>
              <a:gd name="connsiteY112" fmla="*/ 1531913 h 1603753"/>
              <a:gd name="connsiteX113" fmla="*/ 196644 w 9662615"/>
              <a:gd name="connsiteY113" fmla="*/ 1524565 h 1603753"/>
              <a:gd name="connsiteX114" fmla="*/ 86819 w 9662615"/>
              <a:gd name="connsiteY114" fmla="*/ 1519517 h 1603753"/>
              <a:gd name="connsiteX115" fmla="*/ 53369 w 9662615"/>
              <a:gd name="connsiteY115" fmla="*/ 1516853 h 1603753"/>
              <a:gd name="connsiteX116" fmla="*/ 2359 w 9662615"/>
              <a:gd name="connsiteY116" fmla="*/ 1515247 h 1603753"/>
              <a:gd name="connsiteX117" fmla="*/ 0 w 9662615"/>
              <a:gd name="connsiteY117" fmla="*/ 1514932 h 1603753"/>
              <a:gd name="connsiteX118" fmla="*/ 0 w 9662615"/>
              <a:gd name="connsiteY118" fmla="*/ 0 h 1603753"/>
              <a:gd name="connsiteX0" fmla="*/ 0 w 9662615"/>
              <a:gd name="connsiteY0" fmla="*/ 0 h 1603753"/>
              <a:gd name="connsiteX1" fmla="*/ 9662615 w 9662615"/>
              <a:gd name="connsiteY1" fmla="*/ 0 h 1603753"/>
              <a:gd name="connsiteX2" fmla="*/ 9662615 w 9662615"/>
              <a:gd name="connsiteY2" fmla="*/ 1280346 h 1603753"/>
              <a:gd name="connsiteX3" fmla="*/ 9658420 w 9662615"/>
              <a:gd name="connsiteY3" fmla="*/ 1280106 h 1603753"/>
              <a:gd name="connsiteX4" fmla="*/ 9469546 w 9662615"/>
              <a:gd name="connsiteY4" fmla="*/ 1289837 h 1603753"/>
              <a:gd name="connsiteX5" fmla="*/ 9385895 w 9662615"/>
              <a:gd name="connsiteY5" fmla="*/ 1269203 h 1603753"/>
              <a:gd name="connsiteX6" fmla="*/ 9144767 w 9662615"/>
              <a:gd name="connsiteY6" fmla="*/ 1264120 h 1603753"/>
              <a:gd name="connsiteX7" fmla="*/ 8837252 w 9662615"/>
              <a:gd name="connsiteY7" fmla="*/ 1350515 h 1603753"/>
              <a:gd name="connsiteX8" fmla="*/ 8705466 w 9662615"/>
              <a:gd name="connsiteY8" fmla="*/ 1342419 h 1603753"/>
              <a:gd name="connsiteX9" fmla="*/ 8652221 w 9662615"/>
              <a:gd name="connsiteY9" fmla="*/ 1326906 h 1603753"/>
              <a:gd name="connsiteX10" fmla="*/ 8632312 w 9662615"/>
              <a:gd name="connsiteY10" fmla="*/ 1326025 h 1603753"/>
              <a:gd name="connsiteX11" fmla="*/ 8591582 w 9662615"/>
              <a:gd name="connsiteY11" fmla="*/ 1341666 h 1603753"/>
              <a:gd name="connsiteX12" fmla="*/ 8537336 w 9662615"/>
              <a:gd name="connsiteY12" fmla="*/ 1341684 h 1603753"/>
              <a:gd name="connsiteX13" fmla="*/ 8472508 w 9662615"/>
              <a:gd name="connsiteY13" fmla="*/ 1363109 h 1603753"/>
              <a:gd name="connsiteX14" fmla="*/ 8258477 w 9662615"/>
              <a:gd name="connsiteY14" fmla="*/ 1370666 h 1603753"/>
              <a:gd name="connsiteX15" fmla="*/ 8197961 w 9662615"/>
              <a:gd name="connsiteY15" fmla="*/ 1392804 h 1603753"/>
              <a:gd name="connsiteX16" fmla="*/ 8171196 w 9662615"/>
              <a:gd name="connsiteY16" fmla="*/ 1397216 h 1603753"/>
              <a:gd name="connsiteX17" fmla="*/ 8127667 w 9662615"/>
              <a:gd name="connsiteY17" fmla="*/ 1418254 h 1603753"/>
              <a:gd name="connsiteX18" fmla="*/ 7974579 w 9662615"/>
              <a:gd name="connsiteY18" fmla="*/ 1383439 h 1603753"/>
              <a:gd name="connsiteX19" fmla="*/ 7768351 w 9662615"/>
              <a:gd name="connsiteY19" fmla="*/ 1395051 h 1603753"/>
              <a:gd name="connsiteX20" fmla="*/ 7635985 w 9662615"/>
              <a:gd name="connsiteY20" fmla="*/ 1386363 h 1603753"/>
              <a:gd name="connsiteX21" fmla="*/ 7466069 w 9662615"/>
              <a:gd name="connsiteY21" fmla="*/ 1377654 h 1603753"/>
              <a:gd name="connsiteX22" fmla="*/ 7355642 w 9662615"/>
              <a:gd name="connsiteY22" fmla="*/ 1407761 h 1603753"/>
              <a:gd name="connsiteX23" fmla="*/ 7151610 w 9662615"/>
              <a:gd name="connsiteY23" fmla="*/ 1397856 h 1603753"/>
              <a:gd name="connsiteX24" fmla="*/ 7082147 w 9662615"/>
              <a:gd name="connsiteY24" fmla="*/ 1406113 h 1603753"/>
              <a:gd name="connsiteX25" fmla="*/ 7014958 w 9662615"/>
              <a:gd name="connsiteY25" fmla="*/ 1396883 h 1603753"/>
              <a:gd name="connsiteX26" fmla="*/ 6907567 w 9662615"/>
              <a:gd name="connsiteY26" fmla="*/ 1419149 h 1603753"/>
              <a:gd name="connsiteX27" fmla="*/ 6748428 w 9662615"/>
              <a:gd name="connsiteY27" fmla="*/ 1420308 h 1603753"/>
              <a:gd name="connsiteX28" fmla="*/ 6654257 w 9662615"/>
              <a:gd name="connsiteY28" fmla="*/ 1424143 h 1603753"/>
              <a:gd name="connsiteX29" fmla="*/ 6620123 w 9662615"/>
              <a:gd name="connsiteY29" fmla="*/ 1430535 h 1603753"/>
              <a:gd name="connsiteX30" fmla="*/ 6571355 w 9662615"/>
              <a:gd name="connsiteY30" fmla="*/ 1436144 h 1603753"/>
              <a:gd name="connsiteX31" fmla="*/ 6486557 w 9662615"/>
              <a:gd name="connsiteY31" fmla="*/ 1449861 h 1603753"/>
              <a:gd name="connsiteX32" fmla="*/ 6370419 w 9662615"/>
              <a:gd name="connsiteY32" fmla="*/ 1461649 h 1603753"/>
              <a:gd name="connsiteX33" fmla="*/ 6278839 w 9662615"/>
              <a:gd name="connsiteY33" fmla="*/ 1449160 h 1603753"/>
              <a:gd name="connsiteX34" fmla="*/ 6272455 w 9662615"/>
              <a:gd name="connsiteY34" fmla="*/ 1453191 h 1603753"/>
              <a:gd name="connsiteX35" fmla="*/ 6212659 w 9662615"/>
              <a:gd name="connsiteY35" fmla="*/ 1454850 h 1603753"/>
              <a:gd name="connsiteX36" fmla="*/ 6069317 w 9662615"/>
              <a:gd name="connsiteY36" fmla="*/ 1445838 h 1603753"/>
              <a:gd name="connsiteX37" fmla="*/ 5878477 w 9662615"/>
              <a:gd name="connsiteY37" fmla="*/ 1439180 h 1603753"/>
              <a:gd name="connsiteX38" fmla="*/ 5838387 w 9662615"/>
              <a:gd name="connsiteY38" fmla="*/ 1444679 h 1603753"/>
              <a:gd name="connsiteX39" fmla="*/ 5771136 w 9662615"/>
              <a:gd name="connsiteY39" fmla="*/ 1453639 h 1603753"/>
              <a:gd name="connsiteX40" fmla="*/ 5724081 w 9662615"/>
              <a:gd name="connsiteY40" fmla="*/ 1470431 h 1603753"/>
              <a:gd name="connsiteX41" fmla="*/ 5666577 w 9662615"/>
              <a:gd name="connsiteY41" fmla="*/ 1473921 h 1603753"/>
              <a:gd name="connsiteX42" fmla="*/ 5649068 w 9662615"/>
              <a:gd name="connsiteY42" fmla="*/ 1461676 h 1603753"/>
              <a:gd name="connsiteX43" fmla="*/ 5588902 w 9662615"/>
              <a:gd name="connsiteY43" fmla="*/ 1469647 h 1603753"/>
              <a:gd name="connsiteX44" fmla="*/ 5498090 w 9662615"/>
              <a:gd name="connsiteY44" fmla="*/ 1483173 h 1603753"/>
              <a:gd name="connsiteX45" fmla="*/ 5444641 w 9662615"/>
              <a:gd name="connsiteY45" fmla="*/ 1487602 h 1603753"/>
              <a:gd name="connsiteX46" fmla="*/ 5299812 w 9662615"/>
              <a:gd name="connsiteY46" fmla="*/ 1503362 h 1603753"/>
              <a:gd name="connsiteX47" fmla="*/ 5213947 w 9662615"/>
              <a:gd name="connsiteY47" fmla="*/ 1516637 h 1603753"/>
              <a:gd name="connsiteX48" fmla="*/ 5090342 w 9662615"/>
              <a:gd name="connsiteY48" fmla="*/ 1546680 h 1603753"/>
              <a:gd name="connsiteX49" fmla="*/ 5129812 w 9662615"/>
              <a:gd name="connsiteY49" fmla="*/ 1521277 h 1603753"/>
              <a:gd name="connsiteX50" fmla="*/ 5059484 w 9662615"/>
              <a:gd name="connsiteY50" fmla="*/ 1546802 h 1603753"/>
              <a:gd name="connsiteX51" fmla="*/ 5038524 w 9662615"/>
              <a:gd name="connsiteY51" fmla="*/ 1545675 h 1603753"/>
              <a:gd name="connsiteX52" fmla="*/ 5026564 w 9662615"/>
              <a:gd name="connsiteY52" fmla="*/ 1545376 h 1603753"/>
              <a:gd name="connsiteX53" fmla="*/ 4969433 w 9662615"/>
              <a:gd name="connsiteY53" fmla="*/ 1550865 h 1603753"/>
              <a:gd name="connsiteX54" fmla="*/ 4929254 w 9662615"/>
              <a:gd name="connsiteY54" fmla="*/ 1563452 h 1603753"/>
              <a:gd name="connsiteX55" fmla="*/ 4871726 w 9662615"/>
              <a:gd name="connsiteY55" fmla="*/ 1570584 h 1603753"/>
              <a:gd name="connsiteX56" fmla="*/ 4843267 w 9662615"/>
              <a:gd name="connsiteY56" fmla="*/ 1561459 h 1603753"/>
              <a:gd name="connsiteX57" fmla="*/ 4821058 w 9662615"/>
              <a:gd name="connsiteY57" fmla="*/ 1553078 h 1603753"/>
              <a:gd name="connsiteX58" fmla="*/ 4791466 w 9662615"/>
              <a:gd name="connsiteY58" fmla="*/ 1561324 h 1603753"/>
              <a:gd name="connsiteX59" fmla="*/ 4784247 w 9662615"/>
              <a:gd name="connsiteY59" fmla="*/ 1562342 h 1603753"/>
              <a:gd name="connsiteX60" fmla="*/ 4743285 w 9662615"/>
              <a:gd name="connsiteY60" fmla="*/ 1597680 h 1603753"/>
              <a:gd name="connsiteX61" fmla="*/ 4697562 w 9662615"/>
              <a:gd name="connsiteY61" fmla="*/ 1551206 h 1603753"/>
              <a:gd name="connsiteX62" fmla="*/ 4662664 w 9662615"/>
              <a:gd name="connsiteY62" fmla="*/ 1573162 h 1603753"/>
              <a:gd name="connsiteX63" fmla="*/ 4603028 w 9662615"/>
              <a:gd name="connsiteY63" fmla="*/ 1568821 h 1603753"/>
              <a:gd name="connsiteX64" fmla="*/ 4541612 w 9662615"/>
              <a:gd name="connsiteY64" fmla="*/ 1545262 h 1603753"/>
              <a:gd name="connsiteX65" fmla="*/ 4422155 w 9662615"/>
              <a:gd name="connsiteY65" fmla="*/ 1542059 h 1603753"/>
              <a:gd name="connsiteX66" fmla="*/ 4221826 w 9662615"/>
              <a:gd name="connsiteY66" fmla="*/ 1508923 h 1603753"/>
              <a:gd name="connsiteX67" fmla="*/ 4096601 w 9662615"/>
              <a:gd name="connsiteY67" fmla="*/ 1521563 h 1603753"/>
              <a:gd name="connsiteX68" fmla="*/ 3970635 w 9662615"/>
              <a:gd name="connsiteY68" fmla="*/ 1544815 h 1603753"/>
              <a:gd name="connsiteX69" fmla="*/ 3833906 w 9662615"/>
              <a:gd name="connsiteY69" fmla="*/ 1516637 h 1603753"/>
              <a:gd name="connsiteX70" fmla="*/ 3696258 w 9662615"/>
              <a:gd name="connsiteY70" fmla="*/ 1537563 h 1603753"/>
              <a:gd name="connsiteX71" fmla="*/ 3594070 w 9662615"/>
              <a:gd name="connsiteY71" fmla="*/ 1509422 h 1603753"/>
              <a:gd name="connsiteX72" fmla="*/ 3565233 w 9662615"/>
              <a:gd name="connsiteY72" fmla="*/ 1515122 h 1603753"/>
              <a:gd name="connsiteX73" fmla="*/ 3560267 w 9662615"/>
              <a:gd name="connsiteY73" fmla="*/ 1516288 h 1603753"/>
              <a:gd name="connsiteX74" fmla="*/ 3540258 w 9662615"/>
              <a:gd name="connsiteY74" fmla="*/ 1516976 h 1603753"/>
              <a:gd name="connsiteX75" fmla="*/ 3534780 w 9662615"/>
              <a:gd name="connsiteY75" fmla="*/ 1522141 h 1603753"/>
              <a:gd name="connsiteX76" fmla="*/ 3504783 w 9662615"/>
              <a:gd name="connsiteY76" fmla="*/ 1526739 h 1603753"/>
              <a:gd name="connsiteX77" fmla="*/ 3430805 w 9662615"/>
              <a:gd name="connsiteY77" fmla="*/ 1542521 h 1603753"/>
              <a:gd name="connsiteX78" fmla="*/ 3292707 w 9662615"/>
              <a:gd name="connsiteY78" fmla="*/ 1520490 h 1603753"/>
              <a:gd name="connsiteX79" fmla="*/ 3187872 w 9662615"/>
              <a:gd name="connsiteY79" fmla="*/ 1519991 h 1603753"/>
              <a:gd name="connsiteX80" fmla="*/ 3148026 w 9662615"/>
              <a:gd name="connsiteY80" fmla="*/ 1524777 h 1603753"/>
              <a:gd name="connsiteX81" fmla="*/ 3092394 w 9662615"/>
              <a:gd name="connsiteY81" fmla="*/ 1528115 h 1603753"/>
              <a:gd name="connsiteX82" fmla="*/ 2994200 w 9662615"/>
              <a:gd name="connsiteY82" fmla="*/ 1537857 h 1603753"/>
              <a:gd name="connsiteX83" fmla="*/ 2862301 w 9662615"/>
              <a:gd name="connsiteY83" fmla="*/ 1544250 h 1603753"/>
              <a:gd name="connsiteX84" fmla="*/ 2766335 w 9662615"/>
              <a:gd name="connsiteY84" fmla="*/ 1527662 h 1603753"/>
              <a:gd name="connsiteX85" fmla="*/ 2757836 w 9662615"/>
              <a:gd name="connsiteY85" fmla="*/ 1531371 h 1603753"/>
              <a:gd name="connsiteX86" fmla="*/ 2691555 w 9662615"/>
              <a:gd name="connsiteY86" fmla="*/ 1530283 h 1603753"/>
              <a:gd name="connsiteX87" fmla="*/ 2491676 w 9662615"/>
              <a:gd name="connsiteY87" fmla="*/ 1500859 h 1603753"/>
              <a:gd name="connsiteX88" fmla="*/ 2378036 w 9662615"/>
              <a:gd name="connsiteY88" fmla="*/ 1520645 h 1603753"/>
              <a:gd name="connsiteX89" fmla="*/ 2284269 w 9662615"/>
              <a:gd name="connsiteY89" fmla="*/ 1503068 h 1603753"/>
              <a:gd name="connsiteX90" fmla="*/ 2207104 w 9662615"/>
              <a:gd name="connsiteY90" fmla="*/ 1508888 h 1603753"/>
              <a:gd name="connsiteX91" fmla="*/ 2149226 w 9662615"/>
              <a:gd name="connsiteY91" fmla="*/ 1523409 h 1603753"/>
              <a:gd name="connsiteX92" fmla="*/ 2084783 w 9662615"/>
              <a:gd name="connsiteY92" fmla="*/ 1524245 h 1603753"/>
              <a:gd name="connsiteX93" fmla="*/ 2070075 w 9662615"/>
              <a:gd name="connsiteY93" fmla="*/ 1511285 h 1603753"/>
              <a:gd name="connsiteX94" fmla="*/ 2001057 w 9662615"/>
              <a:gd name="connsiteY94" fmla="*/ 1516449 h 1603753"/>
              <a:gd name="connsiteX95" fmla="*/ 1896330 w 9662615"/>
              <a:gd name="connsiteY95" fmla="*/ 1525725 h 1603753"/>
              <a:gd name="connsiteX96" fmla="*/ 1835994 w 9662615"/>
              <a:gd name="connsiteY96" fmla="*/ 1527678 h 1603753"/>
              <a:gd name="connsiteX97" fmla="*/ 1671119 w 9662615"/>
              <a:gd name="connsiteY97" fmla="*/ 1536701 h 1603753"/>
              <a:gd name="connsiteX98" fmla="*/ 1601337 w 9662615"/>
              <a:gd name="connsiteY98" fmla="*/ 1548552 h 1603753"/>
              <a:gd name="connsiteX99" fmla="*/ 1407755 w 9662615"/>
              <a:gd name="connsiteY99" fmla="*/ 1571444 h 1603753"/>
              <a:gd name="connsiteX100" fmla="*/ 1271994 w 9662615"/>
              <a:gd name="connsiteY100" fmla="*/ 1579471 h 1603753"/>
              <a:gd name="connsiteX101" fmla="*/ 1249226 w 9662615"/>
              <a:gd name="connsiteY101" fmla="*/ 1583140 h 1603753"/>
              <a:gd name="connsiteX102" fmla="*/ 1217719 w 9662615"/>
              <a:gd name="connsiteY102" fmla="*/ 1580863 h 1603753"/>
              <a:gd name="connsiteX103" fmla="*/ 1091432 w 9662615"/>
              <a:gd name="connsiteY103" fmla="*/ 1571003 h 1603753"/>
              <a:gd name="connsiteX104" fmla="*/ 992039 w 9662615"/>
              <a:gd name="connsiteY104" fmla="*/ 1556662 h 1603753"/>
              <a:gd name="connsiteX105" fmla="*/ 868264 w 9662615"/>
              <a:gd name="connsiteY105" fmla="*/ 1566392 h 1603753"/>
              <a:gd name="connsiteX106" fmla="*/ 792765 w 9662615"/>
              <a:gd name="connsiteY106" fmla="*/ 1563102 h 1603753"/>
              <a:gd name="connsiteX107" fmla="*/ 669055 w 9662615"/>
              <a:gd name="connsiteY107" fmla="*/ 1543638 h 1603753"/>
              <a:gd name="connsiteX108" fmla="*/ 506152 w 9662615"/>
              <a:gd name="connsiteY108" fmla="*/ 1549124 h 1603753"/>
              <a:gd name="connsiteX109" fmla="*/ 472797 w 9662615"/>
              <a:gd name="connsiteY109" fmla="*/ 1568904 h 1603753"/>
              <a:gd name="connsiteX110" fmla="*/ 427864 w 9662615"/>
              <a:gd name="connsiteY110" fmla="*/ 1580848 h 1603753"/>
              <a:gd name="connsiteX111" fmla="*/ 408381 w 9662615"/>
              <a:gd name="connsiteY111" fmla="*/ 1552940 h 1603753"/>
              <a:gd name="connsiteX112" fmla="*/ 267163 w 9662615"/>
              <a:gd name="connsiteY112" fmla="*/ 1531913 h 1603753"/>
              <a:gd name="connsiteX113" fmla="*/ 196644 w 9662615"/>
              <a:gd name="connsiteY113" fmla="*/ 1524565 h 1603753"/>
              <a:gd name="connsiteX114" fmla="*/ 86819 w 9662615"/>
              <a:gd name="connsiteY114" fmla="*/ 1519517 h 1603753"/>
              <a:gd name="connsiteX115" fmla="*/ 53369 w 9662615"/>
              <a:gd name="connsiteY115" fmla="*/ 1516853 h 1603753"/>
              <a:gd name="connsiteX116" fmla="*/ 2359 w 9662615"/>
              <a:gd name="connsiteY116" fmla="*/ 1515247 h 1603753"/>
              <a:gd name="connsiteX117" fmla="*/ 0 w 9662615"/>
              <a:gd name="connsiteY117" fmla="*/ 1514932 h 1603753"/>
              <a:gd name="connsiteX118" fmla="*/ 0 w 9662615"/>
              <a:gd name="connsiteY118" fmla="*/ 0 h 1603753"/>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95077 w 9662615"/>
              <a:gd name="connsiteY63" fmla="*/ 1552918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95077 w 9662615"/>
              <a:gd name="connsiteY63" fmla="*/ 1552918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66659 w 9662615"/>
              <a:gd name="connsiteY68" fmla="*/ 1528913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96499"/>
              <a:gd name="connsiteX1" fmla="*/ 9662615 w 9662615"/>
              <a:gd name="connsiteY1" fmla="*/ 0 h 1596499"/>
              <a:gd name="connsiteX2" fmla="*/ 9662615 w 9662615"/>
              <a:gd name="connsiteY2" fmla="*/ 1280346 h 1596499"/>
              <a:gd name="connsiteX3" fmla="*/ 9658420 w 9662615"/>
              <a:gd name="connsiteY3" fmla="*/ 1280106 h 1596499"/>
              <a:gd name="connsiteX4" fmla="*/ 9469546 w 9662615"/>
              <a:gd name="connsiteY4" fmla="*/ 1289837 h 1596499"/>
              <a:gd name="connsiteX5" fmla="*/ 9385895 w 9662615"/>
              <a:gd name="connsiteY5" fmla="*/ 1269203 h 1596499"/>
              <a:gd name="connsiteX6" fmla="*/ 9144767 w 9662615"/>
              <a:gd name="connsiteY6" fmla="*/ 1264120 h 1596499"/>
              <a:gd name="connsiteX7" fmla="*/ 8837252 w 9662615"/>
              <a:gd name="connsiteY7" fmla="*/ 1350515 h 1596499"/>
              <a:gd name="connsiteX8" fmla="*/ 8705466 w 9662615"/>
              <a:gd name="connsiteY8" fmla="*/ 1342419 h 1596499"/>
              <a:gd name="connsiteX9" fmla="*/ 8652221 w 9662615"/>
              <a:gd name="connsiteY9" fmla="*/ 1326906 h 1596499"/>
              <a:gd name="connsiteX10" fmla="*/ 8632312 w 9662615"/>
              <a:gd name="connsiteY10" fmla="*/ 1326025 h 1596499"/>
              <a:gd name="connsiteX11" fmla="*/ 8591582 w 9662615"/>
              <a:gd name="connsiteY11" fmla="*/ 1341666 h 1596499"/>
              <a:gd name="connsiteX12" fmla="*/ 8537336 w 9662615"/>
              <a:gd name="connsiteY12" fmla="*/ 1341684 h 1596499"/>
              <a:gd name="connsiteX13" fmla="*/ 8472508 w 9662615"/>
              <a:gd name="connsiteY13" fmla="*/ 1363109 h 1596499"/>
              <a:gd name="connsiteX14" fmla="*/ 8258477 w 9662615"/>
              <a:gd name="connsiteY14" fmla="*/ 1370666 h 1596499"/>
              <a:gd name="connsiteX15" fmla="*/ 8197961 w 9662615"/>
              <a:gd name="connsiteY15" fmla="*/ 1392804 h 1596499"/>
              <a:gd name="connsiteX16" fmla="*/ 8171196 w 9662615"/>
              <a:gd name="connsiteY16" fmla="*/ 1397216 h 1596499"/>
              <a:gd name="connsiteX17" fmla="*/ 8127667 w 9662615"/>
              <a:gd name="connsiteY17" fmla="*/ 1418254 h 1596499"/>
              <a:gd name="connsiteX18" fmla="*/ 7974579 w 9662615"/>
              <a:gd name="connsiteY18" fmla="*/ 1383439 h 1596499"/>
              <a:gd name="connsiteX19" fmla="*/ 7768351 w 9662615"/>
              <a:gd name="connsiteY19" fmla="*/ 1395051 h 1596499"/>
              <a:gd name="connsiteX20" fmla="*/ 7635985 w 9662615"/>
              <a:gd name="connsiteY20" fmla="*/ 1386363 h 1596499"/>
              <a:gd name="connsiteX21" fmla="*/ 7466069 w 9662615"/>
              <a:gd name="connsiteY21" fmla="*/ 1377654 h 1596499"/>
              <a:gd name="connsiteX22" fmla="*/ 7355642 w 9662615"/>
              <a:gd name="connsiteY22" fmla="*/ 1407761 h 1596499"/>
              <a:gd name="connsiteX23" fmla="*/ 7151610 w 9662615"/>
              <a:gd name="connsiteY23" fmla="*/ 1397856 h 1596499"/>
              <a:gd name="connsiteX24" fmla="*/ 7082147 w 9662615"/>
              <a:gd name="connsiteY24" fmla="*/ 1406113 h 1596499"/>
              <a:gd name="connsiteX25" fmla="*/ 7014958 w 9662615"/>
              <a:gd name="connsiteY25" fmla="*/ 1396883 h 1596499"/>
              <a:gd name="connsiteX26" fmla="*/ 6907567 w 9662615"/>
              <a:gd name="connsiteY26" fmla="*/ 1419149 h 1596499"/>
              <a:gd name="connsiteX27" fmla="*/ 6748428 w 9662615"/>
              <a:gd name="connsiteY27" fmla="*/ 1420308 h 1596499"/>
              <a:gd name="connsiteX28" fmla="*/ 6654257 w 9662615"/>
              <a:gd name="connsiteY28" fmla="*/ 1424143 h 1596499"/>
              <a:gd name="connsiteX29" fmla="*/ 6620123 w 9662615"/>
              <a:gd name="connsiteY29" fmla="*/ 1430535 h 1596499"/>
              <a:gd name="connsiteX30" fmla="*/ 6571355 w 9662615"/>
              <a:gd name="connsiteY30" fmla="*/ 1436144 h 1596499"/>
              <a:gd name="connsiteX31" fmla="*/ 6486557 w 9662615"/>
              <a:gd name="connsiteY31" fmla="*/ 1449861 h 1596499"/>
              <a:gd name="connsiteX32" fmla="*/ 6370419 w 9662615"/>
              <a:gd name="connsiteY32" fmla="*/ 1461649 h 1596499"/>
              <a:gd name="connsiteX33" fmla="*/ 6278839 w 9662615"/>
              <a:gd name="connsiteY33" fmla="*/ 1449160 h 1596499"/>
              <a:gd name="connsiteX34" fmla="*/ 6272455 w 9662615"/>
              <a:gd name="connsiteY34" fmla="*/ 1453191 h 1596499"/>
              <a:gd name="connsiteX35" fmla="*/ 6212659 w 9662615"/>
              <a:gd name="connsiteY35" fmla="*/ 1454850 h 1596499"/>
              <a:gd name="connsiteX36" fmla="*/ 6069317 w 9662615"/>
              <a:gd name="connsiteY36" fmla="*/ 1445838 h 1596499"/>
              <a:gd name="connsiteX37" fmla="*/ 5878477 w 9662615"/>
              <a:gd name="connsiteY37" fmla="*/ 1439180 h 1596499"/>
              <a:gd name="connsiteX38" fmla="*/ 5838387 w 9662615"/>
              <a:gd name="connsiteY38" fmla="*/ 1444679 h 1596499"/>
              <a:gd name="connsiteX39" fmla="*/ 5771136 w 9662615"/>
              <a:gd name="connsiteY39" fmla="*/ 1453639 h 1596499"/>
              <a:gd name="connsiteX40" fmla="*/ 5724081 w 9662615"/>
              <a:gd name="connsiteY40" fmla="*/ 1470431 h 1596499"/>
              <a:gd name="connsiteX41" fmla="*/ 5666577 w 9662615"/>
              <a:gd name="connsiteY41" fmla="*/ 1473921 h 1596499"/>
              <a:gd name="connsiteX42" fmla="*/ 5649068 w 9662615"/>
              <a:gd name="connsiteY42" fmla="*/ 1461676 h 1596499"/>
              <a:gd name="connsiteX43" fmla="*/ 5588902 w 9662615"/>
              <a:gd name="connsiteY43" fmla="*/ 1469647 h 1596499"/>
              <a:gd name="connsiteX44" fmla="*/ 5498090 w 9662615"/>
              <a:gd name="connsiteY44" fmla="*/ 1483173 h 1596499"/>
              <a:gd name="connsiteX45" fmla="*/ 5444641 w 9662615"/>
              <a:gd name="connsiteY45" fmla="*/ 1487602 h 1596499"/>
              <a:gd name="connsiteX46" fmla="*/ 5299812 w 9662615"/>
              <a:gd name="connsiteY46" fmla="*/ 1503362 h 1596499"/>
              <a:gd name="connsiteX47" fmla="*/ 5213947 w 9662615"/>
              <a:gd name="connsiteY47" fmla="*/ 1516637 h 1596499"/>
              <a:gd name="connsiteX48" fmla="*/ 5090342 w 9662615"/>
              <a:gd name="connsiteY48" fmla="*/ 1546680 h 1596499"/>
              <a:gd name="connsiteX49" fmla="*/ 5129812 w 9662615"/>
              <a:gd name="connsiteY49" fmla="*/ 1521277 h 1596499"/>
              <a:gd name="connsiteX50" fmla="*/ 5059484 w 9662615"/>
              <a:gd name="connsiteY50" fmla="*/ 1546802 h 1596499"/>
              <a:gd name="connsiteX51" fmla="*/ 5038524 w 9662615"/>
              <a:gd name="connsiteY51" fmla="*/ 1545675 h 1596499"/>
              <a:gd name="connsiteX52" fmla="*/ 5026564 w 9662615"/>
              <a:gd name="connsiteY52" fmla="*/ 1545376 h 1596499"/>
              <a:gd name="connsiteX53" fmla="*/ 4969433 w 9662615"/>
              <a:gd name="connsiteY53" fmla="*/ 1550865 h 1596499"/>
              <a:gd name="connsiteX54" fmla="*/ 4929254 w 9662615"/>
              <a:gd name="connsiteY54" fmla="*/ 1563452 h 1596499"/>
              <a:gd name="connsiteX55" fmla="*/ 4871726 w 9662615"/>
              <a:gd name="connsiteY55" fmla="*/ 1570584 h 1596499"/>
              <a:gd name="connsiteX56" fmla="*/ 4843267 w 9662615"/>
              <a:gd name="connsiteY56" fmla="*/ 1561459 h 1596499"/>
              <a:gd name="connsiteX57" fmla="*/ 4821058 w 9662615"/>
              <a:gd name="connsiteY57" fmla="*/ 1553078 h 1596499"/>
              <a:gd name="connsiteX58" fmla="*/ 4791466 w 9662615"/>
              <a:gd name="connsiteY58" fmla="*/ 1561324 h 1596499"/>
              <a:gd name="connsiteX59" fmla="*/ 4784247 w 9662615"/>
              <a:gd name="connsiteY59" fmla="*/ 1562342 h 1596499"/>
              <a:gd name="connsiteX60" fmla="*/ 4739309 w 9662615"/>
              <a:gd name="connsiteY60" fmla="*/ 1553948 h 1596499"/>
              <a:gd name="connsiteX61" fmla="*/ 4697562 w 9662615"/>
              <a:gd name="connsiteY61" fmla="*/ 1551206 h 1596499"/>
              <a:gd name="connsiteX62" fmla="*/ 4650737 w 9662615"/>
              <a:gd name="connsiteY62" fmla="*/ 1537381 h 1596499"/>
              <a:gd name="connsiteX63" fmla="*/ 4583150 w 9662615"/>
              <a:gd name="connsiteY63" fmla="*/ 1529064 h 1596499"/>
              <a:gd name="connsiteX64" fmla="*/ 4521734 w 9662615"/>
              <a:gd name="connsiteY64" fmla="*/ 1529359 h 1596499"/>
              <a:gd name="connsiteX65" fmla="*/ 4382398 w 9662615"/>
              <a:gd name="connsiteY65" fmla="*/ 1534108 h 1596499"/>
              <a:gd name="connsiteX66" fmla="*/ 4221826 w 9662615"/>
              <a:gd name="connsiteY66" fmla="*/ 1500972 h 1596499"/>
              <a:gd name="connsiteX67" fmla="*/ 4096601 w 9662615"/>
              <a:gd name="connsiteY67" fmla="*/ 1521563 h 1596499"/>
              <a:gd name="connsiteX68" fmla="*/ 3978586 w 9662615"/>
              <a:gd name="connsiteY68" fmla="*/ 1596499 h 1596499"/>
              <a:gd name="connsiteX69" fmla="*/ 3833906 w 9662615"/>
              <a:gd name="connsiteY69" fmla="*/ 1516637 h 1596499"/>
              <a:gd name="connsiteX70" fmla="*/ 3696258 w 9662615"/>
              <a:gd name="connsiteY70" fmla="*/ 1537563 h 1596499"/>
              <a:gd name="connsiteX71" fmla="*/ 3594070 w 9662615"/>
              <a:gd name="connsiteY71" fmla="*/ 1509422 h 1596499"/>
              <a:gd name="connsiteX72" fmla="*/ 3565233 w 9662615"/>
              <a:gd name="connsiteY72" fmla="*/ 1515122 h 1596499"/>
              <a:gd name="connsiteX73" fmla="*/ 3560267 w 9662615"/>
              <a:gd name="connsiteY73" fmla="*/ 1516288 h 1596499"/>
              <a:gd name="connsiteX74" fmla="*/ 3540258 w 9662615"/>
              <a:gd name="connsiteY74" fmla="*/ 1516976 h 1596499"/>
              <a:gd name="connsiteX75" fmla="*/ 3534780 w 9662615"/>
              <a:gd name="connsiteY75" fmla="*/ 1522141 h 1596499"/>
              <a:gd name="connsiteX76" fmla="*/ 3504783 w 9662615"/>
              <a:gd name="connsiteY76" fmla="*/ 1526739 h 1596499"/>
              <a:gd name="connsiteX77" fmla="*/ 3430805 w 9662615"/>
              <a:gd name="connsiteY77" fmla="*/ 1542521 h 1596499"/>
              <a:gd name="connsiteX78" fmla="*/ 3292707 w 9662615"/>
              <a:gd name="connsiteY78" fmla="*/ 1520490 h 1596499"/>
              <a:gd name="connsiteX79" fmla="*/ 3187872 w 9662615"/>
              <a:gd name="connsiteY79" fmla="*/ 1519991 h 1596499"/>
              <a:gd name="connsiteX80" fmla="*/ 3148026 w 9662615"/>
              <a:gd name="connsiteY80" fmla="*/ 1524777 h 1596499"/>
              <a:gd name="connsiteX81" fmla="*/ 3092394 w 9662615"/>
              <a:gd name="connsiteY81" fmla="*/ 1528115 h 1596499"/>
              <a:gd name="connsiteX82" fmla="*/ 2994200 w 9662615"/>
              <a:gd name="connsiteY82" fmla="*/ 1537857 h 1596499"/>
              <a:gd name="connsiteX83" fmla="*/ 2862301 w 9662615"/>
              <a:gd name="connsiteY83" fmla="*/ 1544250 h 1596499"/>
              <a:gd name="connsiteX84" fmla="*/ 2766335 w 9662615"/>
              <a:gd name="connsiteY84" fmla="*/ 1527662 h 1596499"/>
              <a:gd name="connsiteX85" fmla="*/ 2757836 w 9662615"/>
              <a:gd name="connsiteY85" fmla="*/ 1531371 h 1596499"/>
              <a:gd name="connsiteX86" fmla="*/ 2691555 w 9662615"/>
              <a:gd name="connsiteY86" fmla="*/ 1530283 h 1596499"/>
              <a:gd name="connsiteX87" fmla="*/ 2491676 w 9662615"/>
              <a:gd name="connsiteY87" fmla="*/ 1500859 h 1596499"/>
              <a:gd name="connsiteX88" fmla="*/ 2378036 w 9662615"/>
              <a:gd name="connsiteY88" fmla="*/ 1520645 h 1596499"/>
              <a:gd name="connsiteX89" fmla="*/ 2284269 w 9662615"/>
              <a:gd name="connsiteY89" fmla="*/ 1503068 h 1596499"/>
              <a:gd name="connsiteX90" fmla="*/ 2207104 w 9662615"/>
              <a:gd name="connsiteY90" fmla="*/ 1508888 h 1596499"/>
              <a:gd name="connsiteX91" fmla="*/ 2149226 w 9662615"/>
              <a:gd name="connsiteY91" fmla="*/ 1523409 h 1596499"/>
              <a:gd name="connsiteX92" fmla="*/ 2084783 w 9662615"/>
              <a:gd name="connsiteY92" fmla="*/ 1524245 h 1596499"/>
              <a:gd name="connsiteX93" fmla="*/ 2070075 w 9662615"/>
              <a:gd name="connsiteY93" fmla="*/ 1511285 h 1596499"/>
              <a:gd name="connsiteX94" fmla="*/ 2001057 w 9662615"/>
              <a:gd name="connsiteY94" fmla="*/ 1516449 h 1596499"/>
              <a:gd name="connsiteX95" fmla="*/ 1896330 w 9662615"/>
              <a:gd name="connsiteY95" fmla="*/ 1525725 h 1596499"/>
              <a:gd name="connsiteX96" fmla="*/ 1835994 w 9662615"/>
              <a:gd name="connsiteY96" fmla="*/ 1527678 h 1596499"/>
              <a:gd name="connsiteX97" fmla="*/ 1671119 w 9662615"/>
              <a:gd name="connsiteY97" fmla="*/ 1536701 h 1596499"/>
              <a:gd name="connsiteX98" fmla="*/ 1601337 w 9662615"/>
              <a:gd name="connsiteY98" fmla="*/ 1548552 h 1596499"/>
              <a:gd name="connsiteX99" fmla="*/ 1407755 w 9662615"/>
              <a:gd name="connsiteY99" fmla="*/ 1571444 h 1596499"/>
              <a:gd name="connsiteX100" fmla="*/ 1271994 w 9662615"/>
              <a:gd name="connsiteY100" fmla="*/ 1579471 h 1596499"/>
              <a:gd name="connsiteX101" fmla="*/ 1249226 w 9662615"/>
              <a:gd name="connsiteY101" fmla="*/ 1583140 h 1596499"/>
              <a:gd name="connsiteX102" fmla="*/ 1217719 w 9662615"/>
              <a:gd name="connsiteY102" fmla="*/ 1580863 h 1596499"/>
              <a:gd name="connsiteX103" fmla="*/ 1091432 w 9662615"/>
              <a:gd name="connsiteY103" fmla="*/ 1571003 h 1596499"/>
              <a:gd name="connsiteX104" fmla="*/ 992039 w 9662615"/>
              <a:gd name="connsiteY104" fmla="*/ 1556662 h 1596499"/>
              <a:gd name="connsiteX105" fmla="*/ 868264 w 9662615"/>
              <a:gd name="connsiteY105" fmla="*/ 1566392 h 1596499"/>
              <a:gd name="connsiteX106" fmla="*/ 792765 w 9662615"/>
              <a:gd name="connsiteY106" fmla="*/ 1563102 h 1596499"/>
              <a:gd name="connsiteX107" fmla="*/ 669055 w 9662615"/>
              <a:gd name="connsiteY107" fmla="*/ 1543638 h 1596499"/>
              <a:gd name="connsiteX108" fmla="*/ 506152 w 9662615"/>
              <a:gd name="connsiteY108" fmla="*/ 1549124 h 1596499"/>
              <a:gd name="connsiteX109" fmla="*/ 472797 w 9662615"/>
              <a:gd name="connsiteY109" fmla="*/ 1568904 h 1596499"/>
              <a:gd name="connsiteX110" fmla="*/ 427864 w 9662615"/>
              <a:gd name="connsiteY110" fmla="*/ 1580848 h 1596499"/>
              <a:gd name="connsiteX111" fmla="*/ 408381 w 9662615"/>
              <a:gd name="connsiteY111" fmla="*/ 1552940 h 1596499"/>
              <a:gd name="connsiteX112" fmla="*/ 267163 w 9662615"/>
              <a:gd name="connsiteY112" fmla="*/ 1531913 h 1596499"/>
              <a:gd name="connsiteX113" fmla="*/ 196644 w 9662615"/>
              <a:gd name="connsiteY113" fmla="*/ 1524565 h 1596499"/>
              <a:gd name="connsiteX114" fmla="*/ 86819 w 9662615"/>
              <a:gd name="connsiteY114" fmla="*/ 1519517 h 1596499"/>
              <a:gd name="connsiteX115" fmla="*/ 53369 w 9662615"/>
              <a:gd name="connsiteY115" fmla="*/ 1516853 h 1596499"/>
              <a:gd name="connsiteX116" fmla="*/ 2359 w 9662615"/>
              <a:gd name="connsiteY116" fmla="*/ 1515247 h 1596499"/>
              <a:gd name="connsiteX117" fmla="*/ 0 w 9662615"/>
              <a:gd name="connsiteY117" fmla="*/ 1514932 h 1596499"/>
              <a:gd name="connsiteX118" fmla="*/ 0 w 9662615"/>
              <a:gd name="connsiteY118" fmla="*/ 0 h 1596499"/>
              <a:gd name="connsiteX0" fmla="*/ 0 w 9662615"/>
              <a:gd name="connsiteY0" fmla="*/ 0 h 1600474"/>
              <a:gd name="connsiteX1" fmla="*/ 9662615 w 9662615"/>
              <a:gd name="connsiteY1" fmla="*/ 0 h 1600474"/>
              <a:gd name="connsiteX2" fmla="*/ 9662615 w 9662615"/>
              <a:gd name="connsiteY2" fmla="*/ 1280346 h 1600474"/>
              <a:gd name="connsiteX3" fmla="*/ 9658420 w 9662615"/>
              <a:gd name="connsiteY3" fmla="*/ 1280106 h 1600474"/>
              <a:gd name="connsiteX4" fmla="*/ 9469546 w 9662615"/>
              <a:gd name="connsiteY4" fmla="*/ 1289837 h 1600474"/>
              <a:gd name="connsiteX5" fmla="*/ 9385895 w 9662615"/>
              <a:gd name="connsiteY5" fmla="*/ 1269203 h 1600474"/>
              <a:gd name="connsiteX6" fmla="*/ 9144767 w 9662615"/>
              <a:gd name="connsiteY6" fmla="*/ 1264120 h 1600474"/>
              <a:gd name="connsiteX7" fmla="*/ 8837252 w 9662615"/>
              <a:gd name="connsiteY7" fmla="*/ 1350515 h 1600474"/>
              <a:gd name="connsiteX8" fmla="*/ 8705466 w 9662615"/>
              <a:gd name="connsiteY8" fmla="*/ 1342419 h 1600474"/>
              <a:gd name="connsiteX9" fmla="*/ 8652221 w 9662615"/>
              <a:gd name="connsiteY9" fmla="*/ 1326906 h 1600474"/>
              <a:gd name="connsiteX10" fmla="*/ 8632312 w 9662615"/>
              <a:gd name="connsiteY10" fmla="*/ 1326025 h 1600474"/>
              <a:gd name="connsiteX11" fmla="*/ 8591582 w 9662615"/>
              <a:gd name="connsiteY11" fmla="*/ 1341666 h 1600474"/>
              <a:gd name="connsiteX12" fmla="*/ 8537336 w 9662615"/>
              <a:gd name="connsiteY12" fmla="*/ 1341684 h 1600474"/>
              <a:gd name="connsiteX13" fmla="*/ 8472508 w 9662615"/>
              <a:gd name="connsiteY13" fmla="*/ 1363109 h 1600474"/>
              <a:gd name="connsiteX14" fmla="*/ 8258477 w 9662615"/>
              <a:gd name="connsiteY14" fmla="*/ 1370666 h 1600474"/>
              <a:gd name="connsiteX15" fmla="*/ 8197961 w 9662615"/>
              <a:gd name="connsiteY15" fmla="*/ 1392804 h 1600474"/>
              <a:gd name="connsiteX16" fmla="*/ 8171196 w 9662615"/>
              <a:gd name="connsiteY16" fmla="*/ 1397216 h 1600474"/>
              <a:gd name="connsiteX17" fmla="*/ 8127667 w 9662615"/>
              <a:gd name="connsiteY17" fmla="*/ 1418254 h 1600474"/>
              <a:gd name="connsiteX18" fmla="*/ 7974579 w 9662615"/>
              <a:gd name="connsiteY18" fmla="*/ 1383439 h 1600474"/>
              <a:gd name="connsiteX19" fmla="*/ 7768351 w 9662615"/>
              <a:gd name="connsiteY19" fmla="*/ 1395051 h 1600474"/>
              <a:gd name="connsiteX20" fmla="*/ 7635985 w 9662615"/>
              <a:gd name="connsiteY20" fmla="*/ 1386363 h 1600474"/>
              <a:gd name="connsiteX21" fmla="*/ 7466069 w 9662615"/>
              <a:gd name="connsiteY21" fmla="*/ 1377654 h 1600474"/>
              <a:gd name="connsiteX22" fmla="*/ 7355642 w 9662615"/>
              <a:gd name="connsiteY22" fmla="*/ 1407761 h 1600474"/>
              <a:gd name="connsiteX23" fmla="*/ 7151610 w 9662615"/>
              <a:gd name="connsiteY23" fmla="*/ 1397856 h 1600474"/>
              <a:gd name="connsiteX24" fmla="*/ 7082147 w 9662615"/>
              <a:gd name="connsiteY24" fmla="*/ 1406113 h 1600474"/>
              <a:gd name="connsiteX25" fmla="*/ 7014958 w 9662615"/>
              <a:gd name="connsiteY25" fmla="*/ 1396883 h 1600474"/>
              <a:gd name="connsiteX26" fmla="*/ 6907567 w 9662615"/>
              <a:gd name="connsiteY26" fmla="*/ 1419149 h 1600474"/>
              <a:gd name="connsiteX27" fmla="*/ 6748428 w 9662615"/>
              <a:gd name="connsiteY27" fmla="*/ 1420308 h 1600474"/>
              <a:gd name="connsiteX28" fmla="*/ 6654257 w 9662615"/>
              <a:gd name="connsiteY28" fmla="*/ 1424143 h 1600474"/>
              <a:gd name="connsiteX29" fmla="*/ 6620123 w 9662615"/>
              <a:gd name="connsiteY29" fmla="*/ 1430535 h 1600474"/>
              <a:gd name="connsiteX30" fmla="*/ 6571355 w 9662615"/>
              <a:gd name="connsiteY30" fmla="*/ 1436144 h 1600474"/>
              <a:gd name="connsiteX31" fmla="*/ 6486557 w 9662615"/>
              <a:gd name="connsiteY31" fmla="*/ 1449861 h 1600474"/>
              <a:gd name="connsiteX32" fmla="*/ 6370419 w 9662615"/>
              <a:gd name="connsiteY32" fmla="*/ 1461649 h 1600474"/>
              <a:gd name="connsiteX33" fmla="*/ 6278839 w 9662615"/>
              <a:gd name="connsiteY33" fmla="*/ 1449160 h 1600474"/>
              <a:gd name="connsiteX34" fmla="*/ 6272455 w 9662615"/>
              <a:gd name="connsiteY34" fmla="*/ 1453191 h 1600474"/>
              <a:gd name="connsiteX35" fmla="*/ 6212659 w 9662615"/>
              <a:gd name="connsiteY35" fmla="*/ 1454850 h 1600474"/>
              <a:gd name="connsiteX36" fmla="*/ 6069317 w 9662615"/>
              <a:gd name="connsiteY36" fmla="*/ 1445838 h 1600474"/>
              <a:gd name="connsiteX37" fmla="*/ 5878477 w 9662615"/>
              <a:gd name="connsiteY37" fmla="*/ 1439180 h 1600474"/>
              <a:gd name="connsiteX38" fmla="*/ 5838387 w 9662615"/>
              <a:gd name="connsiteY38" fmla="*/ 1444679 h 1600474"/>
              <a:gd name="connsiteX39" fmla="*/ 5771136 w 9662615"/>
              <a:gd name="connsiteY39" fmla="*/ 1453639 h 1600474"/>
              <a:gd name="connsiteX40" fmla="*/ 5724081 w 9662615"/>
              <a:gd name="connsiteY40" fmla="*/ 1470431 h 1600474"/>
              <a:gd name="connsiteX41" fmla="*/ 5666577 w 9662615"/>
              <a:gd name="connsiteY41" fmla="*/ 1473921 h 1600474"/>
              <a:gd name="connsiteX42" fmla="*/ 5649068 w 9662615"/>
              <a:gd name="connsiteY42" fmla="*/ 1461676 h 1600474"/>
              <a:gd name="connsiteX43" fmla="*/ 5588902 w 9662615"/>
              <a:gd name="connsiteY43" fmla="*/ 1469647 h 1600474"/>
              <a:gd name="connsiteX44" fmla="*/ 5498090 w 9662615"/>
              <a:gd name="connsiteY44" fmla="*/ 1483173 h 1600474"/>
              <a:gd name="connsiteX45" fmla="*/ 5444641 w 9662615"/>
              <a:gd name="connsiteY45" fmla="*/ 1487602 h 1600474"/>
              <a:gd name="connsiteX46" fmla="*/ 5299812 w 9662615"/>
              <a:gd name="connsiteY46" fmla="*/ 1503362 h 1600474"/>
              <a:gd name="connsiteX47" fmla="*/ 5213947 w 9662615"/>
              <a:gd name="connsiteY47" fmla="*/ 1516637 h 1600474"/>
              <a:gd name="connsiteX48" fmla="*/ 5090342 w 9662615"/>
              <a:gd name="connsiteY48" fmla="*/ 1546680 h 1600474"/>
              <a:gd name="connsiteX49" fmla="*/ 5129812 w 9662615"/>
              <a:gd name="connsiteY49" fmla="*/ 1521277 h 1600474"/>
              <a:gd name="connsiteX50" fmla="*/ 5059484 w 9662615"/>
              <a:gd name="connsiteY50" fmla="*/ 1546802 h 1600474"/>
              <a:gd name="connsiteX51" fmla="*/ 5038524 w 9662615"/>
              <a:gd name="connsiteY51" fmla="*/ 1545675 h 1600474"/>
              <a:gd name="connsiteX52" fmla="*/ 5026564 w 9662615"/>
              <a:gd name="connsiteY52" fmla="*/ 1545376 h 1600474"/>
              <a:gd name="connsiteX53" fmla="*/ 4969433 w 9662615"/>
              <a:gd name="connsiteY53" fmla="*/ 1550865 h 1600474"/>
              <a:gd name="connsiteX54" fmla="*/ 4929254 w 9662615"/>
              <a:gd name="connsiteY54" fmla="*/ 1563452 h 1600474"/>
              <a:gd name="connsiteX55" fmla="*/ 4871726 w 9662615"/>
              <a:gd name="connsiteY55" fmla="*/ 1570584 h 1600474"/>
              <a:gd name="connsiteX56" fmla="*/ 4843267 w 9662615"/>
              <a:gd name="connsiteY56" fmla="*/ 1561459 h 1600474"/>
              <a:gd name="connsiteX57" fmla="*/ 4821058 w 9662615"/>
              <a:gd name="connsiteY57" fmla="*/ 1553078 h 1600474"/>
              <a:gd name="connsiteX58" fmla="*/ 4791466 w 9662615"/>
              <a:gd name="connsiteY58" fmla="*/ 1561324 h 1600474"/>
              <a:gd name="connsiteX59" fmla="*/ 4784247 w 9662615"/>
              <a:gd name="connsiteY59" fmla="*/ 1562342 h 1600474"/>
              <a:gd name="connsiteX60" fmla="*/ 4739309 w 9662615"/>
              <a:gd name="connsiteY60" fmla="*/ 1553948 h 1600474"/>
              <a:gd name="connsiteX61" fmla="*/ 4697562 w 9662615"/>
              <a:gd name="connsiteY61" fmla="*/ 1551206 h 1600474"/>
              <a:gd name="connsiteX62" fmla="*/ 4650737 w 9662615"/>
              <a:gd name="connsiteY62" fmla="*/ 1537381 h 1600474"/>
              <a:gd name="connsiteX63" fmla="*/ 4583150 w 9662615"/>
              <a:gd name="connsiteY63" fmla="*/ 1529064 h 1600474"/>
              <a:gd name="connsiteX64" fmla="*/ 4521734 w 9662615"/>
              <a:gd name="connsiteY64" fmla="*/ 1529359 h 1600474"/>
              <a:gd name="connsiteX65" fmla="*/ 4382398 w 9662615"/>
              <a:gd name="connsiteY65" fmla="*/ 1534108 h 1600474"/>
              <a:gd name="connsiteX66" fmla="*/ 4221826 w 9662615"/>
              <a:gd name="connsiteY66" fmla="*/ 1500972 h 1600474"/>
              <a:gd name="connsiteX67" fmla="*/ 4096601 w 9662615"/>
              <a:gd name="connsiteY67" fmla="*/ 1521563 h 1600474"/>
              <a:gd name="connsiteX68" fmla="*/ 4046172 w 9662615"/>
              <a:gd name="connsiteY68" fmla="*/ 1600474 h 1600474"/>
              <a:gd name="connsiteX69" fmla="*/ 3833906 w 9662615"/>
              <a:gd name="connsiteY69" fmla="*/ 1516637 h 1600474"/>
              <a:gd name="connsiteX70" fmla="*/ 3696258 w 9662615"/>
              <a:gd name="connsiteY70" fmla="*/ 1537563 h 1600474"/>
              <a:gd name="connsiteX71" fmla="*/ 3594070 w 9662615"/>
              <a:gd name="connsiteY71" fmla="*/ 1509422 h 1600474"/>
              <a:gd name="connsiteX72" fmla="*/ 3565233 w 9662615"/>
              <a:gd name="connsiteY72" fmla="*/ 1515122 h 1600474"/>
              <a:gd name="connsiteX73" fmla="*/ 3560267 w 9662615"/>
              <a:gd name="connsiteY73" fmla="*/ 1516288 h 1600474"/>
              <a:gd name="connsiteX74" fmla="*/ 3540258 w 9662615"/>
              <a:gd name="connsiteY74" fmla="*/ 1516976 h 1600474"/>
              <a:gd name="connsiteX75" fmla="*/ 3534780 w 9662615"/>
              <a:gd name="connsiteY75" fmla="*/ 1522141 h 1600474"/>
              <a:gd name="connsiteX76" fmla="*/ 3504783 w 9662615"/>
              <a:gd name="connsiteY76" fmla="*/ 1526739 h 1600474"/>
              <a:gd name="connsiteX77" fmla="*/ 3430805 w 9662615"/>
              <a:gd name="connsiteY77" fmla="*/ 1542521 h 1600474"/>
              <a:gd name="connsiteX78" fmla="*/ 3292707 w 9662615"/>
              <a:gd name="connsiteY78" fmla="*/ 1520490 h 1600474"/>
              <a:gd name="connsiteX79" fmla="*/ 3187872 w 9662615"/>
              <a:gd name="connsiteY79" fmla="*/ 1519991 h 1600474"/>
              <a:gd name="connsiteX80" fmla="*/ 3148026 w 9662615"/>
              <a:gd name="connsiteY80" fmla="*/ 1524777 h 1600474"/>
              <a:gd name="connsiteX81" fmla="*/ 3092394 w 9662615"/>
              <a:gd name="connsiteY81" fmla="*/ 1528115 h 1600474"/>
              <a:gd name="connsiteX82" fmla="*/ 2994200 w 9662615"/>
              <a:gd name="connsiteY82" fmla="*/ 1537857 h 1600474"/>
              <a:gd name="connsiteX83" fmla="*/ 2862301 w 9662615"/>
              <a:gd name="connsiteY83" fmla="*/ 1544250 h 1600474"/>
              <a:gd name="connsiteX84" fmla="*/ 2766335 w 9662615"/>
              <a:gd name="connsiteY84" fmla="*/ 1527662 h 1600474"/>
              <a:gd name="connsiteX85" fmla="*/ 2757836 w 9662615"/>
              <a:gd name="connsiteY85" fmla="*/ 1531371 h 1600474"/>
              <a:gd name="connsiteX86" fmla="*/ 2691555 w 9662615"/>
              <a:gd name="connsiteY86" fmla="*/ 1530283 h 1600474"/>
              <a:gd name="connsiteX87" fmla="*/ 2491676 w 9662615"/>
              <a:gd name="connsiteY87" fmla="*/ 1500859 h 1600474"/>
              <a:gd name="connsiteX88" fmla="*/ 2378036 w 9662615"/>
              <a:gd name="connsiteY88" fmla="*/ 1520645 h 1600474"/>
              <a:gd name="connsiteX89" fmla="*/ 2284269 w 9662615"/>
              <a:gd name="connsiteY89" fmla="*/ 1503068 h 1600474"/>
              <a:gd name="connsiteX90" fmla="*/ 2207104 w 9662615"/>
              <a:gd name="connsiteY90" fmla="*/ 1508888 h 1600474"/>
              <a:gd name="connsiteX91" fmla="*/ 2149226 w 9662615"/>
              <a:gd name="connsiteY91" fmla="*/ 1523409 h 1600474"/>
              <a:gd name="connsiteX92" fmla="*/ 2084783 w 9662615"/>
              <a:gd name="connsiteY92" fmla="*/ 1524245 h 1600474"/>
              <a:gd name="connsiteX93" fmla="*/ 2070075 w 9662615"/>
              <a:gd name="connsiteY93" fmla="*/ 1511285 h 1600474"/>
              <a:gd name="connsiteX94" fmla="*/ 2001057 w 9662615"/>
              <a:gd name="connsiteY94" fmla="*/ 1516449 h 1600474"/>
              <a:gd name="connsiteX95" fmla="*/ 1896330 w 9662615"/>
              <a:gd name="connsiteY95" fmla="*/ 1525725 h 1600474"/>
              <a:gd name="connsiteX96" fmla="*/ 1835994 w 9662615"/>
              <a:gd name="connsiteY96" fmla="*/ 1527678 h 1600474"/>
              <a:gd name="connsiteX97" fmla="*/ 1671119 w 9662615"/>
              <a:gd name="connsiteY97" fmla="*/ 1536701 h 1600474"/>
              <a:gd name="connsiteX98" fmla="*/ 1601337 w 9662615"/>
              <a:gd name="connsiteY98" fmla="*/ 1548552 h 1600474"/>
              <a:gd name="connsiteX99" fmla="*/ 1407755 w 9662615"/>
              <a:gd name="connsiteY99" fmla="*/ 1571444 h 1600474"/>
              <a:gd name="connsiteX100" fmla="*/ 1271994 w 9662615"/>
              <a:gd name="connsiteY100" fmla="*/ 1579471 h 1600474"/>
              <a:gd name="connsiteX101" fmla="*/ 1249226 w 9662615"/>
              <a:gd name="connsiteY101" fmla="*/ 1583140 h 1600474"/>
              <a:gd name="connsiteX102" fmla="*/ 1217719 w 9662615"/>
              <a:gd name="connsiteY102" fmla="*/ 1580863 h 1600474"/>
              <a:gd name="connsiteX103" fmla="*/ 1091432 w 9662615"/>
              <a:gd name="connsiteY103" fmla="*/ 1571003 h 1600474"/>
              <a:gd name="connsiteX104" fmla="*/ 992039 w 9662615"/>
              <a:gd name="connsiteY104" fmla="*/ 1556662 h 1600474"/>
              <a:gd name="connsiteX105" fmla="*/ 868264 w 9662615"/>
              <a:gd name="connsiteY105" fmla="*/ 1566392 h 1600474"/>
              <a:gd name="connsiteX106" fmla="*/ 792765 w 9662615"/>
              <a:gd name="connsiteY106" fmla="*/ 1563102 h 1600474"/>
              <a:gd name="connsiteX107" fmla="*/ 669055 w 9662615"/>
              <a:gd name="connsiteY107" fmla="*/ 1543638 h 1600474"/>
              <a:gd name="connsiteX108" fmla="*/ 506152 w 9662615"/>
              <a:gd name="connsiteY108" fmla="*/ 1549124 h 1600474"/>
              <a:gd name="connsiteX109" fmla="*/ 472797 w 9662615"/>
              <a:gd name="connsiteY109" fmla="*/ 1568904 h 1600474"/>
              <a:gd name="connsiteX110" fmla="*/ 427864 w 9662615"/>
              <a:gd name="connsiteY110" fmla="*/ 1580848 h 1600474"/>
              <a:gd name="connsiteX111" fmla="*/ 408381 w 9662615"/>
              <a:gd name="connsiteY111" fmla="*/ 1552940 h 1600474"/>
              <a:gd name="connsiteX112" fmla="*/ 267163 w 9662615"/>
              <a:gd name="connsiteY112" fmla="*/ 1531913 h 1600474"/>
              <a:gd name="connsiteX113" fmla="*/ 196644 w 9662615"/>
              <a:gd name="connsiteY113" fmla="*/ 1524565 h 1600474"/>
              <a:gd name="connsiteX114" fmla="*/ 86819 w 9662615"/>
              <a:gd name="connsiteY114" fmla="*/ 1519517 h 1600474"/>
              <a:gd name="connsiteX115" fmla="*/ 53369 w 9662615"/>
              <a:gd name="connsiteY115" fmla="*/ 1516853 h 1600474"/>
              <a:gd name="connsiteX116" fmla="*/ 2359 w 9662615"/>
              <a:gd name="connsiteY116" fmla="*/ 1515247 h 1600474"/>
              <a:gd name="connsiteX117" fmla="*/ 0 w 9662615"/>
              <a:gd name="connsiteY117" fmla="*/ 1514932 h 1600474"/>
              <a:gd name="connsiteX118" fmla="*/ 0 w 9662615"/>
              <a:gd name="connsiteY118" fmla="*/ 0 h 1600474"/>
              <a:gd name="connsiteX0" fmla="*/ 0 w 9662615"/>
              <a:gd name="connsiteY0" fmla="*/ 0 h 1679987"/>
              <a:gd name="connsiteX1" fmla="*/ 9662615 w 9662615"/>
              <a:gd name="connsiteY1" fmla="*/ 0 h 1679987"/>
              <a:gd name="connsiteX2" fmla="*/ 9662615 w 9662615"/>
              <a:gd name="connsiteY2" fmla="*/ 1280346 h 1679987"/>
              <a:gd name="connsiteX3" fmla="*/ 9658420 w 9662615"/>
              <a:gd name="connsiteY3" fmla="*/ 1280106 h 1679987"/>
              <a:gd name="connsiteX4" fmla="*/ 9469546 w 9662615"/>
              <a:gd name="connsiteY4" fmla="*/ 1289837 h 1679987"/>
              <a:gd name="connsiteX5" fmla="*/ 9385895 w 9662615"/>
              <a:gd name="connsiteY5" fmla="*/ 1269203 h 1679987"/>
              <a:gd name="connsiteX6" fmla="*/ 9144767 w 9662615"/>
              <a:gd name="connsiteY6" fmla="*/ 1264120 h 1679987"/>
              <a:gd name="connsiteX7" fmla="*/ 8837252 w 9662615"/>
              <a:gd name="connsiteY7" fmla="*/ 1350515 h 1679987"/>
              <a:gd name="connsiteX8" fmla="*/ 8705466 w 9662615"/>
              <a:gd name="connsiteY8" fmla="*/ 1342419 h 1679987"/>
              <a:gd name="connsiteX9" fmla="*/ 8652221 w 9662615"/>
              <a:gd name="connsiteY9" fmla="*/ 1326906 h 1679987"/>
              <a:gd name="connsiteX10" fmla="*/ 8632312 w 9662615"/>
              <a:gd name="connsiteY10" fmla="*/ 1326025 h 1679987"/>
              <a:gd name="connsiteX11" fmla="*/ 8591582 w 9662615"/>
              <a:gd name="connsiteY11" fmla="*/ 1341666 h 1679987"/>
              <a:gd name="connsiteX12" fmla="*/ 8537336 w 9662615"/>
              <a:gd name="connsiteY12" fmla="*/ 1341684 h 1679987"/>
              <a:gd name="connsiteX13" fmla="*/ 8472508 w 9662615"/>
              <a:gd name="connsiteY13" fmla="*/ 1363109 h 1679987"/>
              <a:gd name="connsiteX14" fmla="*/ 8258477 w 9662615"/>
              <a:gd name="connsiteY14" fmla="*/ 1370666 h 1679987"/>
              <a:gd name="connsiteX15" fmla="*/ 8197961 w 9662615"/>
              <a:gd name="connsiteY15" fmla="*/ 1392804 h 1679987"/>
              <a:gd name="connsiteX16" fmla="*/ 8171196 w 9662615"/>
              <a:gd name="connsiteY16" fmla="*/ 1397216 h 1679987"/>
              <a:gd name="connsiteX17" fmla="*/ 8127667 w 9662615"/>
              <a:gd name="connsiteY17" fmla="*/ 1418254 h 1679987"/>
              <a:gd name="connsiteX18" fmla="*/ 7974579 w 9662615"/>
              <a:gd name="connsiteY18" fmla="*/ 1383439 h 1679987"/>
              <a:gd name="connsiteX19" fmla="*/ 7768351 w 9662615"/>
              <a:gd name="connsiteY19" fmla="*/ 1395051 h 1679987"/>
              <a:gd name="connsiteX20" fmla="*/ 7635985 w 9662615"/>
              <a:gd name="connsiteY20" fmla="*/ 1386363 h 1679987"/>
              <a:gd name="connsiteX21" fmla="*/ 7466069 w 9662615"/>
              <a:gd name="connsiteY21" fmla="*/ 1377654 h 1679987"/>
              <a:gd name="connsiteX22" fmla="*/ 7355642 w 9662615"/>
              <a:gd name="connsiteY22" fmla="*/ 1407761 h 1679987"/>
              <a:gd name="connsiteX23" fmla="*/ 7151610 w 9662615"/>
              <a:gd name="connsiteY23" fmla="*/ 1397856 h 1679987"/>
              <a:gd name="connsiteX24" fmla="*/ 7082147 w 9662615"/>
              <a:gd name="connsiteY24" fmla="*/ 1406113 h 1679987"/>
              <a:gd name="connsiteX25" fmla="*/ 7014958 w 9662615"/>
              <a:gd name="connsiteY25" fmla="*/ 1396883 h 1679987"/>
              <a:gd name="connsiteX26" fmla="*/ 6907567 w 9662615"/>
              <a:gd name="connsiteY26" fmla="*/ 1419149 h 1679987"/>
              <a:gd name="connsiteX27" fmla="*/ 6748428 w 9662615"/>
              <a:gd name="connsiteY27" fmla="*/ 1420308 h 1679987"/>
              <a:gd name="connsiteX28" fmla="*/ 6654257 w 9662615"/>
              <a:gd name="connsiteY28" fmla="*/ 1424143 h 1679987"/>
              <a:gd name="connsiteX29" fmla="*/ 6620123 w 9662615"/>
              <a:gd name="connsiteY29" fmla="*/ 1430535 h 1679987"/>
              <a:gd name="connsiteX30" fmla="*/ 6571355 w 9662615"/>
              <a:gd name="connsiteY30" fmla="*/ 1436144 h 1679987"/>
              <a:gd name="connsiteX31" fmla="*/ 6486557 w 9662615"/>
              <a:gd name="connsiteY31" fmla="*/ 1449861 h 1679987"/>
              <a:gd name="connsiteX32" fmla="*/ 6370419 w 9662615"/>
              <a:gd name="connsiteY32" fmla="*/ 1461649 h 1679987"/>
              <a:gd name="connsiteX33" fmla="*/ 6278839 w 9662615"/>
              <a:gd name="connsiteY33" fmla="*/ 1449160 h 1679987"/>
              <a:gd name="connsiteX34" fmla="*/ 6272455 w 9662615"/>
              <a:gd name="connsiteY34" fmla="*/ 1453191 h 1679987"/>
              <a:gd name="connsiteX35" fmla="*/ 6212659 w 9662615"/>
              <a:gd name="connsiteY35" fmla="*/ 1454850 h 1679987"/>
              <a:gd name="connsiteX36" fmla="*/ 6069317 w 9662615"/>
              <a:gd name="connsiteY36" fmla="*/ 1445838 h 1679987"/>
              <a:gd name="connsiteX37" fmla="*/ 5878477 w 9662615"/>
              <a:gd name="connsiteY37" fmla="*/ 1439180 h 1679987"/>
              <a:gd name="connsiteX38" fmla="*/ 5838387 w 9662615"/>
              <a:gd name="connsiteY38" fmla="*/ 1444679 h 1679987"/>
              <a:gd name="connsiteX39" fmla="*/ 5771136 w 9662615"/>
              <a:gd name="connsiteY39" fmla="*/ 1453639 h 1679987"/>
              <a:gd name="connsiteX40" fmla="*/ 5724081 w 9662615"/>
              <a:gd name="connsiteY40" fmla="*/ 1470431 h 1679987"/>
              <a:gd name="connsiteX41" fmla="*/ 5666577 w 9662615"/>
              <a:gd name="connsiteY41" fmla="*/ 1473921 h 1679987"/>
              <a:gd name="connsiteX42" fmla="*/ 5649068 w 9662615"/>
              <a:gd name="connsiteY42" fmla="*/ 1461676 h 1679987"/>
              <a:gd name="connsiteX43" fmla="*/ 5588902 w 9662615"/>
              <a:gd name="connsiteY43" fmla="*/ 1469647 h 1679987"/>
              <a:gd name="connsiteX44" fmla="*/ 5498090 w 9662615"/>
              <a:gd name="connsiteY44" fmla="*/ 1483173 h 1679987"/>
              <a:gd name="connsiteX45" fmla="*/ 5444641 w 9662615"/>
              <a:gd name="connsiteY45" fmla="*/ 1487602 h 1679987"/>
              <a:gd name="connsiteX46" fmla="*/ 5299812 w 9662615"/>
              <a:gd name="connsiteY46" fmla="*/ 1503362 h 1679987"/>
              <a:gd name="connsiteX47" fmla="*/ 5213947 w 9662615"/>
              <a:gd name="connsiteY47" fmla="*/ 1516637 h 1679987"/>
              <a:gd name="connsiteX48" fmla="*/ 5090342 w 9662615"/>
              <a:gd name="connsiteY48" fmla="*/ 1546680 h 1679987"/>
              <a:gd name="connsiteX49" fmla="*/ 5129812 w 9662615"/>
              <a:gd name="connsiteY49" fmla="*/ 1521277 h 1679987"/>
              <a:gd name="connsiteX50" fmla="*/ 5059484 w 9662615"/>
              <a:gd name="connsiteY50" fmla="*/ 1546802 h 1679987"/>
              <a:gd name="connsiteX51" fmla="*/ 5038524 w 9662615"/>
              <a:gd name="connsiteY51" fmla="*/ 1545675 h 1679987"/>
              <a:gd name="connsiteX52" fmla="*/ 5026564 w 9662615"/>
              <a:gd name="connsiteY52" fmla="*/ 1545376 h 1679987"/>
              <a:gd name="connsiteX53" fmla="*/ 4969433 w 9662615"/>
              <a:gd name="connsiteY53" fmla="*/ 1550865 h 1679987"/>
              <a:gd name="connsiteX54" fmla="*/ 4929254 w 9662615"/>
              <a:gd name="connsiteY54" fmla="*/ 1563452 h 1679987"/>
              <a:gd name="connsiteX55" fmla="*/ 4871726 w 9662615"/>
              <a:gd name="connsiteY55" fmla="*/ 1570584 h 1679987"/>
              <a:gd name="connsiteX56" fmla="*/ 4843267 w 9662615"/>
              <a:gd name="connsiteY56" fmla="*/ 1561459 h 1679987"/>
              <a:gd name="connsiteX57" fmla="*/ 4821058 w 9662615"/>
              <a:gd name="connsiteY57" fmla="*/ 1553078 h 1679987"/>
              <a:gd name="connsiteX58" fmla="*/ 4791466 w 9662615"/>
              <a:gd name="connsiteY58" fmla="*/ 1561324 h 1679987"/>
              <a:gd name="connsiteX59" fmla="*/ 4784247 w 9662615"/>
              <a:gd name="connsiteY59" fmla="*/ 1562342 h 1679987"/>
              <a:gd name="connsiteX60" fmla="*/ 4739309 w 9662615"/>
              <a:gd name="connsiteY60" fmla="*/ 1553948 h 1679987"/>
              <a:gd name="connsiteX61" fmla="*/ 4697562 w 9662615"/>
              <a:gd name="connsiteY61" fmla="*/ 1551206 h 1679987"/>
              <a:gd name="connsiteX62" fmla="*/ 4650737 w 9662615"/>
              <a:gd name="connsiteY62" fmla="*/ 1537381 h 1679987"/>
              <a:gd name="connsiteX63" fmla="*/ 4583150 w 9662615"/>
              <a:gd name="connsiteY63" fmla="*/ 1529064 h 1679987"/>
              <a:gd name="connsiteX64" fmla="*/ 4521734 w 9662615"/>
              <a:gd name="connsiteY64" fmla="*/ 1529359 h 1679987"/>
              <a:gd name="connsiteX65" fmla="*/ 4382398 w 9662615"/>
              <a:gd name="connsiteY65" fmla="*/ 1534108 h 1679987"/>
              <a:gd name="connsiteX66" fmla="*/ 4221826 w 9662615"/>
              <a:gd name="connsiteY66" fmla="*/ 1500972 h 1679987"/>
              <a:gd name="connsiteX67" fmla="*/ 4096601 w 9662615"/>
              <a:gd name="connsiteY67" fmla="*/ 1521563 h 1679987"/>
              <a:gd name="connsiteX68" fmla="*/ 3879195 w 9662615"/>
              <a:gd name="connsiteY68" fmla="*/ 1679987 h 1679987"/>
              <a:gd name="connsiteX69" fmla="*/ 3833906 w 9662615"/>
              <a:gd name="connsiteY69" fmla="*/ 1516637 h 1679987"/>
              <a:gd name="connsiteX70" fmla="*/ 3696258 w 9662615"/>
              <a:gd name="connsiteY70" fmla="*/ 1537563 h 1679987"/>
              <a:gd name="connsiteX71" fmla="*/ 3594070 w 9662615"/>
              <a:gd name="connsiteY71" fmla="*/ 1509422 h 1679987"/>
              <a:gd name="connsiteX72" fmla="*/ 3565233 w 9662615"/>
              <a:gd name="connsiteY72" fmla="*/ 1515122 h 1679987"/>
              <a:gd name="connsiteX73" fmla="*/ 3560267 w 9662615"/>
              <a:gd name="connsiteY73" fmla="*/ 1516288 h 1679987"/>
              <a:gd name="connsiteX74" fmla="*/ 3540258 w 9662615"/>
              <a:gd name="connsiteY74" fmla="*/ 1516976 h 1679987"/>
              <a:gd name="connsiteX75" fmla="*/ 3534780 w 9662615"/>
              <a:gd name="connsiteY75" fmla="*/ 1522141 h 1679987"/>
              <a:gd name="connsiteX76" fmla="*/ 3504783 w 9662615"/>
              <a:gd name="connsiteY76" fmla="*/ 1526739 h 1679987"/>
              <a:gd name="connsiteX77" fmla="*/ 3430805 w 9662615"/>
              <a:gd name="connsiteY77" fmla="*/ 1542521 h 1679987"/>
              <a:gd name="connsiteX78" fmla="*/ 3292707 w 9662615"/>
              <a:gd name="connsiteY78" fmla="*/ 1520490 h 1679987"/>
              <a:gd name="connsiteX79" fmla="*/ 3187872 w 9662615"/>
              <a:gd name="connsiteY79" fmla="*/ 1519991 h 1679987"/>
              <a:gd name="connsiteX80" fmla="*/ 3148026 w 9662615"/>
              <a:gd name="connsiteY80" fmla="*/ 1524777 h 1679987"/>
              <a:gd name="connsiteX81" fmla="*/ 3092394 w 9662615"/>
              <a:gd name="connsiteY81" fmla="*/ 1528115 h 1679987"/>
              <a:gd name="connsiteX82" fmla="*/ 2994200 w 9662615"/>
              <a:gd name="connsiteY82" fmla="*/ 1537857 h 1679987"/>
              <a:gd name="connsiteX83" fmla="*/ 2862301 w 9662615"/>
              <a:gd name="connsiteY83" fmla="*/ 1544250 h 1679987"/>
              <a:gd name="connsiteX84" fmla="*/ 2766335 w 9662615"/>
              <a:gd name="connsiteY84" fmla="*/ 1527662 h 1679987"/>
              <a:gd name="connsiteX85" fmla="*/ 2757836 w 9662615"/>
              <a:gd name="connsiteY85" fmla="*/ 1531371 h 1679987"/>
              <a:gd name="connsiteX86" fmla="*/ 2691555 w 9662615"/>
              <a:gd name="connsiteY86" fmla="*/ 1530283 h 1679987"/>
              <a:gd name="connsiteX87" fmla="*/ 2491676 w 9662615"/>
              <a:gd name="connsiteY87" fmla="*/ 1500859 h 1679987"/>
              <a:gd name="connsiteX88" fmla="*/ 2378036 w 9662615"/>
              <a:gd name="connsiteY88" fmla="*/ 1520645 h 1679987"/>
              <a:gd name="connsiteX89" fmla="*/ 2284269 w 9662615"/>
              <a:gd name="connsiteY89" fmla="*/ 1503068 h 1679987"/>
              <a:gd name="connsiteX90" fmla="*/ 2207104 w 9662615"/>
              <a:gd name="connsiteY90" fmla="*/ 1508888 h 1679987"/>
              <a:gd name="connsiteX91" fmla="*/ 2149226 w 9662615"/>
              <a:gd name="connsiteY91" fmla="*/ 1523409 h 1679987"/>
              <a:gd name="connsiteX92" fmla="*/ 2084783 w 9662615"/>
              <a:gd name="connsiteY92" fmla="*/ 1524245 h 1679987"/>
              <a:gd name="connsiteX93" fmla="*/ 2070075 w 9662615"/>
              <a:gd name="connsiteY93" fmla="*/ 1511285 h 1679987"/>
              <a:gd name="connsiteX94" fmla="*/ 2001057 w 9662615"/>
              <a:gd name="connsiteY94" fmla="*/ 1516449 h 1679987"/>
              <a:gd name="connsiteX95" fmla="*/ 1896330 w 9662615"/>
              <a:gd name="connsiteY95" fmla="*/ 1525725 h 1679987"/>
              <a:gd name="connsiteX96" fmla="*/ 1835994 w 9662615"/>
              <a:gd name="connsiteY96" fmla="*/ 1527678 h 1679987"/>
              <a:gd name="connsiteX97" fmla="*/ 1671119 w 9662615"/>
              <a:gd name="connsiteY97" fmla="*/ 1536701 h 1679987"/>
              <a:gd name="connsiteX98" fmla="*/ 1601337 w 9662615"/>
              <a:gd name="connsiteY98" fmla="*/ 1548552 h 1679987"/>
              <a:gd name="connsiteX99" fmla="*/ 1407755 w 9662615"/>
              <a:gd name="connsiteY99" fmla="*/ 1571444 h 1679987"/>
              <a:gd name="connsiteX100" fmla="*/ 1271994 w 9662615"/>
              <a:gd name="connsiteY100" fmla="*/ 1579471 h 1679987"/>
              <a:gd name="connsiteX101" fmla="*/ 1249226 w 9662615"/>
              <a:gd name="connsiteY101" fmla="*/ 1583140 h 1679987"/>
              <a:gd name="connsiteX102" fmla="*/ 1217719 w 9662615"/>
              <a:gd name="connsiteY102" fmla="*/ 1580863 h 1679987"/>
              <a:gd name="connsiteX103" fmla="*/ 1091432 w 9662615"/>
              <a:gd name="connsiteY103" fmla="*/ 1571003 h 1679987"/>
              <a:gd name="connsiteX104" fmla="*/ 992039 w 9662615"/>
              <a:gd name="connsiteY104" fmla="*/ 1556662 h 1679987"/>
              <a:gd name="connsiteX105" fmla="*/ 868264 w 9662615"/>
              <a:gd name="connsiteY105" fmla="*/ 1566392 h 1679987"/>
              <a:gd name="connsiteX106" fmla="*/ 792765 w 9662615"/>
              <a:gd name="connsiteY106" fmla="*/ 1563102 h 1679987"/>
              <a:gd name="connsiteX107" fmla="*/ 669055 w 9662615"/>
              <a:gd name="connsiteY107" fmla="*/ 1543638 h 1679987"/>
              <a:gd name="connsiteX108" fmla="*/ 506152 w 9662615"/>
              <a:gd name="connsiteY108" fmla="*/ 1549124 h 1679987"/>
              <a:gd name="connsiteX109" fmla="*/ 472797 w 9662615"/>
              <a:gd name="connsiteY109" fmla="*/ 1568904 h 1679987"/>
              <a:gd name="connsiteX110" fmla="*/ 427864 w 9662615"/>
              <a:gd name="connsiteY110" fmla="*/ 1580848 h 1679987"/>
              <a:gd name="connsiteX111" fmla="*/ 408381 w 9662615"/>
              <a:gd name="connsiteY111" fmla="*/ 1552940 h 1679987"/>
              <a:gd name="connsiteX112" fmla="*/ 267163 w 9662615"/>
              <a:gd name="connsiteY112" fmla="*/ 1531913 h 1679987"/>
              <a:gd name="connsiteX113" fmla="*/ 196644 w 9662615"/>
              <a:gd name="connsiteY113" fmla="*/ 1524565 h 1679987"/>
              <a:gd name="connsiteX114" fmla="*/ 86819 w 9662615"/>
              <a:gd name="connsiteY114" fmla="*/ 1519517 h 1679987"/>
              <a:gd name="connsiteX115" fmla="*/ 53369 w 9662615"/>
              <a:gd name="connsiteY115" fmla="*/ 1516853 h 1679987"/>
              <a:gd name="connsiteX116" fmla="*/ 2359 w 9662615"/>
              <a:gd name="connsiteY116" fmla="*/ 1515247 h 1679987"/>
              <a:gd name="connsiteX117" fmla="*/ 0 w 9662615"/>
              <a:gd name="connsiteY117" fmla="*/ 1514932 h 1679987"/>
              <a:gd name="connsiteX118" fmla="*/ 0 w 9662615"/>
              <a:gd name="connsiteY118" fmla="*/ 0 h 1679987"/>
              <a:gd name="connsiteX0" fmla="*/ 0 w 9662615"/>
              <a:gd name="connsiteY0" fmla="*/ 0 h 1648182"/>
              <a:gd name="connsiteX1" fmla="*/ 9662615 w 9662615"/>
              <a:gd name="connsiteY1" fmla="*/ 0 h 1648182"/>
              <a:gd name="connsiteX2" fmla="*/ 9662615 w 9662615"/>
              <a:gd name="connsiteY2" fmla="*/ 1280346 h 1648182"/>
              <a:gd name="connsiteX3" fmla="*/ 9658420 w 9662615"/>
              <a:gd name="connsiteY3" fmla="*/ 1280106 h 1648182"/>
              <a:gd name="connsiteX4" fmla="*/ 9469546 w 9662615"/>
              <a:gd name="connsiteY4" fmla="*/ 1289837 h 1648182"/>
              <a:gd name="connsiteX5" fmla="*/ 9385895 w 9662615"/>
              <a:gd name="connsiteY5" fmla="*/ 1269203 h 1648182"/>
              <a:gd name="connsiteX6" fmla="*/ 9144767 w 9662615"/>
              <a:gd name="connsiteY6" fmla="*/ 1264120 h 1648182"/>
              <a:gd name="connsiteX7" fmla="*/ 8837252 w 9662615"/>
              <a:gd name="connsiteY7" fmla="*/ 1350515 h 1648182"/>
              <a:gd name="connsiteX8" fmla="*/ 8705466 w 9662615"/>
              <a:gd name="connsiteY8" fmla="*/ 1342419 h 1648182"/>
              <a:gd name="connsiteX9" fmla="*/ 8652221 w 9662615"/>
              <a:gd name="connsiteY9" fmla="*/ 1326906 h 1648182"/>
              <a:gd name="connsiteX10" fmla="*/ 8632312 w 9662615"/>
              <a:gd name="connsiteY10" fmla="*/ 1326025 h 1648182"/>
              <a:gd name="connsiteX11" fmla="*/ 8591582 w 9662615"/>
              <a:gd name="connsiteY11" fmla="*/ 1341666 h 1648182"/>
              <a:gd name="connsiteX12" fmla="*/ 8537336 w 9662615"/>
              <a:gd name="connsiteY12" fmla="*/ 1341684 h 1648182"/>
              <a:gd name="connsiteX13" fmla="*/ 8472508 w 9662615"/>
              <a:gd name="connsiteY13" fmla="*/ 1363109 h 1648182"/>
              <a:gd name="connsiteX14" fmla="*/ 8258477 w 9662615"/>
              <a:gd name="connsiteY14" fmla="*/ 1370666 h 1648182"/>
              <a:gd name="connsiteX15" fmla="*/ 8197961 w 9662615"/>
              <a:gd name="connsiteY15" fmla="*/ 1392804 h 1648182"/>
              <a:gd name="connsiteX16" fmla="*/ 8171196 w 9662615"/>
              <a:gd name="connsiteY16" fmla="*/ 1397216 h 1648182"/>
              <a:gd name="connsiteX17" fmla="*/ 8127667 w 9662615"/>
              <a:gd name="connsiteY17" fmla="*/ 1418254 h 1648182"/>
              <a:gd name="connsiteX18" fmla="*/ 7974579 w 9662615"/>
              <a:gd name="connsiteY18" fmla="*/ 1383439 h 1648182"/>
              <a:gd name="connsiteX19" fmla="*/ 7768351 w 9662615"/>
              <a:gd name="connsiteY19" fmla="*/ 1395051 h 1648182"/>
              <a:gd name="connsiteX20" fmla="*/ 7635985 w 9662615"/>
              <a:gd name="connsiteY20" fmla="*/ 1386363 h 1648182"/>
              <a:gd name="connsiteX21" fmla="*/ 7466069 w 9662615"/>
              <a:gd name="connsiteY21" fmla="*/ 1377654 h 1648182"/>
              <a:gd name="connsiteX22" fmla="*/ 7355642 w 9662615"/>
              <a:gd name="connsiteY22" fmla="*/ 1407761 h 1648182"/>
              <a:gd name="connsiteX23" fmla="*/ 7151610 w 9662615"/>
              <a:gd name="connsiteY23" fmla="*/ 1397856 h 1648182"/>
              <a:gd name="connsiteX24" fmla="*/ 7082147 w 9662615"/>
              <a:gd name="connsiteY24" fmla="*/ 1406113 h 1648182"/>
              <a:gd name="connsiteX25" fmla="*/ 7014958 w 9662615"/>
              <a:gd name="connsiteY25" fmla="*/ 1396883 h 1648182"/>
              <a:gd name="connsiteX26" fmla="*/ 6907567 w 9662615"/>
              <a:gd name="connsiteY26" fmla="*/ 1419149 h 1648182"/>
              <a:gd name="connsiteX27" fmla="*/ 6748428 w 9662615"/>
              <a:gd name="connsiteY27" fmla="*/ 1420308 h 1648182"/>
              <a:gd name="connsiteX28" fmla="*/ 6654257 w 9662615"/>
              <a:gd name="connsiteY28" fmla="*/ 1424143 h 1648182"/>
              <a:gd name="connsiteX29" fmla="*/ 6620123 w 9662615"/>
              <a:gd name="connsiteY29" fmla="*/ 1430535 h 1648182"/>
              <a:gd name="connsiteX30" fmla="*/ 6571355 w 9662615"/>
              <a:gd name="connsiteY30" fmla="*/ 1436144 h 1648182"/>
              <a:gd name="connsiteX31" fmla="*/ 6486557 w 9662615"/>
              <a:gd name="connsiteY31" fmla="*/ 1449861 h 1648182"/>
              <a:gd name="connsiteX32" fmla="*/ 6370419 w 9662615"/>
              <a:gd name="connsiteY32" fmla="*/ 1461649 h 1648182"/>
              <a:gd name="connsiteX33" fmla="*/ 6278839 w 9662615"/>
              <a:gd name="connsiteY33" fmla="*/ 1449160 h 1648182"/>
              <a:gd name="connsiteX34" fmla="*/ 6272455 w 9662615"/>
              <a:gd name="connsiteY34" fmla="*/ 1453191 h 1648182"/>
              <a:gd name="connsiteX35" fmla="*/ 6212659 w 9662615"/>
              <a:gd name="connsiteY35" fmla="*/ 1454850 h 1648182"/>
              <a:gd name="connsiteX36" fmla="*/ 6069317 w 9662615"/>
              <a:gd name="connsiteY36" fmla="*/ 1445838 h 1648182"/>
              <a:gd name="connsiteX37" fmla="*/ 5878477 w 9662615"/>
              <a:gd name="connsiteY37" fmla="*/ 1439180 h 1648182"/>
              <a:gd name="connsiteX38" fmla="*/ 5838387 w 9662615"/>
              <a:gd name="connsiteY38" fmla="*/ 1444679 h 1648182"/>
              <a:gd name="connsiteX39" fmla="*/ 5771136 w 9662615"/>
              <a:gd name="connsiteY39" fmla="*/ 1453639 h 1648182"/>
              <a:gd name="connsiteX40" fmla="*/ 5724081 w 9662615"/>
              <a:gd name="connsiteY40" fmla="*/ 1470431 h 1648182"/>
              <a:gd name="connsiteX41" fmla="*/ 5666577 w 9662615"/>
              <a:gd name="connsiteY41" fmla="*/ 1473921 h 1648182"/>
              <a:gd name="connsiteX42" fmla="*/ 5649068 w 9662615"/>
              <a:gd name="connsiteY42" fmla="*/ 1461676 h 1648182"/>
              <a:gd name="connsiteX43" fmla="*/ 5588902 w 9662615"/>
              <a:gd name="connsiteY43" fmla="*/ 1469647 h 1648182"/>
              <a:gd name="connsiteX44" fmla="*/ 5498090 w 9662615"/>
              <a:gd name="connsiteY44" fmla="*/ 1483173 h 1648182"/>
              <a:gd name="connsiteX45" fmla="*/ 5444641 w 9662615"/>
              <a:gd name="connsiteY45" fmla="*/ 1487602 h 1648182"/>
              <a:gd name="connsiteX46" fmla="*/ 5299812 w 9662615"/>
              <a:gd name="connsiteY46" fmla="*/ 1503362 h 1648182"/>
              <a:gd name="connsiteX47" fmla="*/ 5213947 w 9662615"/>
              <a:gd name="connsiteY47" fmla="*/ 1516637 h 1648182"/>
              <a:gd name="connsiteX48" fmla="*/ 5090342 w 9662615"/>
              <a:gd name="connsiteY48" fmla="*/ 1546680 h 1648182"/>
              <a:gd name="connsiteX49" fmla="*/ 5129812 w 9662615"/>
              <a:gd name="connsiteY49" fmla="*/ 1521277 h 1648182"/>
              <a:gd name="connsiteX50" fmla="*/ 5059484 w 9662615"/>
              <a:gd name="connsiteY50" fmla="*/ 1546802 h 1648182"/>
              <a:gd name="connsiteX51" fmla="*/ 5038524 w 9662615"/>
              <a:gd name="connsiteY51" fmla="*/ 1545675 h 1648182"/>
              <a:gd name="connsiteX52" fmla="*/ 5026564 w 9662615"/>
              <a:gd name="connsiteY52" fmla="*/ 1545376 h 1648182"/>
              <a:gd name="connsiteX53" fmla="*/ 4969433 w 9662615"/>
              <a:gd name="connsiteY53" fmla="*/ 1550865 h 1648182"/>
              <a:gd name="connsiteX54" fmla="*/ 4929254 w 9662615"/>
              <a:gd name="connsiteY54" fmla="*/ 1563452 h 1648182"/>
              <a:gd name="connsiteX55" fmla="*/ 4871726 w 9662615"/>
              <a:gd name="connsiteY55" fmla="*/ 1570584 h 1648182"/>
              <a:gd name="connsiteX56" fmla="*/ 4843267 w 9662615"/>
              <a:gd name="connsiteY56" fmla="*/ 1561459 h 1648182"/>
              <a:gd name="connsiteX57" fmla="*/ 4821058 w 9662615"/>
              <a:gd name="connsiteY57" fmla="*/ 1553078 h 1648182"/>
              <a:gd name="connsiteX58" fmla="*/ 4791466 w 9662615"/>
              <a:gd name="connsiteY58" fmla="*/ 1561324 h 1648182"/>
              <a:gd name="connsiteX59" fmla="*/ 4784247 w 9662615"/>
              <a:gd name="connsiteY59" fmla="*/ 1562342 h 1648182"/>
              <a:gd name="connsiteX60" fmla="*/ 4739309 w 9662615"/>
              <a:gd name="connsiteY60" fmla="*/ 1553948 h 1648182"/>
              <a:gd name="connsiteX61" fmla="*/ 4697562 w 9662615"/>
              <a:gd name="connsiteY61" fmla="*/ 1551206 h 1648182"/>
              <a:gd name="connsiteX62" fmla="*/ 4650737 w 9662615"/>
              <a:gd name="connsiteY62" fmla="*/ 1537381 h 1648182"/>
              <a:gd name="connsiteX63" fmla="*/ 4583150 w 9662615"/>
              <a:gd name="connsiteY63" fmla="*/ 1529064 h 1648182"/>
              <a:gd name="connsiteX64" fmla="*/ 4521734 w 9662615"/>
              <a:gd name="connsiteY64" fmla="*/ 1529359 h 1648182"/>
              <a:gd name="connsiteX65" fmla="*/ 4382398 w 9662615"/>
              <a:gd name="connsiteY65" fmla="*/ 1534108 h 1648182"/>
              <a:gd name="connsiteX66" fmla="*/ 4221826 w 9662615"/>
              <a:gd name="connsiteY66" fmla="*/ 1500972 h 1648182"/>
              <a:gd name="connsiteX67" fmla="*/ 4096601 w 9662615"/>
              <a:gd name="connsiteY67" fmla="*/ 1521563 h 1648182"/>
              <a:gd name="connsiteX68" fmla="*/ 4058099 w 9662615"/>
              <a:gd name="connsiteY68" fmla="*/ 1648182 h 1648182"/>
              <a:gd name="connsiteX69" fmla="*/ 3833906 w 9662615"/>
              <a:gd name="connsiteY69" fmla="*/ 1516637 h 1648182"/>
              <a:gd name="connsiteX70" fmla="*/ 3696258 w 9662615"/>
              <a:gd name="connsiteY70" fmla="*/ 1537563 h 1648182"/>
              <a:gd name="connsiteX71" fmla="*/ 3594070 w 9662615"/>
              <a:gd name="connsiteY71" fmla="*/ 1509422 h 1648182"/>
              <a:gd name="connsiteX72" fmla="*/ 3565233 w 9662615"/>
              <a:gd name="connsiteY72" fmla="*/ 1515122 h 1648182"/>
              <a:gd name="connsiteX73" fmla="*/ 3560267 w 9662615"/>
              <a:gd name="connsiteY73" fmla="*/ 1516288 h 1648182"/>
              <a:gd name="connsiteX74" fmla="*/ 3540258 w 9662615"/>
              <a:gd name="connsiteY74" fmla="*/ 1516976 h 1648182"/>
              <a:gd name="connsiteX75" fmla="*/ 3534780 w 9662615"/>
              <a:gd name="connsiteY75" fmla="*/ 1522141 h 1648182"/>
              <a:gd name="connsiteX76" fmla="*/ 3504783 w 9662615"/>
              <a:gd name="connsiteY76" fmla="*/ 1526739 h 1648182"/>
              <a:gd name="connsiteX77" fmla="*/ 3430805 w 9662615"/>
              <a:gd name="connsiteY77" fmla="*/ 1542521 h 1648182"/>
              <a:gd name="connsiteX78" fmla="*/ 3292707 w 9662615"/>
              <a:gd name="connsiteY78" fmla="*/ 1520490 h 1648182"/>
              <a:gd name="connsiteX79" fmla="*/ 3187872 w 9662615"/>
              <a:gd name="connsiteY79" fmla="*/ 1519991 h 1648182"/>
              <a:gd name="connsiteX80" fmla="*/ 3148026 w 9662615"/>
              <a:gd name="connsiteY80" fmla="*/ 1524777 h 1648182"/>
              <a:gd name="connsiteX81" fmla="*/ 3092394 w 9662615"/>
              <a:gd name="connsiteY81" fmla="*/ 1528115 h 1648182"/>
              <a:gd name="connsiteX82" fmla="*/ 2994200 w 9662615"/>
              <a:gd name="connsiteY82" fmla="*/ 1537857 h 1648182"/>
              <a:gd name="connsiteX83" fmla="*/ 2862301 w 9662615"/>
              <a:gd name="connsiteY83" fmla="*/ 1544250 h 1648182"/>
              <a:gd name="connsiteX84" fmla="*/ 2766335 w 9662615"/>
              <a:gd name="connsiteY84" fmla="*/ 1527662 h 1648182"/>
              <a:gd name="connsiteX85" fmla="*/ 2757836 w 9662615"/>
              <a:gd name="connsiteY85" fmla="*/ 1531371 h 1648182"/>
              <a:gd name="connsiteX86" fmla="*/ 2691555 w 9662615"/>
              <a:gd name="connsiteY86" fmla="*/ 1530283 h 1648182"/>
              <a:gd name="connsiteX87" fmla="*/ 2491676 w 9662615"/>
              <a:gd name="connsiteY87" fmla="*/ 1500859 h 1648182"/>
              <a:gd name="connsiteX88" fmla="*/ 2378036 w 9662615"/>
              <a:gd name="connsiteY88" fmla="*/ 1520645 h 1648182"/>
              <a:gd name="connsiteX89" fmla="*/ 2284269 w 9662615"/>
              <a:gd name="connsiteY89" fmla="*/ 1503068 h 1648182"/>
              <a:gd name="connsiteX90" fmla="*/ 2207104 w 9662615"/>
              <a:gd name="connsiteY90" fmla="*/ 1508888 h 1648182"/>
              <a:gd name="connsiteX91" fmla="*/ 2149226 w 9662615"/>
              <a:gd name="connsiteY91" fmla="*/ 1523409 h 1648182"/>
              <a:gd name="connsiteX92" fmla="*/ 2084783 w 9662615"/>
              <a:gd name="connsiteY92" fmla="*/ 1524245 h 1648182"/>
              <a:gd name="connsiteX93" fmla="*/ 2070075 w 9662615"/>
              <a:gd name="connsiteY93" fmla="*/ 1511285 h 1648182"/>
              <a:gd name="connsiteX94" fmla="*/ 2001057 w 9662615"/>
              <a:gd name="connsiteY94" fmla="*/ 1516449 h 1648182"/>
              <a:gd name="connsiteX95" fmla="*/ 1896330 w 9662615"/>
              <a:gd name="connsiteY95" fmla="*/ 1525725 h 1648182"/>
              <a:gd name="connsiteX96" fmla="*/ 1835994 w 9662615"/>
              <a:gd name="connsiteY96" fmla="*/ 1527678 h 1648182"/>
              <a:gd name="connsiteX97" fmla="*/ 1671119 w 9662615"/>
              <a:gd name="connsiteY97" fmla="*/ 1536701 h 1648182"/>
              <a:gd name="connsiteX98" fmla="*/ 1601337 w 9662615"/>
              <a:gd name="connsiteY98" fmla="*/ 1548552 h 1648182"/>
              <a:gd name="connsiteX99" fmla="*/ 1407755 w 9662615"/>
              <a:gd name="connsiteY99" fmla="*/ 1571444 h 1648182"/>
              <a:gd name="connsiteX100" fmla="*/ 1271994 w 9662615"/>
              <a:gd name="connsiteY100" fmla="*/ 1579471 h 1648182"/>
              <a:gd name="connsiteX101" fmla="*/ 1249226 w 9662615"/>
              <a:gd name="connsiteY101" fmla="*/ 1583140 h 1648182"/>
              <a:gd name="connsiteX102" fmla="*/ 1217719 w 9662615"/>
              <a:gd name="connsiteY102" fmla="*/ 1580863 h 1648182"/>
              <a:gd name="connsiteX103" fmla="*/ 1091432 w 9662615"/>
              <a:gd name="connsiteY103" fmla="*/ 1571003 h 1648182"/>
              <a:gd name="connsiteX104" fmla="*/ 992039 w 9662615"/>
              <a:gd name="connsiteY104" fmla="*/ 1556662 h 1648182"/>
              <a:gd name="connsiteX105" fmla="*/ 868264 w 9662615"/>
              <a:gd name="connsiteY105" fmla="*/ 1566392 h 1648182"/>
              <a:gd name="connsiteX106" fmla="*/ 792765 w 9662615"/>
              <a:gd name="connsiteY106" fmla="*/ 1563102 h 1648182"/>
              <a:gd name="connsiteX107" fmla="*/ 669055 w 9662615"/>
              <a:gd name="connsiteY107" fmla="*/ 1543638 h 1648182"/>
              <a:gd name="connsiteX108" fmla="*/ 506152 w 9662615"/>
              <a:gd name="connsiteY108" fmla="*/ 1549124 h 1648182"/>
              <a:gd name="connsiteX109" fmla="*/ 472797 w 9662615"/>
              <a:gd name="connsiteY109" fmla="*/ 1568904 h 1648182"/>
              <a:gd name="connsiteX110" fmla="*/ 427864 w 9662615"/>
              <a:gd name="connsiteY110" fmla="*/ 1580848 h 1648182"/>
              <a:gd name="connsiteX111" fmla="*/ 408381 w 9662615"/>
              <a:gd name="connsiteY111" fmla="*/ 1552940 h 1648182"/>
              <a:gd name="connsiteX112" fmla="*/ 267163 w 9662615"/>
              <a:gd name="connsiteY112" fmla="*/ 1531913 h 1648182"/>
              <a:gd name="connsiteX113" fmla="*/ 196644 w 9662615"/>
              <a:gd name="connsiteY113" fmla="*/ 1524565 h 1648182"/>
              <a:gd name="connsiteX114" fmla="*/ 86819 w 9662615"/>
              <a:gd name="connsiteY114" fmla="*/ 1519517 h 1648182"/>
              <a:gd name="connsiteX115" fmla="*/ 53369 w 9662615"/>
              <a:gd name="connsiteY115" fmla="*/ 1516853 h 1648182"/>
              <a:gd name="connsiteX116" fmla="*/ 2359 w 9662615"/>
              <a:gd name="connsiteY116" fmla="*/ 1515247 h 1648182"/>
              <a:gd name="connsiteX117" fmla="*/ 0 w 9662615"/>
              <a:gd name="connsiteY117" fmla="*/ 1514932 h 1648182"/>
              <a:gd name="connsiteX118" fmla="*/ 0 w 9662615"/>
              <a:gd name="connsiteY118" fmla="*/ 0 h 1648182"/>
              <a:gd name="connsiteX0" fmla="*/ 0 w 9662615"/>
              <a:gd name="connsiteY0" fmla="*/ 0 h 1648182"/>
              <a:gd name="connsiteX1" fmla="*/ 9662615 w 9662615"/>
              <a:gd name="connsiteY1" fmla="*/ 0 h 1648182"/>
              <a:gd name="connsiteX2" fmla="*/ 9662615 w 9662615"/>
              <a:gd name="connsiteY2" fmla="*/ 1280346 h 1648182"/>
              <a:gd name="connsiteX3" fmla="*/ 9658420 w 9662615"/>
              <a:gd name="connsiteY3" fmla="*/ 1280106 h 1648182"/>
              <a:gd name="connsiteX4" fmla="*/ 9469546 w 9662615"/>
              <a:gd name="connsiteY4" fmla="*/ 1289837 h 1648182"/>
              <a:gd name="connsiteX5" fmla="*/ 9385895 w 9662615"/>
              <a:gd name="connsiteY5" fmla="*/ 1269203 h 1648182"/>
              <a:gd name="connsiteX6" fmla="*/ 9144767 w 9662615"/>
              <a:gd name="connsiteY6" fmla="*/ 1264120 h 1648182"/>
              <a:gd name="connsiteX7" fmla="*/ 8837252 w 9662615"/>
              <a:gd name="connsiteY7" fmla="*/ 1350515 h 1648182"/>
              <a:gd name="connsiteX8" fmla="*/ 8705466 w 9662615"/>
              <a:gd name="connsiteY8" fmla="*/ 1342419 h 1648182"/>
              <a:gd name="connsiteX9" fmla="*/ 8652221 w 9662615"/>
              <a:gd name="connsiteY9" fmla="*/ 1326906 h 1648182"/>
              <a:gd name="connsiteX10" fmla="*/ 8632312 w 9662615"/>
              <a:gd name="connsiteY10" fmla="*/ 1326025 h 1648182"/>
              <a:gd name="connsiteX11" fmla="*/ 8591582 w 9662615"/>
              <a:gd name="connsiteY11" fmla="*/ 1341666 h 1648182"/>
              <a:gd name="connsiteX12" fmla="*/ 8537336 w 9662615"/>
              <a:gd name="connsiteY12" fmla="*/ 1341684 h 1648182"/>
              <a:gd name="connsiteX13" fmla="*/ 8472508 w 9662615"/>
              <a:gd name="connsiteY13" fmla="*/ 1363109 h 1648182"/>
              <a:gd name="connsiteX14" fmla="*/ 8258477 w 9662615"/>
              <a:gd name="connsiteY14" fmla="*/ 1370666 h 1648182"/>
              <a:gd name="connsiteX15" fmla="*/ 8197961 w 9662615"/>
              <a:gd name="connsiteY15" fmla="*/ 1392804 h 1648182"/>
              <a:gd name="connsiteX16" fmla="*/ 8171196 w 9662615"/>
              <a:gd name="connsiteY16" fmla="*/ 1397216 h 1648182"/>
              <a:gd name="connsiteX17" fmla="*/ 8127667 w 9662615"/>
              <a:gd name="connsiteY17" fmla="*/ 1418254 h 1648182"/>
              <a:gd name="connsiteX18" fmla="*/ 7974579 w 9662615"/>
              <a:gd name="connsiteY18" fmla="*/ 1383439 h 1648182"/>
              <a:gd name="connsiteX19" fmla="*/ 7768351 w 9662615"/>
              <a:gd name="connsiteY19" fmla="*/ 1395051 h 1648182"/>
              <a:gd name="connsiteX20" fmla="*/ 7635985 w 9662615"/>
              <a:gd name="connsiteY20" fmla="*/ 1386363 h 1648182"/>
              <a:gd name="connsiteX21" fmla="*/ 7466069 w 9662615"/>
              <a:gd name="connsiteY21" fmla="*/ 1377654 h 1648182"/>
              <a:gd name="connsiteX22" fmla="*/ 7355642 w 9662615"/>
              <a:gd name="connsiteY22" fmla="*/ 1407761 h 1648182"/>
              <a:gd name="connsiteX23" fmla="*/ 7151610 w 9662615"/>
              <a:gd name="connsiteY23" fmla="*/ 1397856 h 1648182"/>
              <a:gd name="connsiteX24" fmla="*/ 7082147 w 9662615"/>
              <a:gd name="connsiteY24" fmla="*/ 1406113 h 1648182"/>
              <a:gd name="connsiteX25" fmla="*/ 7014958 w 9662615"/>
              <a:gd name="connsiteY25" fmla="*/ 1396883 h 1648182"/>
              <a:gd name="connsiteX26" fmla="*/ 6907567 w 9662615"/>
              <a:gd name="connsiteY26" fmla="*/ 1419149 h 1648182"/>
              <a:gd name="connsiteX27" fmla="*/ 6748428 w 9662615"/>
              <a:gd name="connsiteY27" fmla="*/ 1420308 h 1648182"/>
              <a:gd name="connsiteX28" fmla="*/ 6654257 w 9662615"/>
              <a:gd name="connsiteY28" fmla="*/ 1424143 h 1648182"/>
              <a:gd name="connsiteX29" fmla="*/ 6620123 w 9662615"/>
              <a:gd name="connsiteY29" fmla="*/ 1430535 h 1648182"/>
              <a:gd name="connsiteX30" fmla="*/ 6571355 w 9662615"/>
              <a:gd name="connsiteY30" fmla="*/ 1436144 h 1648182"/>
              <a:gd name="connsiteX31" fmla="*/ 6486557 w 9662615"/>
              <a:gd name="connsiteY31" fmla="*/ 1449861 h 1648182"/>
              <a:gd name="connsiteX32" fmla="*/ 6370419 w 9662615"/>
              <a:gd name="connsiteY32" fmla="*/ 1461649 h 1648182"/>
              <a:gd name="connsiteX33" fmla="*/ 6278839 w 9662615"/>
              <a:gd name="connsiteY33" fmla="*/ 1449160 h 1648182"/>
              <a:gd name="connsiteX34" fmla="*/ 6272455 w 9662615"/>
              <a:gd name="connsiteY34" fmla="*/ 1453191 h 1648182"/>
              <a:gd name="connsiteX35" fmla="*/ 6212659 w 9662615"/>
              <a:gd name="connsiteY35" fmla="*/ 1454850 h 1648182"/>
              <a:gd name="connsiteX36" fmla="*/ 6069317 w 9662615"/>
              <a:gd name="connsiteY36" fmla="*/ 1445838 h 1648182"/>
              <a:gd name="connsiteX37" fmla="*/ 5878477 w 9662615"/>
              <a:gd name="connsiteY37" fmla="*/ 1439180 h 1648182"/>
              <a:gd name="connsiteX38" fmla="*/ 5838387 w 9662615"/>
              <a:gd name="connsiteY38" fmla="*/ 1444679 h 1648182"/>
              <a:gd name="connsiteX39" fmla="*/ 5771136 w 9662615"/>
              <a:gd name="connsiteY39" fmla="*/ 1453639 h 1648182"/>
              <a:gd name="connsiteX40" fmla="*/ 5724081 w 9662615"/>
              <a:gd name="connsiteY40" fmla="*/ 1470431 h 1648182"/>
              <a:gd name="connsiteX41" fmla="*/ 5666577 w 9662615"/>
              <a:gd name="connsiteY41" fmla="*/ 1473921 h 1648182"/>
              <a:gd name="connsiteX42" fmla="*/ 5649068 w 9662615"/>
              <a:gd name="connsiteY42" fmla="*/ 1461676 h 1648182"/>
              <a:gd name="connsiteX43" fmla="*/ 5588902 w 9662615"/>
              <a:gd name="connsiteY43" fmla="*/ 1469647 h 1648182"/>
              <a:gd name="connsiteX44" fmla="*/ 5498090 w 9662615"/>
              <a:gd name="connsiteY44" fmla="*/ 1483173 h 1648182"/>
              <a:gd name="connsiteX45" fmla="*/ 5444641 w 9662615"/>
              <a:gd name="connsiteY45" fmla="*/ 1487602 h 1648182"/>
              <a:gd name="connsiteX46" fmla="*/ 5299812 w 9662615"/>
              <a:gd name="connsiteY46" fmla="*/ 1503362 h 1648182"/>
              <a:gd name="connsiteX47" fmla="*/ 5213947 w 9662615"/>
              <a:gd name="connsiteY47" fmla="*/ 1516637 h 1648182"/>
              <a:gd name="connsiteX48" fmla="*/ 5090342 w 9662615"/>
              <a:gd name="connsiteY48" fmla="*/ 1546680 h 1648182"/>
              <a:gd name="connsiteX49" fmla="*/ 5129812 w 9662615"/>
              <a:gd name="connsiteY49" fmla="*/ 1521277 h 1648182"/>
              <a:gd name="connsiteX50" fmla="*/ 5059484 w 9662615"/>
              <a:gd name="connsiteY50" fmla="*/ 1546802 h 1648182"/>
              <a:gd name="connsiteX51" fmla="*/ 5038524 w 9662615"/>
              <a:gd name="connsiteY51" fmla="*/ 1545675 h 1648182"/>
              <a:gd name="connsiteX52" fmla="*/ 5026564 w 9662615"/>
              <a:gd name="connsiteY52" fmla="*/ 1545376 h 1648182"/>
              <a:gd name="connsiteX53" fmla="*/ 4969433 w 9662615"/>
              <a:gd name="connsiteY53" fmla="*/ 1550865 h 1648182"/>
              <a:gd name="connsiteX54" fmla="*/ 4929254 w 9662615"/>
              <a:gd name="connsiteY54" fmla="*/ 1563452 h 1648182"/>
              <a:gd name="connsiteX55" fmla="*/ 4871726 w 9662615"/>
              <a:gd name="connsiteY55" fmla="*/ 1570584 h 1648182"/>
              <a:gd name="connsiteX56" fmla="*/ 4843267 w 9662615"/>
              <a:gd name="connsiteY56" fmla="*/ 1561459 h 1648182"/>
              <a:gd name="connsiteX57" fmla="*/ 4821058 w 9662615"/>
              <a:gd name="connsiteY57" fmla="*/ 1553078 h 1648182"/>
              <a:gd name="connsiteX58" fmla="*/ 4791466 w 9662615"/>
              <a:gd name="connsiteY58" fmla="*/ 1561324 h 1648182"/>
              <a:gd name="connsiteX59" fmla="*/ 4784247 w 9662615"/>
              <a:gd name="connsiteY59" fmla="*/ 1562342 h 1648182"/>
              <a:gd name="connsiteX60" fmla="*/ 4739309 w 9662615"/>
              <a:gd name="connsiteY60" fmla="*/ 1553948 h 1648182"/>
              <a:gd name="connsiteX61" fmla="*/ 4697562 w 9662615"/>
              <a:gd name="connsiteY61" fmla="*/ 1551206 h 1648182"/>
              <a:gd name="connsiteX62" fmla="*/ 4650737 w 9662615"/>
              <a:gd name="connsiteY62" fmla="*/ 1537381 h 1648182"/>
              <a:gd name="connsiteX63" fmla="*/ 4583150 w 9662615"/>
              <a:gd name="connsiteY63" fmla="*/ 1529064 h 1648182"/>
              <a:gd name="connsiteX64" fmla="*/ 4521734 w 9662615"/>
              <a:gd name="connsiteY64" fmla="*/ 1529359 h 1648182"/>
              <a:gd name="connsiteX65" fmla="*/ 4382398 w 9662615"/>
              <a:gd name="connsiteY65" fmla="*/ 1534108 h 1648182"/>
              <a:gd name="connsiteX66" fmla="*/ 4221826 w 9662615"/>
              <a:gd name="connsiteY66" fmla="*/ 1500972 h 1648182"/>
              <a:gd name="connsiteX67" fmla="*/ 4096601 w 9662615"/>
              <a:gd name="connsiteY67" fmla="*/ 1521563 h 1648182"/>
              <a:gd name="connsiteX68" fmla="*/ 4058099 w 9662615"/>
              <a:gd name="connsiteY68" fmla="*/ 1648182 h 1648182"/>
              <a:gd name="connsiteX69" fmla="*/ 3833906 w 9662615"/>
              <a:gd name="connsiteY69" fmla="*/ 1516637 h 1648182"/>
              <a:gd name="connsiteX70" fmla="*/ 3696258 w 9662615"/>
              <a:gd name="connsiteY70" fmla="*/ 1537563 h 1648182"/>
              <a:gd name="connsiteX71" fmla="*/ 3594070 w 9662615"/>
              <a:gd name="connsiteY71" fmla="*/ 1509422 h 1648182"/>
              <a:gd name="connsiteX72" fmla="*/ 3565233 w 9662615"/>
              <a:gd name="connsiteY72" fmla="*/ 1515122 h 1648182"/>
              <a:gd name="connsiteX73" fmla="*/ 3560267 w 9662615"/>
              <a:gd name="connsiteY73" fmla="*/ 1516288 h 1648182"/>
              <a:gd name="connsiteX74" fmla="*/ 3540258 w 9662615"/>
              <a:gd name="connsiteY74" fmla="*/ 1516976 h 1648182"/>
              <a:gd name="connsiteX75" fmla="*/ 3534780 w 9662615"/>
              <a:gd name="connsiteY75" fmla="*/ 1522141 h 1648182"/>
              <a:gd name="connsiteX76" fmla="*/ 3504783 w 9662615"/>
              <a:gd name="connsiteY76" fmla="*/ 1526739 h 1648182"/>
              <a:gd name="connsiteX77" fmla="*/ 3430805 w 9662615"/>
              <a:gd name="connsiteY77" fmla="*/ 1542521 h 1648182"/>
              <a:gd name="connsiteX78" fmla="*/ 3292707 w 9662615"/>
              <a:gd name="connsiteY78" fmla="*/ 1520490 h 1648182"/>
              <a:gd name="connsiteX79" fmla="*/ 3187872 w 9662615"/>
              <a:gd name="connsiteY79" fmla="*/ 1519991 h 1648182"/>
              <a:gd name="connsiteX80" fmla="*/ 3148026 w 9662615"/>
              <a:gd name="connsiteY80" fmla="*/ 1524777 h 1648182"/>
              <a:gd name="connsiteX81" fmla="*/ 3092394 w 9662615"/>
              <a:gd name="connsiteY81" fmla="*/ 1528115 h 1648182"/>
              <a:gd name="connsiteX82" fmla="*/ 2994200 w 9662615"/>
              <a:gd name="connsiteY82" fmla="*/ 1537857 h 1648182"/>
              <a:gd name="connsiteX83" fmla="*/ 2862301 w 9662615"/>
              <a:gd name="connsiteY83" fmla="*/ 1544250 h 1648182"/>
              <a:gd name="connsiteX84" fmla="*/ 2766335 w 9662615"/>
              <a:gd name="connsiteY84" fmla="*/ 1527662 h 1648182"/>
              <a:gd name="connsiteX85" fmla="*/ 2757836 w 9662615"/>
              <a:gd name="connsiteY85" fmla="*/ 1531371 h 1648182"/>
              <a:gd name="connsiteX86" fmla="*/ 2691555 w 9662615"/>
              <a:gd name="connsiteY86" fmla="*/ 1530283 h 1648182"/>
              <a:gd name="connsiteX87" fmla="*/ 2491676 w 9662615"/>
              <a:gd name="connsiteY87" fmla="*/ 1500859 h 1648182"/>
              <a:gd name="connsiteX88" fmla="*/ 2378036 w 9662615"/>
              <a:gd name="connsiteY88" fmla="*/ 1520645 h 1648182"/>
              <a:gd name="connsiteX89" fmla="*/ 2284269 w 9662615"/>
              <a:gd name="connsiteY89" fmla="*/ 1503068 h 1648182"/>
              <a:gd name="connsiteX90" fmla="*/ 2207104 w 9662615"/>
              <a:gd name="connsiteY90" fmla="*/ 1508888 h 1648182"/>
              <a:gd name="connsiteX91" fmla="*/ 2149226 w 9662615"/>
              <a:gd name="connsiteY91" fmla="*/ 1523409 h 1648182"/>
              <a:gd name="connsiteX92" fmla="*/ 2084783 w 9662615"/>
              <a:gd name="connsiteY92" fmla="*/ 1524245 h 1648182"/>
              <a:gd name="connsiteX93" fmla="*/ 2070075 w 9662615"/>
              <a:gd name="connsiteY93" fmla="*/ 1511285 h 1648182"/>
              <a:gd name="connsiteX94" fmla="*/ 2001057 w 9662615"/>
              <a:gd name="connsiteY94" fmla="*/ 1516449 h 1648182"/>
              <a:gd name="connsiteX95" fmla="*/ 1896330 w 9662615"/>
              <a:gd name="connsiteY95" fmla="*/ 1525725 h 1648182"/>
              <a:gd name="connsiteX96" fmla="*/ 1835994 w 9662615"/>
              <a:gd name="connsiteY96" fmla="*/ 1527678 h 1648182"/>
              <a:gd name="connsiteX97" fmla="*/ 1671119 w 9662615"/>
              <a:gd name="connsiteY97" fmla="*/ 1536701 h 1648182"/>
              <a:gd name="connsiteX98" fmla="*/ 1601337 w 9662615"/>
              <a:gd name="connsiteY98" fmla="*/ 1548552 h 1648182"/>
              <a:gd name="connsiteX99" fmla="*/ 1407755 w 9662615"/>
              <a:gd name="connsiteY99" fmla="*/ 1571444 h 1648182"/>
              <a:gd name="connsiteX100" fmla="*/ 1271994 w 9662615"/>
              <a:gd name="connsiteY100" fmla="*/ 1579471 h 1648182"/>
              <a:gd name="connsiteX101" fmla="*/ 1249226 w 9662615"/>
              <a:gd name="connsiteY101" fmla="*/ 1583140 h 1648182"/>
              <a:gd name="connsiteX102" fmla="*/ 1217719 w 9662615"/>
              <a:gd name="connsiteY102" fmla="*/ 1580863 h 1648182"/>
              <a:gd name="connsiteX103" fmla="*/ 1091432 w 9662615"/>
              <a:gd name="connsiteY103" fmla="*/ 1571003 h 1648182"/>
              <a:gd name="connsiteX104" fmla="*/ 992039 w 9662615"/>
              <a:gd name="connsiteY104" fmla="*/ 1556662 h 1648182"/>
              <a:gd name="connsiteX105" fmla="*/ 868264 w 9662615"/>
              <a:gd name="connsiteY105" fmla="*/ 1566392 h 1648182"/>
              <a:gd name="connsiteX106" fmla="*/ 792765 w 9662615"/>
              <a:gd name="connsiteY106" fmla="*/ 1563102 h 1648182"/>
              <a:gd name="connsiteX107" fmla="*/ 669055 w 9662615"/>
              <a:gd name="connsiteY107" fmla="*/ 1543638 h 1648182"/>
              <a:gd name="connsiteX108" fmla="*/ 506152 w 9662615"/>
              <a:gd name="connsiteY108" fmla="*/ 1549124 h 1648182"/>
              <a:gd name="connsiteX109" fmla="*/ 472797 w 9662615"/>
              <a:gd name="connsiteY109" fmla="*/ 1568904 h 1648182"/>
              <a:gd name="connsiteX110" fmla="*/ 427864 w 9662615"/>
              <a:gd name="connsiteY110" fmla="*/ 1580848 h 1648182"/>
              <a:gd name="connsiteX111" fmla="*/ 408381 w 9662615"/>
              <a:gd name="connsiteY111" fmla="*/ 1552940 h 1648182"/>
              <a:gd name="connsiteX112" fmla="*/ 267163 w 9662615"/>
              <a:gd name="connsiteY112" fmla="*/ 1531913 h 1648182"/>
              <a:gd name="connsiteX113" fmla="*/ 196644 w 9662615"/>
              <a:gd name="connsiteY113" fmla="*/ 1524565 h 1648182"/>
              <a:gd name="connsiteX114" fmla="*/ 86819 w 9662615"/>
              <a:gd name="connsiteY114" fmla="*/ 1519517 h 1648182"/>
              <a:gd name="connsiteX115" fmla="*/ 53369 w 9662615"/>
              <a:gd name="connsiteY115" fmla="*/ 1516853 h 1648182"/>
              <a:gd name="connsiteX116" fmla="*/ 2359 w 9662615"/>
              <a:gd name="connsiteY116" fmla="*/ 1515247 h 1648182"/>
              <a:gd name="connsiteX117" fmla="*/ 0 w 9662615"/>
              <a:gd name="connsiteY117" fmla="*/ 1514932 h 1648182"/>
              <a:gd name="connsiteX118" fmla="*/ 0 w 9662615"/>
              <a:gd name="connsiteY118" fmla="*/ 0 h 1648182"/>
              <a:gd name="connsiteX0" fmla="*/ 0 w 9662615"/>
              <a:gd name="connsiteY0" fmla="*/ 0 h 1723719"/>
              <a:gd name="connsiteX1" fmla="*/ 9662615 w 9662615"/>
              <a:gd name="connsiteY1" fmla="*/ 0 h 1723719"/>
              <a:gd name="connsiteX2" fmla="*/ 9662615 w 9662615"/>
              <a:gd name="connsiteY2" fmla="*/ 1280346 h 1723719"/>
              <a:gd name="connsiteX3" fmla="*/ 9658420 w 9662615"/>
              <a:gd name="connsiteY3" fmla="*/ 1280106 h 1723719"/>
              <a:gd name="connsiteX4" fmla="*/ 9469546 w 9662615"/>
              <a:gd name="connsiteY4" fmla="*/ 1289837 h 1723719"/>
              <a:gd name="connsiteX5" fmla="*/ 9385895 w 9662615"/>
              <a:gd name="connsiteY5" fmla="*/ 1269203 h 1723719"/>
              <a:gd name="connsiteX6" fmla="*/ 9144767 w 9662615"/>
              <a:gd name="connsiteY6" fmla="*/ 1264120 h 1723719"/>
              <a:gd name="connsiteX7" fmla="*/ 8837252 w 9662615"/>
              <a:gd name="connsiteY7" fmla="*/ 1350515 h 1723719"/>
              <a:gd name="connsiteX8" fmla="*/ 8705466 w 9662615"/>
              <a:gd name="connsiteY8" fmla="*/ 1342419 h 1723719"/>
              <a:gd name="connsiteX9" fmla="*/ 8652221 w 9662615"/>
              <a:gd name="connsiteY9" fmla="*/ 1326906 h 1723719"/>
              <a:gd name="connsiteX10" fmla="*/ 8632312 w 9662615"/>
              <a:gd name="connsiteY10" fmla="*/ 1326025 h 1723719"/>
              <a:gd name="connsiteX11" fmla="*/ 8591582 w 9662615"/>
              <a:gd name="connsiteY11" fmla="*/ 1341666 h 1723719"/>
              <a:gd name="connsiteX12" fmla="*/ 8537336 w 9662615"/>
              <a:gd name="connsiteY12" fmla="*/ 1341684 h 1723719"/>
              <a:gd name="connsiteX13" fmla="*/ 8472508 w 9662615"/>
              <a:gd name="connsiteY13" fmla="*/ 1363109 h 1723719"/>
              <a:gd name="connsiteX14" fmla="*/ 8258477 w 9662615"/>
              <a:gd name="connsiteY14" fmla="*/ 1370666 h 1723719"/>
              <a:gd name="connsiteX15" fmla="*/ 8197961 w 9662615"/>
              <a:gd name="connsiteY15" fmla="*/ 1392804 h 1723719"/>
              <a:gd name="connsiteX16" fmla="*/ 8171196 w 9662615"/>
              <a:gd name="connsiteY16" fmla="*/ 1397216 h 1723719"/>
              <a:gd name="connsiteX17" fmla="*/ 8127667 w 9662615"/>
              <a:gd name="connsiteY17" fmla="*/ 1418254 h 1723719"/>
              <a:gd name="connsiteX18" fmla="*/ 7974579 w 9662615"/>
              <a:gd name="connsiteY18" fmla="*/ 1383439 h 1723719"/>
              <a:gd name="connsiteX19" fmla="*/ 7768351 w 9662615"/>
              <a:gd name="connsiteY19" fmla="*/ 1395051 h 1723719"/>
              <a:gd name="connsiteX20" fmla="*/ 7635985 w 9662615"/>
              <a:gd name="connsiteY20" fmla="*/ 1386363 h 1723719"/>
              <a:gd name="connsiteX21" fmla="*/ 7466069 w 9662615"/>
              <a:gd name="connsiteY21" fmla="*/ 1377654 h 1723719"/>
              <a:gd name="connsiteX22" fmla="*/ 7355642 w 9662615"/>
              <a:gd name="connsiteY22" fmla="*/ 1407761 h 1723719"/>
              <a:gd name="connsiteX23" fmla="*/ 7151610 w 9662615"/>
              <a:gd name="connsiteY23" fmla="*/ 1397856 h 1723719"/>
              <a:gd name="connsiteX24" fmla="*/ 7082147 w 9662615"/>
              <a:gd name="connsiteY24" fmla="*/ 1406113 h 1723719"/>
              <a:gd name="connsiteX25" fmla="*/ 7014958 w 9662615"/>
              <a:gd name="connsiteY25" fmla="*/ 1396883 h 1723719"/>
              <a:gd name="connsiteX26" fmla="*/ 6907567 w 9662615"/>
              <a:gd name="connsiteY26" fmla="*/ 1419149 h 1723719"/>
              <a:gd name="connsiteX27" fmla="*/ 6748428 w 9662615"/>
              <a:gd name="connsiteY27" fmla="*/ 1420308 h 1723719"/>
              <a:gd name="connsiteX28" fmla="*/ 6654257 w 9662615"/>
              <a:gd name="connsiteY28" fmla="*/ 1424143 h 1723719"/>
              <a:gd name="connsiteX29" fmla="*/ 6620123 w 9662615"/>
              <a:gd name="connsiteY29" fmla="*/ 1430535 h 1723719"/>
              <a:gd name="connsiteX30" fmla="*/ 6571355 w 9662615"/>
              <a:gd name="connsiteY30" fmla="*/ 1436144 h 1723719"/>
              <a:gd name="connsiteX31" fmla="*/ 6486557 w 9662615"/>
              <a:gd name="connsiteY31" fmla="*/ 1449861 h 1723719"/>
              <a:gd name="connsiteX32" fmla="*/ 6370419 w 9662615"/>
              <a:gd name="connsiteY32" fmla="*/ 1461649 h 1723719"/>
              <a:gd name="connsiteX33" fmla="*/ 6278839 w 9662615"/>
              <a:gd name="connsiteY33" fmla="*/ 1449160 h 1723719"/>
              <a:gd name="connsiteX34" fmla="*/ 6272455 w 9662615"/>
              <a:gd name="connsiteY34" fmla="*/ 1453191 h 1723719"/>
              <a:gd name="connsiteX35" fmla="*/ 6212659 w 9662615"/>
              <a:gd name="connsiteY35" fmla="*/ 1454850 h 1723719"/>
              <a:gd name="connsiteX36" fmla="*/ 6069317 w 9662615"/>
              <a:gd name="connsiteY36" fmla="*/ 1445838 h 1723719"/>
              <a:gd name="connsiteX37" fmla="*/ 5878477 w 9662615"/>
              <a:gd name="connsiteY37" fmla="*/ 1439180 h 1723719"/>
              <a:gd name="connsiteX38" fmla="*/ 5838387 w 9662615"/>
              <a:gd name="connsiteY38" fmla="*/ 1444679 h 1723719"/>
              <a:gd name="connsiteX39" fmla="*/ 5771136 w 9662615"/>
              <a:gd name="connsiteY39" fmla="*/ 1453639 h 1723719"/>
              <a:gd name="connsiteX40" fmla="*/ 5724081 w 9662615"/>
              <a:gd name="connsiteY40" fmla="*/ 1470431 h 1723719"/>
              <a:gd name="connsiteX41" fmla="*/ 5666577 w 9662615"/>
              <a:gd name="connsiteY41" fmla="*/ 1473921 h 1723719"/>
              <a:gd name="connsiteX42" fmla="*/ 5649068 w 9662615"/>
              <a:gd name="connsiteY42" fmla="*/ 1461676 h 1723719"/>
              <a:gd name="connsiteX43" fmla="*/ 5588902 w 9662615"/>
              <a:gd name="connsiteY43" fmla="*/ 1469647 h 1723719"/>
              <a:gd name="connsiteX44" fmla="*/ 5498090 w 9662615"/>
              <a:gd name="connsiteY44" fmla="*/ 1483173 h 1723719"/>
              <a:gd name="connsiteX45" fmla="*/ 5444641 w 9662615"/>
              <a:gd name="connsiteY45" fmla="*/ 1487602 h 1723719"/>
              <a:gd name="connsiteX46" fmla="*/ 5299812 w 9662615"/>
              <a:gd name="connsiteY46" fmla="*/ 1503362 h 1723719"/>
              <a:gd name="connsiteX47" fmla="*/ 5213947 w 9662615"/>
              <a:gd name="connsiteY47" fmla="*/ 1516637 h 1723719"/>
              <a:gd name="connsiteX48" fmla="*/ 5090342 w 9662615"/>
              <a:gd name="connsiteY48" fmla="*/ 1546680 h 1723719"/>
              <a:gd name="connsiteX49" fmla="*/ 5129812 w 9662615"/>
              <a:gd name="connsiteY49" fmla="*/ 1521277 h 1723719"/>
              <a:gd name="connsiteX50" fmla="*/ 5059484 w 9662615"/>
              <a:gd name="connsiteY50" fmla="*/ 1546802 h 1723719"/>
              <a:gd name="connsiteX51" fmla="*/ 5038524 w 9662615"/>
              <a:gd name="connsiteY51" fmla="*/ 1545675 h 1723719"/>
              <a:gd name="connsiteX52" fmla="*/ 5026564 w 9662615"/>
              <a:gd name="connsiteY52" fmla="*/ 1545376 h 1723719"/>
              <a:gd name="connsiteX53" fmla="*/ 4969433 w 9662615"/>
              <a:gd name="connsiteY53" fmla="*/ 1550865 h 1723719"/>
              <a:gd name="connsiteX54" fmla="*/ 4929254 w 9662615"/>
              <a:gd name="connsiteY54" fmla="*/ 1563452 h 1723719"/>
              <a:gd name="connsiteX55" fmla="*/ 4871726 w 9662615"/>
              <a:gd name="connsiteY55" fmla="*/ 1570584 h 1723719"/>
              <a:gd name="connsiteX56" fmla="*/ 4843267 w 9662615"/>
              <a:gd name="connsiteY56" fmla="*/ 1561459 h 1723719"/>
              <a:gd name="connsiteX57" fmla="*/ 4821058 w 9662615"/>
              <a:gd name="connsiteY57" fmla="*/ 1553078 h 1723719"/>
              <a:gd name="connsiteX58" fmla="*/ 4791466 w 9662615"/>
              <a:gd name="connsiteY58" fmla="*/ 1561324 h 1723719"/>
              <a:gd name="connsiteX59" fmla="*/ 4784247 w 9662615"/>
              <a:gd name="connsiteY59" fmla="*/ 1562342 h 1723719"/>
              <a:gd name="connsiteX60" fmla="*/ 4739309 w 9662615"/>
              <a:gd name="connsiteY60" fmla="*/ 1553948 h 1723719"/>
              <a:gd name="connsiteX61" fmla="*/ 4697562 w 9662615"/>
              <a:gd name="connsiteY61" fmla="*/ 1551206 h 1723719"/>
              <a:gd name="connsiteX62" fmla="*/ 4650737 w 9662615"/>
              <a:gd name="connsiteY62" fmla="*/ 1537381 h 1723719"/>
              <a:gd name="connsiteX63" fmla="*/ 4583150 w 9662615"/>
              <a:gd name="connsiteY63" fmla="*/ 1529064 h 1723719"/>
              <a:gd name="connsiteX64" fmla="*/ 4521734 w 9662615"/>
              <a:gd name="connsiteY64" fmla="*/ 1529359 h 1723719"/>
              <a:gd name="connsiteX65" fmla="*/ 4382398 w 9662615"/>
              <a:gd name="connsiteY65" fmla="*/ 1534108 h 1723719"/>
              <a:gd name="connsiteX66" fmla="*/ 4221826 w 9662615"/>
              <a:gd name="connsiteY66" fmla="*/ 1500972 h 1723719"/>
              <a:gd name="connsiteX67" fmla="*/ 4096601 w 9662615"/>
              <a:gd name="connsiteY67" fmla="*/ 1521563 h 1723719"/>
              <a:gd name="connsiteX68" fmla="*/ 3970635 w 9662615"/>
              <a:gd name="connsiteY68" fmla="*/ 1723719 h 1723719"/>
              <a:gd name="connsiteX69" fmla="*/ 3833906 w 9662615"/>
              <a:gd name="connsiteY69" fmla="*/ 1516637 h 1723719"/>
              <a:gd name="connsiteX70" fmla="*/ 3696258 w 9662615"/>
              <a:gd name="connsiteY70" fmla="*/ 1537563 h 1723719"/>
              <a:gd name="connsiteX71" fmla="*/ 3594070 w 9662615"/>
              <a:gd name="connsiteY71" fmla="*/ 1509422 h 1723719"/>
              <a:gd name="connsiteX72" fmla="*/ 3565233 w 9662615"/>
              <a:gd name="connsiteY72" fmla="*/ 1515122 h 1723719"/>
              <a:gd name="connsiteX73" fmla="*/ 3560267 w 9662615"/>
              <a:gd name="connsiteY73" fmla="*/ 1516288 h 1723719"/>
              <a:gd name="connsiteX74" fmla="*/ 3540258 w 9662615"/>
              <a:gd name="connsiteY74" fmla="*/ 1516976 h 1723719"/>
              <a:gd name="connsiteX75" fmla="*/ 3534780 w 9662615"/>
              <a:gd name="connsiteY75" fmla="*/ 1522141 h 1723719"/>
              <a:gd name="connsiteX76" fmla="*/ 3504783 w 9662615"/>
              <a:gd name="connsiteY76" fmla="*/ 1526739 h 1723719"/>
              <a:gd name="connsiteX77" fmla="*/ 3430805 w 9662615"/>
              <a:gd name="connsiteY77" fmla="*/ 1542521 h 1723719"/>
              <a:gd name="connsiteX78" fmla="*/ 3292707 w 9662615"/>
              <a:gd name="connsiteY78" fmla="*/ 1520490 h 1723719"/>
              <a:gd name="connsiteX79" fmla="*/ 3187872 w 9662615"/>
              <a:gd name="connsiteY79" fmla="*/ 1519991 h 1723719"/>
              <a:gd name="connsiteX80" fmla="*/ 3148026 w 9662615"/>
              <a:gd name="connsiteY80" fmla="*/ 1524777 h 1723719"/>
              <a:gd name="connsiteX81" fmla="*/ 3092394 w 9662615"/>
              <a:gd name="connsiteY81" fmla="*/ 1528115 h 1723719"/>
              <a:gd name="connsiteX82" fmla="*/ 2994200 w 9662615"/>
              <a:gd name="connsiteY82" fmla="*/ 1537857 h 1723719"/>
              <a:gd name="connsiteX83" fmla="*/ 2862301 w 9662615"/>
              <a:gd name="connsiteY83" fmla="*/ 1544250 h 1723719"/>
              <a:gd name="connsiteX84" fmla="*/ 2766335 w 9662615"/>
              <a:gd name="connsiteY84" fmla="*/ 1527662 h 1723719"/>
              <a:gd name="connsiteX85" fmla="*/ 2757836 w 9662615"/>
              <a:gd name="connsiteY85" fmla="*/ 1531371 h 1723719"/>
              <a:gd name="connsiteX86" fmla="*/ 2691555 w 9662615"/>
              <a:gd name="connsiteY86" fmla="*/ 1530283 h 1723719"/>
              <a:gd name="connsiteX87" fmla="*/ 2491676 w 9662615"/>
              <a:gd name="connsiteY87" fmla="*/ 1500859 h 1723719"/>
              <a:gd name="connsiteX88" fmla="*/ 2378036 w 9662615"/>
              <a:gd name="connsiteY88" fmla="*/ 1520645 h 1723719"/>
              <a:gd name="connsiteX89" fmla="*/ 2284269 w 9662615"/>
              <a:gd name="connsiteY89" fmla="*/ 1503068 h 1723719"/>
              <a:gd name="connsiteX90" fmla="*/ 2207104 w 9662615"/>
              <a:gd name="connsiteY90" fmla="*/ 1508888 h 1723719"/>
              <a:gd name="connsiteX91" fmla="*/ 2149226 w 9662615"/>
              <a:gd name="connsiteY91" fmla="*/ 1523409 h 1723719"/>
              <a:gd name="connsiteX92" fmla="*/ 2084783 w 9662615"/>
              <a:gd name="connsiteY92" fmla="*/ 1524245 h 1723719"/>
              <a:gd name="connsiteX93" fmla="*/ 2070075 w 9662615"/>
              <a:gd name="connsiteY93" fmla="*/ 1511285 h 1723719"/>
              <a:gd name="connsiteX94" fmla="*/ 2001057 w 9662615"/>
              <a:gd name="connsiteY94" fmla="*/ 1516449 h 1723719"/>
              <a:gd name="connsiteX95" fmla="*/ 1896330 w 9662615"/>
              <a:gd name="connsiteY95" fmla="*/ 1525725 h 1723719"/>
              <a:gd name="connsiteX96" fmla="*/ 1835994 w 9662615"/>
              <a:gd name="connsiteY96" fmla="*/ 1527678 h 1723719"/>
              <a:gd name="connsiteX97" fmla="*/ 1671119 w 9662615"/>
              <a:gd name="connsiteY97" fmla="*/ 1536701 h 1723719"/>
              <a:gd name="connsiteX98" fmla="*/ 1601337 w 9662615"/>
              <a:gd name="connsiteY98" fmla="*/ 1548552 h 1723719"/>
              <a:gd name="connsiteX99" fmla="*/ 1407755 w 9662615"/>
              <a:gd name="connsiteY99" fmla="*/ 1571444 h 1723719"/>
              <a:gd name="connsiteX100" fmla="*/ 1271994 w 9662615"/>
              <a:gd name="connsiteY100" fmla="*/ 1579471 h 1723719"/>
              <a:gd name="connsiteX101" fmla="*/ 1249226 w 9662615"/>
              <a:gd name="connsiteY101" fmla="*/ 1583140 h 1723719"/>
              <a:gd name="connsiteX102" fmla="*/ 1217719 w 9662615"/>
              <a:gd name="connsiteY102" fmla="*/ 1580863 h 1723719"/>
              <a:gd name="connsiteX103" fmla="*/ 1091432 w 9662615"/>
              <a:gd name="connsiteY103" fmla="*/ 1571003 h 1723719"/>
              <a:gd name="connsiteX104" fmla="*/ 992039 w 9662615"/>
              <a:gd name="connsiteY104" fmla="*/ 1556662 h 1723719"/>
              <a:gd name="connsiteX105" fmla="*/ 868264 w 9662615"/>
              <a:gd name="connsiteY105" fmla="*/ 1566392 h 1723719"/>
              <a:gd name="connsiteX106" fmla="*/ 792765 w 9662615"/>
              <a:gd name="connsiteY106" fmla="*/ 1563102 h 1723719"/>
              <a:gd name="connsiteX107" fmla="*/ 669055 w 9662615"/>
              <a:gd name="connsiteY107" fmla="*/ 1543638 h 1723719"/>
              <a:gd name="connsiteX108" fmla="*/ 506152 w 9662615"/>
              <a:gd name="connsiteY108" fmla="*/ 1549124 h 1723719"/>
              <a:gd name="connsiteX109" fmla="*/ 472797 w 9662615"/>
              <a:gd name="connsiteY109" fmla="*/ 1568904 h 1723719"/>
              <a:gd name="connsiteX110" fmla="*/ 427864 w 9662615"/>
              <a:gd name="connsiteY110" fmla="*/ 1580848 h 1723719"/>
              <a:gd name="connsiteX111" fmla="*/ 408381 w 9662615"/>
              <a:gd name="connsiteY111" fmla="*/ 1552940 h 1723719"/>
              <a:gd name="connsiteX112" fmla="*/ 267163 w 9662615"/>
              <a:gd name="connsiteY112" fmla="*/ 1531913 h 1723719"/>
              <a:gd name="connsiteX113" fmla="*/ 196644 w 9662615"/>
              <a:gd name="connsiteY113" fmla="*/ 1524565 h 1723719"/>
              <a:gd name="connsiteX114" fmla="*/ 86819 w 9662615"/>
              <a:gd name="connsiteY114" fmla="*/ 1519517 h 1723719"/>
              <a:gd name="connsiteX115" fmla="*/ 53369 w 9662615"/>
              <a:gd name="connsiteY115" fmla="*/ 1516853 h 1723719"/>
              <a:gd name="connsiteX116" fmla="*/ 2359 w 9662615"/>
              <a:gd name="connsiteY116" fmla="*/ 1515247 h 1723719"/>
              <a:gd name="connsiteX117" fmla="*/ 0 w 9662615"/>
              <a:gd name="connsiteY117" fmla="*/ 1514932 h 1723719"/>
              <a:gd name="connsiteX118" fmla="*/ 0 w 9662615"/>
              <a:gd name="connsiteY118" fmla="*/ 0 h 1723719"/>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37764 w 9662615"/>
              <a:gd name="connsiteY49" fmla="*/ 1481521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177807 w 9662615"/>
              <a:gd name="connsiteY48" fmla="*/ 1526802 h 1583140"/>
              <a:gd name="connsiteX49" fmla="*/ 5137764 w 9662615"/>
              <a:gd name="connsiteY49" fmla="*/ 1481521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18664 w 9662615"/>
              <a:gd name="connsiteY3" fmla="*/ 1331789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427864 w 9662615"/>
              <a:gd name="connsiteY109" fmla="*/ 1580848 h 1583140"/>
              <a:gd name="connsiteX110" fmla="*/ 408381 w 9662615"/>
              <a:gd name="connsiteY110" fmla="*/ 1552940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427864 w 9662615"/>
              <a:gd name="connsiteY109" fmla="*/ 1580848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53153 w 9662615"/>
              <a:gd name="connsiteY106" fmla="*/ 1563516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40355 w 9662615"/>
              <a:gd name="connsiteY103" fmla="*/ 1560638 h 1583140"/>
              <a:gd name="connsiteX104" fmla="*/ 868264 w 9662615"/>
              <a:gd name="connsiteY104" fmla="*/ 1566392 h 1583140"/>
              <a:gd name="connsiteX105" fmla="*/ 792765 w 9662615"/>
              <a:gd name="connsiteY105" fmla="*/ 1563102 h 1583140"/>
              <a:gd name="connsiteX106" fmla="*/ 653153 w 9662615"/>
              <a:gd name="connsiteY106" fmla="*/ 1563516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92811"/>
              <a:gd name="connsiteX1" fmla="*/ 9662615 w 9662615"/>
              <a:gd name="connsiteY1" fmla="*/ 0 h 1592811"/>
              <a:gd name="connsiteX2" fmla="*/ 9662615 w 9662615"/>
              <a:gd name="connsiteY2" fmla="*/ 1280346 h 1592811"/>
              <a:gd name="connsiteX3" fmla="*/ 9551077 w 9662615"/>
              <a:gd name="connsiteY3" fmla="*/ 1292033 h 1592811"/>
              <a:gd name="connsiteX4" fmla="*/ 9469546 w 9662615"/>
              <a:gd name="connsiteY4" fmla="*/ 1289837 h 1592811"/>
              <a:gd name="connsiteX5" fmla="*/ 9326260 w 9662615"/>
              <a:gd name="connsiteY5" fmla="*/ 1277155 h 1592811"/>
              <a:gd name="connsiteX6" fmla="*/ 9144767 w 9662615"/>
              <a:gd name="connsiteY6" fmla="*/ 1264120 h 1592811"/>
              <a:gd name="connsiteX7" fmla="*/ 8976400 w 9662615"/>
              <a:gd name="connsiteY7" fmla="*/ 1326661 h 1592811"/>
              <a:gd name="connsiteX8" fmla="*/ 8828711 w 9662615"/>
              <a:gd name="connsiteY8" fmla="*/ 1346394 h 1592811"/>
              <a:gd name="connsiteX9" fmla="*/ 8695953 w 9662615"/>
              <a:gd name="connsiteY9" fmla="*/ 1346784 h 1592811"/>
              <a:gd name="connsiteX10" fmla="*/ 8652191 w 9662615"/>
              <a:gd name="connsiteY10" fmla="*/ 1345903 h 1592811"/>
              <a:gd name="connsiteX11" fmla="*/ 8591582 w 9662615"/>
              <a:gd name="connsiteY11" fmla="*/ 1341666 h 1592811"/>
              <a:gd name="connsiteX12" fmla="*/ 8537336 w 9662615"/>
              <a:gd name="connsiteY12" fmla="*/ 1341684 h 1592811"/>
              <a:gd name="connsiteX13" fmla="*/ 8416849 w 9662615"/>
              <a:gd name="connsiteY13" fmla="*/ 1367085 h 1592811"/>
              <a:gd name="connsiteX14" fmla="*/ 8278355 w 9662615"/>
              <a:gd name="connsiteY14" fmla="*/ 1386569 h 1592811"/>
              <a:gd name="connsiteX15" fmla="*/ 8197961 w 9662615"/>
              <a:gd name="connsiteY15" fmla="*/ 1392804 h 1592811"/>
              <a:gd name="connsiteX16" fmla="*/ 8171196 w 9662615"/>
              <a:gd name="connsiteY16" fmla="*/ 1397216 h 1592811"/>
              <a:gd name="connsiteX17" fmla="*/ 8087910 w 9662615"/>
              <a:gd name="connsiteY17" fmla="*/ 1386449 h 1592811"/>
              <a:gd name="connsiteX18" fmla="*/ 7974579 w 9662615"/>
              <a:gd name="connsiteY18" fmla="*/ 1383439 h 1592811"/>
              <a:gd name="connsiteX19" fmla="*/ 7768351 w 9662615"/>
              <a:gd name="connsiteY19" fmla="*/ 1395051 h 1592811"/>
              <a:gd name="connsiteX20" fmla="*/ 7635985 w 9662615"/>
              <a:gd name="connsiteY20" fmla="*/ 1386363 h 1592811"/>
              <a:gd name="connsiteX21" fmla="*/ 7466069 w 9662615"/>
              <a:gd name="connsiteY21" fmla="*/ 1377654 h 1592811"/>
              <a:gd name="connsiteX22" fmla="*/ 7355642 w 9662615"/>
              <a:gd name="connsiteY22" fmla="*/ 1407761 h 1592811"/>
              <a:gd name="connsiteX23" fmla="*/ 7215220 w 9662615"/>
              <a:gd name="connsiteY23" fmla="*/ 1397856 h 1592811"/>
              <a:gd name="connsiteX24" fmla="*/ 7082147 w 9662615"/>
              <a:gd name="connsiteY24" fmla="*/ 1406113 h 1592811"/>
              <a:gd name="connsiteX25" fmla="*/ 6987129 w 9662615"/>
              <a:gd name="connsiteY25" fmla="*/ 1404834 h 1592811"/>
              <a:gd name="connsiteX26" fmla="*/ 6907567 w 9662615"/>
              <a:gd name="connsiteY26" fmla="*/ 1419149 h 1592811"/>
              <a:gd name="connsiteX27" fmla="*/ 6748428 w 9662615"/>
              <a:gd name="connsiteY27" fmla="*/ 1420308 h 1592811"/>
              <a:gd name="connsiteX28" fmla="*/ 6654257 w 9662615"/>
              <a:gd name="connsiteY28" fmla="*/ 1424143 h 1592811"/>
              <a:gd name="connsiteX29" fmla="*/ 6620123 w 9662615"/>
              <a:gd name="connsiteY29" fmla="*/ 1430535 h 1592811"/>
              <a:gd name="connsiteX30" fmla="*/ 6571355 w 9662615"/>
              <a:gd name="connsiteY30" fmla="*/ 1436144 h 1592811"/>
              <a:gd name="connsiteX31" fmla="*/ 6486557 w 9662615"/>
              <a:gd name="connsiteY31" fmla="*/ 1449861 h 1592811"/>
              <a:gd name="connsiteX32" fmla="*/ 6370419 w 9662615"/>
              <a:gd name="connsiteY32" fmla="*/ 1461649 h 1592811"/>
              <a:gd name="connsiteX33" fmla="*/ 6278839 w 9662615"/>
              <a:gd name="connsiteY33" fmla="*/ 1449160 h 1592811"/>
              <a:gd name="connsiteX34" fmla="*/ 6272455 w 9662615"/>
              <a:gd name="connsiteY34" fmla="*/ 1453191 h 1592811"/>
              <a:gd name="connsiteX35" fmla="*/ 6212659 w 9662615"/>
              <a:gd name="connsiteY35" fmla="*/ 1454850 h 1592811"/>
              <a:gd name="connsiteX36" fmla="*/ 6069317 w 9662615"/>
              <a:gd name="connsiteY36" fmla="*/ 1445838 h 1592811"/>
              <a:gd name="connsiteX37" fmla="*/ 5878477 w 9662615"/>
              <a:gd name="connsiteY37" fmla="*/ 1439180 h 1592811"/>
              <a:gd name="connsiteX38" fmla="*/ 5838387 w 9662615"/>
              <a:gd name="connsiteY38" fmla="*/ 1444679 h 1592811"/>
              <a:gd name="connsiteX39" fmla="*/ 5771136 w 9662615"/>
              <a:gd name="connsiteY39" fmla="*/ 1453639 h 1592811"/>
              <a:gd name="connsiteX40" fmla="*/ 5724081 w 9662615"/>
              <a:gd name="connsiteY40" fmla="*/ 1470431 h 1592811"/>
              <a:gd name="connsiteX41" fmla="*/ 5666577 w 9662615"/>
              <a:gd name="connsiteY41" fmla="*/ 1473921 h 1592811"/>
              <a:gd name="connsiteX42" fmla="*/ 5649068 w 9662615"/>
              <a:gd name="connsiteY42" fmla="*/ 1461676 h 1592811"/>
              <a:gd name="connsiteX43" fmla="*/ 5588902 w 9662615"/>
              <a:gd name="connsiteY43" fmla="*/ 1469647 h 1592811"/>
              <a:gd name="connsiteX44" fmla="*/ 5498090 w 9662615"/>
              <a:gd name="connsiteY44" fmla="*/ 1483173 h 1592811"/>
              <a:gd name="connsiteX45" fmla="*/ 5444641 w 9662615"/>
              <a:gd name="connsiteY45" fmla="*/ 1487602 h 1592811"/>
              <a:gd name="connsiteX46" fmla="*/ 5299812 w 9662615"/>
              <a:gd name="connsiteY46" fmla="*/ 1503362 h 1592811"/>
              <a:gd name="connsiteX47" fmla="*/ 5245752 w 9662615"/>
              <a:gd name="connsiteY47" fmla="*/ 1520612 h 1592811"/>
              <a:gd name="connsiteX48" fmla="*/ 5177807 w 9662615"/>
              <a:gd name="connsiteY48" fmla="*/ 1526802 h 1592811"/>
              <a:gd name="connsiteX49" fmla="*/ 5113910 w 9662615"/>
              <a:gd name="connsiteY49" fmla="*/ 1533205 h 1592811"/>
              <a:gd name="connsiteX50" fmla="*/ 5059484 w 9662615"/>
              <a:gd name="connsiteY50" fmla="*/ 1546802 h 1592811"/>
              <a:gd name="connsiteX51" fmla="*/ 5038524 w 9662615"/>
              <a:gd name="connsiteY51" fmla="*/ 1545675 h 1592811"/>
              <a:gd name="connsiteX52" fmla="*/ 5026564 w 9662615"/>
              <a:gd name="connsiteY52" fmla="*/ 1545376 h 1592811"/>
              <a:gd name="connsiteX53" fmla="*/ 4969433 w 9662615"/>
              <a:gd name="connsiteY53" fmla="*/ 1550865 h 1592811"/>
              <a:gd name="connsiteX54" fmla="*/ 4871726 w 9662615"/>
              <a:gd name="connsiteY54" fmla="*/ 1570584 h 1592811"/>
              <a:gd name="connsiteX55" fmla="*/ 4843267 w 9662615"/>
              <a:gd name="connsiteY55" fmla="*/ 1561459 h 1592811"/>
              <a:gd name="connsiteX56" fmla="*/ 4821058 w 9662615"/>
              <a:gd name="connsiteY56" fmla="*/ 1553078 h 1592811"/>
              <a:gd name="connsiteX57" fmla="*/ 4791466 w 9662615"/>
              <a:gd name="connsiteY57" fmla="*/ 1561324 h 1592811"/>
              <a:gd name="connsiteX58" fmla="*/ 4784247 w 9662615"/>
              <a:gd name="connsiteY58" fmla="*/ 1562342 h 1592811"/>
              <a:gd name="connsiteX59" fmla="*/ 4739309 w 9662615"/>
              <a:gd name="connsiteY59" fmla="*/ 1553948 h 1592811"/>
              <a:gd name="connsiteX60" fmla="*/ 4697562 w 9662615"/>
              <a:gd name="connsiteY60" fmla="*/ 1551206 h 1592811"/>
              <a:gd name="connsiteX61" fmla="*/ 4650737 w 9662615"/>
              <a:gd name="connsiteY61" fmla="*/ 1537381 h 1592811"/>
              <a:gd name="connsiteX62" fmla="*/ 4583150 w 9662615"/>
              <a:gd name="connsiteY62" fmla="*/ 1529064 h 1592811"/>
              <a:gd name="connsiteX63" fmla="*/ 4521734 w 9662615"/>
              <a:gd name="connsiteY63" fmla="*/ 1529359 h 1592811"/>
              <a:gd name="connsiteX64" fmla="*/ 4382398 w 9662615"/>
              <a:gd name="connsiteY64" fmla="*/ 1534108 h 1592811"/>
              <a:gd name="connsiteX65" fmla="*/ 4221826 w 9662615"/>
              <a:gd name="connsiteY65" fmla="*/ 1500972 h 1592811"/>
              <a:gd name="connsiteX66" fmla="*/ 4096601 w 9662615"/>
              <a:gd name="connsiteY66" fmla="*/ 1521563 h 1592811"/>
              <a:gd name="connsiteX67" fmla="*/ 4002441 w 9662615"/>
              <a:gd name="connsiteY67" fmla="*/ 1528912 h 1592811"/>
              <a:gd name="connsiteX68" fmla="*/ 3833906 w 9662615"/>
              <a:gd name="connsiteY68" fmla="*/ 1516637 h 1592811"/>
              <a:gd name="connsiteX69" fmla="*/ 3763845 w 9662615"/>
              <a:gd name="connsiteY69" fmla="*/ 1501782 h 1592811"/>
              <a:gd name="connsiteX70" fmla="*/ 3641778 w 9662615"/>
              <a:gd name="connsiteY70" fmla="*/ 1505446 h 1592811"/>
              <a:gd name="connsiteX71" fmla="*/ 3565233 w 9662615"/>
              <a:gd name="connsiteY71" fmla="*/ 1515122 h 1592811"/>
              <a:gd name="connsiteX72" fmla="*/ 3560267 w 9662615"/>
              <a:gd name="connsiteY72" fmla="*/ 1516288 h 1592811"/>
              <a:gd name="connsiteX73" fmla="*/ 3540258 w 9662615"/>
              <a:gd name="connsiteY73" fmla="*/ 1516976 h 1592811"/>
              <a:gd name="connsiteX74" fmla="*/ 3534780 w 9662615"/>
              <a:gd name="connsiteY74" fmla="*/ 1522141 h 1592811"/>
              <a:gd name="connsiteX75" fmla="*/ 3504783 w 9662615"/>
              <a:gd name="connsiteY75" fmla="*/ 1526739 h 1592811"/>
              <a:gd name="connsiteX76" fmla="*/ 3430805 w 9662615"/>
              <a:gd name="connsiteY76" fmla="*/ 1542521 h 1592811"/>
              <a:gd name="connsiteX77" fmla="*/ 3292707 w 9662615"/>
              <a:gd name="connsiteY77" fmla="*/ 1520490 h 1592811"/>
              <a:gd name="connsiteX78" fmla="*/ 3187872 w 9662615"/>
              <a:gd name="connsiteY78" fmla="*/ 1519991 h 1592811"/>
              <a:gd name="connsiteX79" fmla="*/ 3148026 w 9662615"/>
              <a:gd name="connsiteY79" fmla="*/ 1524777 h 1592811"/>
              <a:gd name="connsiteX80" fmla="*/ 3092394 w 9662615"/>
              <a:gd name="connsiteY80" fmla="*/ 1528115 h 1592811"/>
              <a:gd name="connsiteX81" fmla="*/ 2994200 w 9662615"/>
              <a:gd name="connsiteY81" fmla="*/ 1537857 h 1592811"/>
              <a:gd name="connsiteX82" fmla="*/ 2862301 w 9662615"/>
              <a:gd name="connsiteY82" fmla="*/ 1544250 h 1592811"/>
              <a:gd name="connsiteX83" fmla="*/ 2766335 w 9662615"/>
              <a:gd name="connsiteY83" fmla="*/ 1527662 h 1592811"/>
              <a:gd name="connsiteX84" fmla="*/ 2757836 w 9662615"/>
              <a:gd name="connsiteY84" fmla="*/ 1531371 h 1592811"/>
              <a:gd name="connsiteX85" fmla="*/ 2691555 w 9662615"/>
              <a:gd name="connsiteY85" fmla="*/ 1530283 h 1592811"/>
              <a:gd name="connsiteX86" fmla="*/ 2491676 w 9662615"/>
              <a:gd name="connsiteY86" fmla="*/ 1500859 h 1592811"/>
              <a:gd name="connsiteX87" fmla="*/ 2378036 w 9662615"/>
              <a:gd name="connsiteY87" fmla="*/ 1520645 h 1592811"/>
              <a:gd name="connsiteX88" fmla="*/ 2284269 w 9662615"/>
              <a:gd name="connsiteY88" fmla="*/ 1503068 h 1592811"/>
              <a:gd name="connsiteX89" fmla="*/ 2207104 w 9662615"/>
              <a:gd name="connsiteY89" fmla="*/ 1508888 h 1592811"/>
              <a:gd name="connsiteX90" fmla="*/ 2149226 w 9662615"/>
              <a:gd name="connsiteY90" fmla="*/ 1523409 h 1592811"/>
              <a:gd name="connsiteX91" fmla="*/ 2084783 w 9662615"/>
              <a:gd name="connsiteY91" fmla="*/ 1524245 h 1592811"/>
              <a:gd name="connsiteX92" fmla="*/ 2070075 w 9662615"/>
              <a:gd name="connsiteY92" fmla="*/ 1511285 h 1592811"/>
              <a:gd name="connsiteX93" fmla="*/ 2001057 w 9662615"/>
              <a:gd name="connsiteY93" fmla="*/ 1516449 h 1592811"/>
              <a:gd name="connsiteX94" fmla="*/ 1896330 w 9662615"/>
              <a:gd name="connsiteY94" fmla="*/ 1525725 h 1592811"/>
              <a:gd name="connsiteX95" fmla="*/ 1835994 w 9662615"/>
              <a:gd name="connsiteY95" fmla="*/ 1527678 h 1592811"/>
              <a:gd name="connsiteX96" fmla="*/ 1671119 w 9662615"/>
              <a:gd name="connsiteY96" fmla="*/ 1536701 h 1592811"/>
              <a:gd name="connsiteX97" fmla="*/ 1601337 w 9662615"/>
              <a:gd name="connsiteY97" fmla="*/ 1548552 h 1592811"/>
              <a:gd name="connsiteX98" fmla="*/ 1407755 w 9662615"/>
              <a:gd name="connsiteY98" fmla="*/ 1571444 h 1592811"/>
              <a:gd name="connsiteX99" fmla="*/ 1271994 w 9662615"/>
              <a:gd name="connsiteY99" fmla="*/ 1579471 h 1592811"/>
              <a:gd name="connsiteX100" fmla="*/ 1249226 w 9662615"/>
              <a:gd name="connsiteY100" fmla="*/ 1583140 h 1592811"/>
              <a:gd name="connsiteX101" fmla="*/ 1181938 w 9662615"/>
              <a:gd name="connsiteY101" fmla="*/ 1592789 h 1592811"/>
              <a:gd name="connsiteX102" fmla="*/ 1091432 w 9662615"/>
              <a:gd name="connsiteY102" fmla="*/ 1571003 h 1592811"/>
              <a:gd name="connsiteX103" fmla="*/ 940355 w 9662615"/>
              <a:gd name="connsiteY103" fmla="*/ 1560638 h 1592811"/>
              <a:gd name="connsiteX104" fmla="*/ 868264 w 9662615"/>
              <a:gd name="connsiteY104" fmla="*/ 1566392 h 1592811"/>
              <a:gd name="connsiteX105" fmla="*/ 792765 w 9662615"/>
              <a:gd name="connsiteY105" fmla="*/ 1563102 h 1592811"/>
              <a:gd name="connsiteX106" fmla="*/ 653153 w 9662615"/>
              <a:gd name="connsiteY106" fmla="*/ 1563516 h 1592811"/>
              <a:gd name="connsiteX107" fmla="*/ 541933 w 9662615"/>
              <a:gd name="connsiteY107" fmla="*/ 1561051 h 1592811"/>
              <a:gd name="connsiteX108" fmla="*/ 472797 w 9662615"/>
              <a:gd name="connsiteY108" fmla="*/ 1568904 h 1592811"/>
              <a:gd name="connsiteX109" fmla="*/ 396059 w 9662615"/>
              <a:gd name="connsiteY109" fmla="*/ 1560970 h 1592811"/>
              <a:gd name="connsiteX110" fmla="*/ 336819 w 9662615"/>
              <a:gd name="connsiteY110" fmla="*/ 1560892 h 1592811"/>
              <a:gd name="connsiteX111" fmla="*/ 267163 w 9662615"/>
              <a:gd name="connsiteY111" fmla="*/ 1531913 h 1592811"/>
              <a:gd name="connsiteX112" fmla="*/ 196644 w 9662615"/>
              <a:gd name="connsiteY112" fmla="*/ 1524565 h 1592811"/>
              <a:gd name="connsiteX113" fmla="*/ 86819 w 9662615"/>
              <a:gd name="connsiteY113" fmla="*/ 1519517 h 1592811"/>
              <a:gd name="connsiteX114" fmla="*/ 53369 w 9662615"/>
              <a:gd name="connsiteY114" fmla="*/ 1516853 h 1592811"/>
              <a:gd name="connsiteX115" fmla="*/ 2359 w 9662615"/>
              <a:gd name="connsiteY115" fmla="*/ 1515247 h 1592811"/>
              <a:gd name="connsiteX116" fmla="*/ 0 w 9662615"/>
              <a:gd name="connsiteY116" fmla="*/ 1514932 h 1592811"/>
              <a:gd name="connsiteX117" fmla="*/ 0 w 9662615"/>
              <a:gd name="connsiteY117" fmla="*/ 0 h 1592811"/>
              <a:gd name="connsiteX0" fmla="*/ 0 w 9662615"/>
              <a:gd name="connsiteY0" fmla="*/ 0 h 1592811"/>
              <a:gd name="connsiteX1" fmla="*/ 9662615 w 9662615"/>
              <a:gd name="connsiteY1" fmla="*/ 0 h 1592811"/>
              <a:gd name="connsiteX2" fmla="*/ 9662615 w 9662615"/>
              <a:gd name="connsiteY2" fmla="*/ 1280346 h 1592811"/>
              <a:gd name="connsiteX3" fmla="*/ 9551077 w 9662615"/>
              <a:gd name="connsiteY3" fmla="*/ 1292033 h 1592811"/>
              <a:gd name="connsiteX4" fmla="*/ 9469546 w 9662615"/>
              <a:gd name="connsiteY4" fmla="*/ 1289837 h 1592811"/>
              <a:gd name="connsiteX5" fmla="*/ 9326260 w 9662615"/>
              <a:gd name="connsiteY5" fmla="*/ 1277155 h 1592811"/>
              <a:gd name="connsiteX6" fmla="*/ 9144767 w 9662615"/>
              <a:gd name="connsiteY6" fmla="*/ 1264120 h 1592811"/>
              <a:gd name="connsiteX7" fmla="*/ 8976400 w 9662615"/>
              <a:gd name="connsiteY7" fmla="*/ 1326661 h 1592811"/>
              <a:gd name="connsiteX8" fmla="*/ 8828711 w 9662615"/>
              <a:gd name="connsiteY8" fmla="*/ 1346394 h 1592811"/>
              <a:gd name="connsiteX9" fmla="*/ 8695953 w 9662615"/>
              <a:gd name="connsiteY9" fmla="*/ 1346784 h 1592811"/>
              <a:gd name="connsiteX10" fmla="*/ 8652191 w 9662615"/>
              <a:gd name="connsiteY10" fmla="*/ 1345903 h 1592811"/>
              <a:gd name="connsiteX11" fmla="*/ 8591582 w 9662615"/>
              <a:gd name="connsiteY11" fmla="*/ 1341666 h 1592811"/>
              <a:gd name="connsiteX12" fmla="*/ 8537336 w 9662615"/>
              <a:gd name="connsiteY12" fmla="*/ 1341684 h 1592811"/>
              <a:gd name="connsiteX13" fmla="*/ 8416849 w 9662615"/>
              <a:gd name="connsiteY13" fmla="*/ 1367085 h 1592811"/>
              <a:gd name="connsiteX14" fmla="*/ 8278355 w 9662615"/>
              <a:gd name="connsiteY14" fmla="*/ 1386569 h 1592811"/>
              <a:gd name="connsiteX15" fmla="*/ 8197961 w 9662615"/>
              <a:gd name="connsiteY15" fmla="*/ 1392804 h 1592811"/>
              <a:gd name="connsiteX16" fmla="*/ 8171196 w 9662615"/>
              <a:gd name="connsiteY16" fmla="*/ 1397216 h 1592811"/>
              <a:gd name="connsiteX17" fmla="*/ 8087910 w 9662615"/>
              <a:gd name="connsiteY17" fmla="*/ 1386449 h 1592811"/>
              <a:gd name="connsiteX18" fmla="*/ 7974579 w 9662615"/>
              <a:gd name="connsiteY18" fmla="*/ 1383439 h 1592811"/>
              <a:gd name="connsiteX19" fmla="*/ 7768351 w 9662615"/>
              <a:gd name="connsiteY19" fmla="*/ 1395051 h 1592811"/>
              <a:gd name="connsiteX20" fmla="*/ 7635985 w 9662615"/>
              <a:gd name="connsiteY20" fmla="*/ 1386363 h 1592811"/>
              <a:gd name="connsiteX21" fmla="*/ 7466069 w 9662615"/>
              <a:gd name="connsiteY21" fmla="*/ 1377654 h 1592811"/>
              <a:gd name="connsiteX22" fmla="*/ 7355642 w 9662615"/>
              <a:gd name="connsiteY22" fmla="*/ 1407761 h 1592811"/>
              <a:gd name="connsiteX23" fmla="*/ 7215220 w 9662615"/>
              <a:gd name="connsiteY23" fmla="*/ 1397856 h 1592811"/>
              <a:gd name="connsiteX24" fmla="*/ 7082147 w 9662615"/>
              <a:gd name="connsiteY24" fmla="*/ 1406113 h 1592811"/>
              <a:gd name="connsiteX25" fmla="*/ 6987129 w 9662615"/>
              <a:gd name="connsiteY25" fmla="*/ 1404834 h 1592811"/>
              <a:gd name="connsiteX26" fmla="*/ 6907567 w 9662615"/>
              <a:gd name="connsiteY26" fmla="*/ 1419149 h 1592811"/>
              <a:gd name="connsiteX27" fmla="*/ 6748428 w 9662615"/>
              <a:gd name="connsiteY27" fmla="*/ 1420308 h 1592811"/>
              <a:gd name="connsiteX28" fmla="*/ 6654257 w 9662615"/>
              <a:gd name="connsiteY28" fmla="*/ 1424143 h 1592811"/>
              <a:gd name="connsiteX29" fmla="*/ 6620123 w 9662615"/>
              <a:gd name="connsiteY29" fmla="*/ 1430535 h 1592811"/>
              <a:gd name="connsiteX30" fmla="*/ 6571355 w 9662615"/>
              <a:gd name="connsiteY30" fmla="*/ 1436144 h 1592811"/>
              <a:gd name="connsiteX31" fmla="*/ 6486557 w 9662615"/>
              <a:gd name="connsiteY31" fmla="*/ 1449861 h 1592811"/>
              <a:gd name="connsiteX32" fmla="*/ 6370419 w 9662615"/>
              <a:gd name="connsiteY32" fmla="*/ 1461649 h 1592811"/>
              <a:gd name="connsiteX33" fmla="*/ 6278839 w 9662615"/>
              <a:gd name="connsiteY33" fmla="*/ 1449160 h 1592811"/>
              <a:gd name="connsiteX34" fmla="*/ 6272455 w 9662615"/>
              <a:gd name="connsiteY34" fmla="*/ 1453191 h 1592811"/>
              <a:gd name="connsiteX35" fmla="*/ 6212659 w 9662615"/>
              <a:gd name="connsiteY35" fmla="*/ 1454850 h 1592811"/>
              <a:gd name="connsiteX36" fmla="*/ 6069317 w 9662615"/>
              <a:gd name="connsiteY36" fmla="*/ 1445838 h 1592811"/>
              <a:gd name="connsiteX37" fmla="*/ 5878477 w 9662615"/>
              <a:gd name="connsiteY37" fmla="*/ 1439180 h 1592811"/>
              <a:gd name="connsiteX38" fmla="*/ 5838387 w 9662615"/>
              <a:gd name="connsiteY38" fmla="*/ 1444679 h 1592811"/>
              <a:gd name="connsiteX39" fmla="*/ 5771136 w 9662615"/>
              <a:gd name="connsiteY39" fmla="*/ 1453639 h 1592811"/>
              <a:gd name="connsiteX40" fmla="*/ 5724081 w 9662615"/>
              <a:gd name="connsiteY40" fmla="*/ 1470431 h 1592811"/>
              <a:gd name="connsiteX41" fmla="*/ 5666577 w 9662615"/>
              <a:gd name="connsiteY41" fmla="*/ 1473921 h 1592811"/>
              <a:gd name="connsiteX42" fmla="*/ 5649068 w 9662615"/>
              <a:gd name="connsiteY42" fmla="*/ 1461676 h 1592811"/>
              <a:gd name="connsiteX43" fmla="*/ 5588902 w 9662615"/>
              <a:gd name="connsiteY43" fmla="*/ 1469647 h 1592811"/>
              <a:gd name="connsiteX44" fmla="*/ 5498090 w 9662615"/>
              <a:gd name="connsiteY44" fmla="*/ 1483173 h 1592811"/>
              <a:gd name="connsiteX45" fmla="*/ 5444641 w 9662615"/>
              <a:gd name="connsiteY45" fmla="*/ 1487602 h 1592811"/>
              <a:gd name="connsiteX46" fmla="*/ 5299812 w 9662615"/>
              <a:gd name="connsiteY46" fmla="*/ 1503362 h 1592811"/>
              <a:gd name="connsiteX47" fmla="*/ 5245752 w 9662615"/>
              <a:gd name="connsiteY47" fmla="*/ 1520612 h 1592811"/>
              <a:gd name="connsiteX48" fmla="*/ 5177807 w 9662615"/>
              <a:gd name="connsiteY48" fmla="*/ 1526802 h 1592811"/>
              <a:gd name="connsiteX49" fmla="*/ 5113910 w 9662615"/>
              <a:gd name="connsiteY49" fmla="*/ 1533205 h 1592811"/>
              <a:gd name="connsiteX50" fmla="*/ 5059484 w 9662615"/>
              <a:gd name="connsiteY50" fmla="*/ 1546802 h 1592811"/>
              <a:gd name="connsiteX51" fmla="*/ 5038524 w 9662615"/>
              <a:gd name="connsiteY51" fmla="*/ 1545675 h 1592811"/>
              <a:gd name="connsiteX52" fmla="*/ 5026564 w 9662615"/>
              <a:gd name="connsiteY52" fmla="*/ 1545376 h 1592811"/>
              <a:gd name="connsiteX53" fmla="*/ 4969433 w 9662615"/>
              <a:gd name="connsiteY53" fmla="*/ 1550865 h 1592811"/>
              <a:gd name="connsiteX54" fmla="*/ 4871726 w 9662615"/>
              <a:gd name="connsiteY54" fmla="*/ 1570584 h 1592811"/>
              <a:gd name="connsiteX55" fmla="*/ 4843267 w 9662615"/>
              <a:gd name="connsiteY55" fmla="*/ 1561459 h 1592811"/>
              <a:gd name="connsiteX56" fmla="*/ 4821058 w 9662615"/>
              <a:gd name="connsiteY56" fmla="*/ 1553078 h 1592811"/>
              <a:gd name="connsiteX57" fmla="*/ 4791466 w 9662615"/>
              <a:gd name="connsiteY57" fmla="*/ 1561324 h 1592811"/>
              <a:gd name="connsiteX58" fmla="*/ 4784247 w 9662615"/>
              <a:gd name="connsiteY58" fmla="*/ 1562342 h 1592811"/>
              <a:gd name="connsiteX59" fmla="*/ 4739309 w 9662615"/>
              <a:gd name="connsiteY59" fmla="*/ 1553948 h 1592811"/>
              <a:gd name="connsiteX60" fmla="*/ 4697562 w 9662615"/>
              <a:gd name="connsiteY60" fmla="*/ 1551206 h 1592811"/>
              <a:gd name="connsiteX61" fmla="*/ 4650737 w 9662615"/>
              <a:gd name="connsiteY61" fmla="*/ 1537381 h 1592811"/>
              <a:gd name="connsiteX62" fmla="*/ 4583150 w 9662615"/>
              <a:gd name="connsiteY62" fmla="*/ 1529064 h 1592811"/>
              <a:gd name="connsiteX63" fmla="*/ 4521734 w 9662615"/>
              <a:gd name="connsiteY63" fmla="*/ 1529359 h 1592811"/>
              <a:gd name="connsiteX64" fmla="*/ 4382398 w 9662615"/>
              <a:gd name="connsiteY64" fmla="*/ 1534108 h 1592811"/>
              <a:gd name="connsiteX65" fmla="*/ 4221826 w 9662615"/>
              <a:gd name="connsiteY65" fmla="*/ 1500972 h 1592811"/>
              <a:gd name="connsiteX66" fmla="*/ 4096601 w 9662615"/>
              <a:gd name="connsiteY66" fmla="*/ 1521563 h 1592811"/>
              <a:gd name="connsiteX67" fmla="*/ 4002441 w 9662615"/>
              <a:gd name="connsiteY67" fmla="*/ 1528912 h 1592811"/>
              <a:gd name="connsiteX68" fmla="*/ 3833906 w 9662615"/>
              <a:gd name="connsiteY68" fmla="*/ 1516637 h 1592811"/>
              <a:gd name="connsiteX69" fmla="*/ 3763845 w 9662615"/>
              <a:gd name="connsiteY69" fmla="*/ 1501782 h 1592811"/>
              <a:gd name="connsiteX70" fmla="*/ 3641778 w 9662615"/>
              <a:gd name="connsiteY70" fmla="*/ 1505446 h 1592811"/>
              <a:gd name="connsiteX71" fmla="*/ 3565233 w 9662615"/>
              <a:gd name="connsiteY71" fmla="*/ 1515122 h 1592811"/>
              <a:gd name="connsiteX72" fmla="*/ 3560267 w 9662615"/>
              <a:gd name="connsiteY72" fmla="*/ 1516288 h 1592811"/>
              <a:gd name="connsiteX73" fmla="*/ 3540258 w 9662615"/>
              <a:gd name="connsiteY73" fmla="*/ 1516976 h 1592811"/>
              <a:gd name="connsiteX74" fmla="*/ 3534780 w 9662615"/>
              <a:gd name="connsiteY74" fmla="*/ 1522141 h 1592811"/>
              <a:gd name="connsiteX75" fmla="*/ 3504783 w 9662615"/>
              <a:gd name="connsiteY75" fmla="*/ 1526739 h 1592811"/>
              <a:gd name="connsiteX76" fmla="*/ 3430805 w 9662615"/>
              <a:gd name="connsiteY76" fmla="*/ 1542521 h 1592811"/>
              <a:gd name="connsiteX77" fmla="*/ 3292707 w 9662615"/>
              <a:gd name="connsiteY77" fmla="*/ 1520490 h 1592811"/>
              <a:gd name="connsiteX78" fmla="*/ 3187872 w 9662615"/>
              <a:gd name="connsiteY78" fmla="*/ 1519991 h 1592811"/>
              <a:gd name="connsiteX79" fmla="*/ 3148026 w 9662615"/>
              <a:gd name="connsiteY79" fmla="*/ 1524777 h 1592811"/>
              <a:gd name="connsiteX80" fmla="*/ 3092394 w 9662615"/>
              <a:gd name="connsiteY80" fmla="*/ 1528115 h 1592811"/>
              <a:gd name="connsiteX81" fmla="*/ 2994200 w 9662615"/>
              <a:gd name="connsiteY81" fmla="*/ 1537857 h 1592811"/>
              <a:gd name="connsiteX82" fmla="*/ 2862301 w 9662615"/>
              <a:gd name="connsiteY82" fmla="*/ 1544250 h 1592811"/>
              <a:gd name="connsiteX83" fmla="*/ 2766335 w 9662615"/>
              <a:gd name="connsiteY83" fmla="*/ 1527662 h 1592811"/>
              <a:gd name="connsiteX84" fmla="*/ 2757836 w 9662615"/>
              <a:gd name="connsiteY84" fmla="*/ 1531371 h 1592811"/>
              <a:gd name="connsiteX85" fmla="*/ 2691555 w 9662615"/>
              <a:gd name="connsiteY85" fmla="*/ 1530283 h 1592811"/>
              <a:gd name="connsiteX86" fmla="*/ 2491676 w 9662615"/>
              <a:gd name="connsiteY86" fmla="*/ 1500859 h 1592811"/>
              <a:gd name="connsiteX87" fmla="*/ 2378036 w 9662615"/>
              <a:gd name="connsiteY87" fmla="*/ 1520645 h 1592811"/>
              <a:gd name="connsiteX88" fmla="*/ 2284269 w 9662615"/>
              <a:gd name="connsiteY88" fmla="*/ 1503068 h 1592811"/>
              <a:gd name="connsiteX89" fmla="*/ 2207104 w 9662615"/>
              <a:gd name="connsiteY89" fmla="*/ 1508888 h 1592811"/>
              <a:gd name="connsiteX90" fmla="*/ 2149226 w 9662615"/>
              <a:gd name="connsiteY90" fmla="*/ 1523409 h 1592811"/>
              <a:gd name="connsiteX91" fmla="*/ 2084783 w 9662615"/>
              <a:gd name="connsiteY91" fmla="*/ 1524245 h 1592811"/>
              <a:gd name="connsiteX92" fmla="*/ 2070075 w 9662615"/>
              <a:gd name="connsiteY92" fmla="*/ 1511285 h 1592811"/>
              <a:gd name="connsiteX93" fmla="*/ 2001057 w 9662615"/>
              <a:gd name="connsiteY93" fmla="*/ 1516449 h 1592811"/>
              <a:gd name="connsiteX94" fmla="*/ 1896330 w 9662615"/>
              <a:gd name="connsiteY94" fmla="*/ 1525725 h 1592811"/>
              <a:gd name="connsiteX95" fmla="*/ 1835994 w 9662615"/>
              <a:gd name="connsiteY95" fmla="*/ 1527678 h 1592811"/>
              <a:gd name="connsiteX96" fmla="*/ 1671119 w 9662615"/>
              <a:gd name="connsiteY96" fmla="*/ 1536701 h 1592811"/>
              <a:gd name="connsiteX97" fmla="*/ 1601337 w 9662615"/>
              <a:gd name="connsiteY97" fmla="*/ 1548552 h 1592811"/>
              <a:gd name="connsiteX98" fmla="*/ 1407755 w 9662615"/>
              <a:gd name="connsiteY98" fmla="*/ 1571444 h 1592811"/>
              <a:gd name="connsiteX99" fmla="*/ 1291872 w 9662615"/>
              <a:gd name="connsiteY99" fmla="*/ 1579471 h 1592811"/>
              <a:gd name="connsiteX100" fmla="*/ 1249226 w 9662615"/>
              <a:gd name="connsiteY100" fmla="*/ 1583140 h 1592811"/>
              <a:gd name="connsiteX101" fmla="*/ 1181938 w 9662615"/>
              <a:gd name="connsiteY101" fmla="*/ 1592789 h 1592811"/>
              <a:gd name="connsiteX102" fmla="*/ 1091432 w 9662615"/>
              <a:gd name="connsiteY102" fmla="*/ 1571003 h 1592811"/>
              <a:gd name="connsiteX103" fmla="*/ 940355 w 9662615"/>
              <a:gd name="connsiteY103" fmla="*/ 1560638 h 1592811"/>
              <a:gd name="connsiteX104" fmla="*/ 868264 w 9662615"/>
              <a:gd name="connsiteY104" fmla="*/ 1566392 h 1592811"/>
              <a:gd name="connsiteX105" fmla="*/ 792765 w 9662615"/>
              <a:gd name="connsiteY105" fmla="*/ 1563102 h 1592811"/>
              <a:gd name="connsiteX106" fmla="*/ 653153 w 9662615"/>
              <a:gd name="connsiteY106" fmla="*/ 1563516 h 1592811"/>
              <a:gd name="connsiteX107" fmla="*/ 541933 w 9662615"/>
              <a:gd name="connsiteY107" fmla="*/ 1561051 h 1592811"/>
              <a:gd name="connsiteX108" fmla="*/ 472797 w 9662615"/>
              <a:gd name="connsiteY108" fmla="*/ 1568904 h 1592811"/>
              <a:gd name="connsiteX109" fmla="*/ 396059 w 9662615"/>
              <a:gd name="connsiteY109" fmla="*/ 1560970 h 1592811"/>
              <a:gd name="connsiteX110" fmla="*/ 336819 w 9662615"/>
              <a:gd name="connsiteY110" fmla="*/ 1560892 h 1592811"/>
              <a:gd name="connsiteX111" fmla="*/ 267163 w 9662615"/>
              <a:gd name="connsiteY111" fmla="*/ 1531913 h 1592811"/>
              <a:gd name="connsiteX112" fmla="*/ 196644 w 9662615"/>
              <a:gd name="connsiteY112" fmla="*/ 1524565 h 1592811"/>
              <a:gd name="connsiteX113" fmla="*/ 86819 w 9662615"/>
              <a:gd name="connsiteY113" fmla="*/ 1519517 h 1592811"/>
              <a:gd name="connsiteX114" fmla="*/ 53369 w 9662615"/>
              <a:gd name="connsiteY114" fmla="*/ 1516853 h 1592811"/>
              <a:gd name="connsiteX115" fmla="*/ 2359 w 9662615"/>
              <a:gd name="connsiteY115" fmla="*/ 1515247 h 1592811"/>
              <a:gd name="connsiteX116" fmla="*/ 0 w 9662615"/>
              <a:gd name="connsiteY116" fmla="*/ 1514932 h 1592811"/>
              <a:gd name="connsiteX117" fmla="*/ 0 w 9662615"/>
              <a:gd name="connsiteY117" fmla="*/ 0 h 1592811"/>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504783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601337 w 9662615"/>
              <a:gd name="connsiteY97" fmla="*/ 1548552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504783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612941 w 9662615"/>
              <a:gd name="connsiteY71" fmla="*/ 1411755 h 1603018"/>
              <a:gd name="connsiteX72" fmla="*/ 3560267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612941 w 9662615"/>
              <a:gd name="connsiteY71" fmla="*/ 141175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12941 w 9662615"/>
              <a:gd name="connsiteY71" fmla="*/ 141175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46221 w 9662615"/>
              <a:gd name="connsiteY92" fmla="*/ 1523212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46221 w 9662615"/>
              <a:gd name="connsiteY92" fmla="*/ 1523212 h 1603018"/>
              <a:gd name="connsiteX93" fmla="*/ 2001057 w 9662615"/>
              <a:gd name="connsiteY93" fmla="*/ 1516449 h 1603018"/>
              <a:gd name="connsiteX94" fmla="*/ 1920184 w 9662615"/>
              <a:gd name="connsiteY94" fmla="*/ 1533676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9662615" h="1603018">
                <a:moveTo>
                  <a:pt x="0" y="0"/>
                </a:moveTo>
                <a:lnTo>
                  <a:pt x="9662615" y="0"/>
                </a:lnTo>
                <a:lnTo>
                  <a:pt x="9662615" y="1280346"/>
                </a:lnTo>
                <a:lnTo>
                  <a:pt x="9551077" y="1292033"/>
                </a:lnTo>
                <a:cubicBezTo>
                  <a:pt x="9489925" y="1291588"/>
                  <a:pt x="9543615" y="1296257"/>
                  <a:pt x="9469546" y="1289837"/>
                </a:cubicBezTo>
                <a:cubicBezTo>
                  <a:pt x="9413040" y="1331485"/>
                  <a:pt x="9340031" y="1268376"/>
                  <a:pt x="9326260" y="1277155"/>
                </a:cubicBezTo>
                <a:cubicBezTo>
                  <a:pt x="9234251" y="1284900"/>
                  <a:pt x="9225377" y="1258935"/>
                  <a:pt x="9144767" y="1264120"/>
                </a:cubicBezTo>
                <a:cubicBezTo>
                  <a:pt x="9159115" y="1310075"/>
                  <a:pt x="9066692" y="1304806"/>
                  <a:pt x="8976400" y="1326661"/>
                </a:cubicBezTo>
                <a:cubicBezTo>
                  <a:pt x="8931920" y="1325947"/>
                  <a:pt x="8871807" y="1351060"/>
                  <a:pt x="8828711" y="1346394"/>
                </a:cubicBezTo>
                <a:cubicBezTo>
                  <a:pt x="8809650" y="1326213"/>
                  <a:pt x="8718313" y="1358527"/>
                  <a:pt x="8695953" y="1346784"/>
                </a:cubicBezTo>
                <a:cubicBezTo>
                  <a:pt x="8694290" y="1355317"/>
                  <a:pt x="8661526" y="1349865"/>
                  <a:pt x="8652191" y="1345903"/>
                </a:cubicBezTo>
                <a:cubicBezTo>
                  <a:pt x="8641363" y="1349626"/>
                  <a:pt x="8603292" y="1341304"/>
                  <a:pt x="8591582" y="1341666"/>
                </a:cubicBezTo>
                <a:cubicBezTo>
                  <a:pt x="8568421" y="1323004"/>
                  <a:pt x="8565847" y="1352287"/>
                  <a:pt x="8537336" y="1341684"/>
                </a:cubicBezTo>
                <a:cubicBezTo>
                  <a:pt x="8524809" y="1348019"/>
                  <a:pt x="8445703" y="1377667"/>
                  <a:pt x="8416849" y="1367085"/>
                </a:cubicBezTo>
                <a:cubicBezTo>
                  <a:pt x="8350736" y="1379599"/>
                  <a:pt x="8346589" y="1391624"/>
                  <a:pt x="8278355" y="1386569"/>
                </a:cubicBezTo>
                <a:cubicBezTo>
                  <a:pt x="8268756" y="1398649"/>
                  <a:pt x="8183331" y="1371185"/>
                  <a:pt x="8197961" y="1392804"/>
                </a:cubicBezTo>
                <a:cubicBezTo>
                  <a:pt x="8175189" y="1391748"/>
                  <a:pt x="8158503" y="1383145"/>
                  <a:pt x="8171196" y="1397216"/>
                </a:cubicBezTo>
                <a:cubicBezTo>
                  <a:pt x="8141821" y="1397466"/>
                  <a:pt x="8125626" y="1386947"/>
                  <a:pt x="8087910" y="1386449"/>
                </a:cubicBezTo>
                <a:cubicBezTo>
                  <a:pt x="8029319" y="1362701"/>
                  <a:pt x="8020916" y="1407035"/>
                  <a:pt x="7974579" y="1383439"/>
                </a:cubicBezTo>
                <a:cubicBezTo>
                  <a:pt x="7912074" y="1402493"/>
                  <a:pt x="7841761" y="1389550"/>
                  <a:pt x="7768351" y="1395051"/>
                </a:cubicBezTo>
                <a:cubicBezTo>
                  <a:pt x="7741665" y="1390266"/>
                  <a:pt x="7663663" y="1410813"/>
                  <a:pt x="7635985" y="1386363"/>
                </a:cubicBezTo>
                <a:cubicBezTo>
                  <a:pt x="7646173" y="1415707"/>
                  <a:pt x="7542198" y="1378410"/>
                  <a:pt x="7466069" y="1377654"/>
                </a:cubicBezTo>
                <a:cubicBezTo>
                  <a:pt x="7427626" y="1403818"/>
                  <a:pt x="7337822" y="1398948"/>
                  <a:pt x="7355642" y="1407761"/>
                </a:cubicBezTo>
                <a:cubicBezTo>
                  <a:pt x="7270634" y="1390553"/>
                  <a:pt x="7306340" y="1403822"/>
                  <a:pt x="7215220" y="1397856"/>
                </a:cubicBezTo>
                <a:cubicBezTo>
                  <a:pt x="7175381" y="1421457"/>
                  <a:pt x="7122339" y="1428094"/>
                  <a:pt x="7082147" y="1406113"/>
                </a:cubicBezTo>
                <a:cubicBezTo>
                  <a:pt x="7040624" y="1425217"/>
                  <a:pt x="7029993" y="1391726"/>
                  <a:pt x="6987129" y="1404834"/>
                </a:cubicBezTo>
                <a:cubicBezTo>
                  <a:pt x="6953477" y="1411964"/>
                  <a:pt x="6957479" y="1421694"/>
                  <a:pt x="6907567" y="1419149"/>
                </a:cubicBezTo>
                <a:cubicBezTo>
                  <a:pt x="6863513" y="1408514"/>
                  <a:pt x="6803088" y="1434619"/>
                  <a:pt x="6748428" y="1420308"/>
                </a:cubicBezTo>
                <a:cubicBezTo>
                  <a:pt x="6728317" y="1416860"/>
                  <a:pt x="6666046" y="1417296"/>
                  <a:pt x="6654257" y="1424143"/>
                </a:cubicBezTo>
                <a:cubicBezTo>
                  <a:pt x="6641271" y="1425628"/>
                  <a:pt x="6626125" y="1423202"/>
                  <a:pt x="6620123" y="1430535"/>
                </a:cubicBezTo>
                <a:cubicBezTo>
                  <a:pt x="6610208" y="1439359"/>
                  <a:pt x="6564906" y="1425734"/>
                  <a:pt x="6571355" y="1436144"/>
                </a:cubicBezTo>
                <a:cubicBezTo>
                  <a:pt x="6539188" y="1426808"/>
                  <a:pt x="6513602" y="1445293"/>
                  <a:pt x="6486557" y="1449861"/>
                </a:cubicBezTo>
                <a:cubicBezTo>
                  <a:pt x="6461221" y="1440598"/>
                  <a:pt x="6429457" y="1459319"/>
                  <a:pt x="6370419" y="1461649"/>
                </a:cubicBezTo>
                <a:cubicBezTo>
                  <a:pt x="6342558" y="1450937"/>
                  <a:pt x="6330664" y="1463365"/>
                  <a:pt x="6278839" y="1449160"/>
                </a:cubicBezTo>
                <a:cubicBezTo>
                  <a:pt x="6277206" y="1450621"/>
                  <a:pt x="6275057" y="1451978"/>
                  <a:pt x="6272455" y="1453191"/>
                </a:cubicBezTo>
                <a:cubicBezTo>
                  <a:pt x="6257338" y="1460236"/>
                  <a:pt x="6230567" y="1460979"/>
                  <a:pt x="6212659" y="1454850"/>
                </a:cubicBezTo>
                <a:cubicBezTo>
                  <a:pt x="6130994" y="1436046"/>
                  <a:pt x="6135790" y="1448771"/>
                  <a:pt x="6069317" y="1445838"/>
                </a:cubicBezTo>
                <a:cubicBezTo>
                  <a:pt x="5994738" y="1444791"/>
                  <a:pt x="5975991" y="1456673"/>
                  <a:pt x="5878477" y="1439180"/>
                </a:cubicBezTo>
                <a:cubicBezTo>
                  <a:pt x="5870803" y="1447519"/>
                  <a:pt x="5859206" y="1448153"/>
                  <a:pt x="5838387" y="1444679"/>
                </a:cubicBezTo>
                <a:cubicBezTo>
                  <a:pt x="5802317" y="1444778"/>
                  <a:pt x="5810848" y="1465165"/>
                  <a:pt x="5771136" y="1453639"/>
                </a:cubicBezTo>
                <a:cubicBezTo>
                  <a:pt x="5780732" y="1464484"/>
                  <a:pt x="5704275" y="1459369"/>
                  <a:pt x="5724081" y="1470431"/>
                </a:cubicBezTo>
                <a:cubicBezTo>
                  <a:pt x="5703536" y="1480946"/>
                  <a:pt x="5687323" y="1464719"/>
                  <a:pt x="5666577" y="1473921"/>
                </a:cubicBezTo>
                <a:cubicBezTo>
                  <a:pt x="5640974" y="1476520"/>
                  <a:pt x="5678275" y="1461854"/>
                  <a:pt x="5649068" y="1461676"/>
                </a:cubicBezTo>
                <a:cubicBezTo>
                  <a:pt x="5614218" y="1463443"/>
                  <a:pt x="5608578" y="1443299"/>
                  <a:pt x="5588902" y="1469647"/>
                </a:cubicBezTo>
                <a:cubicBezTo>
                  <a:pt x="5550386" y="1464321"/>
                  <a:pt x="5546573" y="1476049"/>
                  <a:pt x="5498090" y="1483173"/>
                </a:cubicBezTo>
                <a:cubicBezTo>
                  <a:pt x="5475226" y="1477314"/>
                  <a:pt x="5459293" y="1480930"/>
                  <a:pt x="5444641" y="1487602"/>
                </a:cubicBezTo>
                <a:cubicBezTo>
                  <a:pt x="5395328" y="1487320"/>
                  <a:pt x="5353572" y="1498007"/>
                  <a:pt x="5299812" y="1503362"/>
                </a:cubicBezTo>
                <a:cubicBezTo>
                  <a:pt x="5238326" y="1497756"/>
                  <a:pt x="5303225" y="1514963"/>
                  <a:pt x="5245752" y="1520612"/>
                </a:cubicBezTo>
                <a:cubicBezTo>
                  <a:pt x="5190753" y="1507732"/>
                  <a:pt x="5205712" y="1518627"/>
                  <a:pt x="5177807" y="1526802"/>
                </a:cubicBezTo>
                <a:lnTo>
                  <a:pt x="5113910" y="1533205"/>
                </a:lnTo>
                <a:lnTo>
                  <a:pt x="5059484" y="1546802"/>
                </a:lnTo>
                <a:lnTo>
                  <a:pt x="5038524" y="1545675"/>
                </a:lnTo>
                <a:lnTo>
                  <a:pt x="5026564" y="1545376"/>
                </a:lnTo>
                <a:cubicBezTo>
                  <a:pt x="5006873" y="1544046"/>
                  <a:pt x="4987701" y="1552900"/>
                  <a:pt x="4969433" y="1550865"/>
                </a:cubicBezTo>
                <a:cubicBezTo>
                  <a:pt x="4943627" y="1555066"/>
                  <a:pt x="4892754" y="1568818"/>
                  <a:pt x="4871726" y="1570584"/>
                </a:cubicBezTo>
                <a:cubicBezTo>
                  <a:pt x="4863638" y="1570310"/>
                  <a:pt x="4846771" y="1559566"/>
                  <a:pt x="4843267" y="1561459"/>
                </a:cubicBezTo>
                <a:lnTo>
                  <a:pt x="4821058" y="1553078"/>
                </a:lnTo>
                <a:lnTo>
                  <a:pt x="4791466" y="1561324"/>
                </a:lnTo>
                <a:lnTo>
                  <a:pt x="4784247" y="1562342"/>
                </a:lnTo>
                <a:cubicBezTo>
                  <a:pt x="4770593" y="1574121"/>
                  <a:pt x="4776816" y="1558072"/>
                  <a:pt x="4739309" y="1553948"/>
                </a:cubicBezTo>
                <a:cubicBezTo>
                  <a:pt x="4684311" y="1578213"/>
                  <a:pt x="4712803" y="1566697"/>
                  <a:pt x="4697562" y="1551206"/>
                </a:cubicBezTo>
                <a:lnTo>
                  <a:pt x="4650737" y="1537381"/>
                </a:lnTo>
                <a:cubicBezTo>
                  <a:pt x="4628208" y="1530633"/>
                  <a:pt x="4609654" y="1567617"/>
                  <a:pt x="4583150" y="1529064"/>
                </a:cubicBezTo>
                <a:cubicBezTo>
                  <a:pt x="4575879" y="1527088"/>
                  <a:pt x="4527005" y="1532552"/>
                  <a:pt x="4521734" y="1529359"/>
                </a:cubicBezTo>
                <a:cubicBezTo>
                  <a:pt x="4457980" y="1517590"/>
                  <a:pt x="4465052" y="1532003"/>
                  <a:pt x="4382398" y="1534108"/>
                </a:cubicBezTo>
                <a:cubicBezTo>
                  <a:pt x="4347480" y="1506889"/>
                  <a:pt x="4310783" y="1494709"/>
                  <a:pt x="4221826" y="1500972"/>
                </a:cubicBezTo>
                <a:cubicBezTo>
                  <a:pt x="4174471" y="1526598"/>
                  <a:pt x="4136675" y="1542031"/>
                  <a:pt x="4096601" y="1521563"/>
                </a:cubicBezTo>
                <a:cubicBezTo>
                  <a:pt x="4015086" y="1550501"/>
                  <a:pt x="3986123" y="1519347"/>
                  <a:pt x="4002441" y="1528912"/>
                </a:cubicBezTo>
                <a:cubicBezTo>
                  <a:pt x="3967120" y="1539744"/>
                  <a:pt x="3931774" y="1526729"/>
                  <a:pt x="3833906" y="1516637"/>
                </a:cubicBezTo>
                <a:cubicBezTo>
                  <a:pt x="3781438" y="1538249"/>
                  <a:pt x="3822855" y="1526006"/>
                  <a:pt x="3763845" y="1501782"/>
                </a:cubicBezTo>
                <a:cubicBezTo>
                  <a:pt x="3734533" y="1525292"/>
                  <a:pt x="3677359" y="1524487"/>
                  <a:pt x="3673583" y="1501471"/>
                </a:cubicBezTo>
                <a:cubicBezTo>
                  <a:pt x="3663687" y="1502855"/>
                  <a:pt x="3650245" y="1528777"/>
                  <a:pt x="3640771" y="1531025"/>
                </a:cubicBezTo>
                <a:lnTo>
                  <a:pt x="3576170" y="1516288"/>
                </a:lnTo>
                <a:lnTo>
                  <a:pt x="3540258" y="1516976"/>
                </a:lnTo>
                <a:lnTo>
                  <a:pt x="3522853" y="1538044"/>
                </a:lnTo>
                <a:lnTo>
                  <a:pt x="3480929" y="1526739"/>
                </a:lnTo>
                <a:cubicBezTo>
                  <a:pt x="3469671" y="1527693"/>
                  <a:pt x="3444273" y="1543724"/>
                  <a:pt x="3430805" y="1542521"/>
                </a:cubicBezTo>
                <a:cubicBezTo>
                  <a:pt x="3386352" y="1529947"/>
                  <a:pt x="3347457" y="1537200"/>
                  <a:pt x="3292707" y="1520490"/>
                </a:cubicBezTo>
                <a:cubicBezTo>
                  <a:pt x="3271897" y="1516147"/>
                  <a:pt x="3203347" y="1513732"/>
                  <a:pt x="3187872" y="1519991"/>
                </a:cubicBezTo>
                <a:cubicBezTo>
                  <a:pt x="3173062" y="1520872"/>
                  <a:pt x="3157325" y="1517771"/>
                  <a:pt x="3148026" y="1524777"/>
                </a:cubicBezTo>
                <a:cubicBezTo>
                  <a:pt x="3133878" y="1533085"/>
                  <a:pt x="3089156" y="1517485"/>
                  <a:pt x="3092394" y="1528115"/>
                </a:cubicBezTo>
                <a:cubicBezTo>
                  <a:pt x="3060512" y="1517374"/>
                  <a:pt x="3025593" y="1534558"/>
                  <a:pt x="2994200" y="1537857"/>
                </a:cubicBezTo>
                <a:cubicBezTo>
                  <a:pt x="2969798" y="1527501"/>
                  <a:pt x="2927999" y="1544636"/>
                  <a:pt x="2862301" y="1544250"/>
                </a:cubicBezTo>
                <a:cubicBezTo>
                  <a:pt x="2835658" y="1532340"/>
                  <a:pt x="2818008" y="1544135"/>
                  <a:pt x="2766335" y="1527662"/>
                </a:cubicBezTo>
                <a:cubicBezTo>
                  <a:pt x="2764004" y="1529036"/>
                  <a:pt x="2761142" y="1530285"/>
                  <a:pt x="2757836" y="1531371"/>
                </a:cubicBezTo>
                <a:cubicBezTo>
                  <a:pt x="2738633" y="1537675"/>
                  <a:pt x="2708957" y="1537188"/>
                  <a:pt x="2691555" y="1530283"/>
                </a:cubicBezTo>
                <a:cubicBezTo>
                  <a:pt x="2608810" y="1507878"/>
                  <a:pt x="2611304" y="1510787"/>
                  <a:pt x="2539383" y="1504835"/>
                </a:cubicBezTo>
                <a:cubicBezTo>
                  <a:pt x="2457862" y="1500384"/>
                  <a:pt x="2478670" y="1542474"/>
                  <a:pt x="2378036" y="1520645"/>
                </a:cubicBezTo>
                <a:cubicBezTo>
                  <a:pt x="2366529" y="1528574"/>
                  <a:pt x="2341629" y="1515421"/>
                  <a:pt x="2320049" y="1511019"/>
                </a:cubicBezTo>
                <a:cubicBezTo>
                  <a:pt x="2280399" y="1509467"/>
                  <a:pt x="2278267" y="1522148"/>
                  <a:pt x="2238909" y="1508888"/>
                </a:cubicBezTo>
                <a:cubicBezTo>
                  <a:pt x="2245444" y="1520095"/>
                  <a:pt x="2163364" y="1519472"/>
                  <a:pt x="2181031" y="1531361"/>
                </a:cubicBezTo>
                <a:cubicBezTo>
                  <a:pt x="2154585" y="1540861"/>
                  <a:pt x="2138796" y="1516056"/>
                  <a:pt x="2112613" y="1524245"/>
                </a:cubicBezTo>
                <a:cubicBezTo>
                  <a:pt x="2083537" y="1525655"/>
                  <a:pt x="2078233" y="1524725"/>
                  <a:pt x="2046221" y="1523212"/>
                </a:cubicBezTo>
                <a:cubicBezTo>
                  <a:pt x="2007296" y="1523373"/>
                  <a:pt x="2032394" y="1491187"/>
                  <a:pt x="2001057" y="1516449"/>
                </a:cubicBezTo>
                <a:cubicBezTo>
                  <a:pt x="1960724" y="1509398"/>
                  <a:pt x="1976058" y="1528820"/>
                  <a:pt x="1920184" y="1533676"/>
                </a:cubicBezTo>
                <a:cubicBezTo>
                  <a:pt x="1897238" y="1526813"/>
                  <a:pt x="1877505" y="1527174"/>
                  <a:pt x="1835994" y="1527678"/>
                </a:cubicBezTo>
                <a:cubicBezTo>
                  <a:pt x="1794483" y="1528182"/>
                  <a:pt x="1726077" y="1533693"/>
                  <a:pt x="1671119" y="1536701"/>
                </a:cubicBezTo>
                <a:cubicBezTo>
                  <a:pt x="1605663" y="1528324"/>
                  <a:pt x="1630763" y="1553523"/>
                  <a:pt x="1565556" y="1556503"/>
                </a:cubicBezTo>
                <a:cubicBezTo>
                  <a:pt x="1501959" y="1539013"/>
                  <a:pt x="1462468" y="1572800"/>
                  <a:pt x="1407755" y="1571444"/>
                </a:cubicBezTo>
                <a:cubicBezTo>
                  <a:pt x="1319286" y="1555448"/>
                  <a:pt x="1429251" y="1585263"/>
                  <a:pt x="1291872" y="1579471"/>
                </a:cubicBezTo>
                <a:cubicBezTo>
                  <a:pt x="1284192" y="1576816"/>
                  <a:pt x="1243590" y="1599390"/>
                  <a:pt x="1245251" y="1603018"/>
                </a:cubicBezTo>
                <a:cubicBezTo>
                  <a:pt x="1236562" y="1601891"/>
                  <a:pt x="1184091" y="1586977"/>
                  <a:pt x="1181938" y="1592789"/>
                </a:cubicBezTo>
                <a:cubicBezTo>
                  <a:pt x="1138153" y="1593474"/>
                  <a:pt x="1130439" y="1578153"/>
                  <a:pt x="1091432" y="1571003"/>
                </a:cubicBezTo>
                <a:cubicBezTo>
                  <a:pt x="1007000" y="1580980"/>
                  <a:pt x="1001377" y="1557850"/>
                  <a:pt x="940355" y="1560638"/>
                </a:cubicBezTo>
                <a:cubicBezTo>
                  <a:pt x="891367" y="1572083"/>
                  <a:pt x="924846" y="1558773"/>
                  <a:pt x="868264" y="1566392"/>
                </a:cubicBezTo>
                <a:cubicBezTo>
                  <a:pt x="848640" y="1547574"/>
                  <a:pt x="814997" y="1568391"/>
                  <a:pt x="792765" y="1563102"/>
                </a:cubicBezTo>
                <a:cubicBezTo>
                  <a:pt x="758082" y="1585102"/>
                  <a:pt x="689950" y="1563038"/>
                  <a:pt x="653153" y="1563516"/>
                </a:cubicBezTo>
                <a:cubicBezTo>
                  <a:pt x="591300" y="1567692"/>
                  <a:pt x="576686" y="1582565"/>
                  <a:pt x="541933" y="1561051"/>
                </a:cubicBezTo>
                <a:cubicBezTo>
                  <a:pt x="537775" y="1570056"/>
                  <a:pt x="508236" y="1570304"/>
                  <a:pt x="472797" y="1568904"/>
                </a:cubicBezTo>
                <a:cubicBezTo>
                  <a:pt x="458898" y="1573560"/>
                  <a:pt x="425270" y="1567476"/>
                  <a:pt x="396059" y="1560970"/>
                </a:cubicBezTo>
                <a:cubicBezTo>
                  <a:pt x="431016" y="1548467"/>
                  <a:pt x="332180" y="1575204"/>
                  <a:pt x="336819" y="1560892"/>
                </a:cubicBezTo>
                <a:cubicBezTo>
                  <a:pt x="292157" y="1552383"/>
                  <a:pt x="263346" y="1557575"/>
                  <a:pt x="267163" y="1531913"/>
                </a:cubicBezTo>
                <a:cubicBezTo>
                  <a:pt x="253228" y="1516946"/>
                  <a:pt x="198100" y="1540864"/>
                  <a:pt x="196644" y="1524565"/>
                </a:cubicBezTo>
                <a:cubicBezTo>
                  <a:pt x="172602" y="1535342"/>
                  <a:pt x="127394" y="1518578"/>
                  <a:pt x="86819" y="1519517"/>
                </a:cubicBezTo>
                <a:cubicBezTo>
                  <a:pt x="78537" y="1512257"/>
                  <a:pt x="69224" y="1512723"/>
                  <a:pt x="53369" y="1516853"/>
                </a:cubicBezTo>
                <a:cubicBezTo>
                  <a:pt x="37131" y="1517503"/>
                  <a:pt x="19976" y="1516838"/>
                  <a:pt x="2359" y="1515247"/>
                </a:cubicBezTo>
                <a:lnTo>
                  <a:pt x="0" y="1514932"/>
                </a:lnTo>
                <a:lnTo>
                  <a:pt x="0" y="0"/>
                </a:lnTo>
                <a:close/>
              </a:path>
            </a:pathLst>
          </a:custGeom>
          <a:solidFill>
            <a:schemeClr val="bg1">
              <a:alpha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BD3C53C-A936-583A-74F5-778033435E45}"/>
              </a:ext>
            </a:extLst>
          </p:cNvPr>
          <p:cNvSpPr>
            <a:spLocks noGrp="1"/>
          </p:cNvSpPr>
          <p:nvPr>
            <p:ph type="title"/>
          </p:nvPr>
        </p:nvSpPr>
        <p:spPr>
          <a:xfrm>
            <a:off x="1629751" y="1118473"/>
            <a:ext cx="8924392" cy="1037867"/>
          </a:xfrm>
        </p:spPr>
        <p:txBody>
          <a:bodyPr>
            <a:normAutofit/>
          </a:bodyPr>
          <a:lstStyle/>
          <a:p>
            <a:pPr algn="ctr"/>
            <a:r>
              <a:rPr lang="en-US" b="1" dirty="0"/>
              <a:t>Welcome</a:t>
            </a:r>
          </a:p>
        </p:txBody>
      </p:sp>
      <p:sp>
        <p:nvSpPr>
          <p:cNvPr id="14" name="Rectangle 6">
            <a:extLst>
              <a:ext uri="{FF2B5EF4-FFF2-40B4-BE49-F238E27FC236}">
                <a16:creationId xmlns:a16="http://schemas.microsoft.com/office/drawing/2014/main" id="{B24A3A03-2C4E-45B5-B388-FAD638CDF0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548" y="662268"/>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6E5568-9A0E-2FA5-7D63-23080E899C11}"/>
              </a:ext>
            </a:extLst>
          </p:cNvPr>
          <p:cNvSpPr>
            <a:spLocks noGrp="1"/>
          </p:cNvSpPr>
          <p:nvPr>
            <p:ph idx="1"/>
          </p:nvPr>
        </p:nvSpPr>
        <p:spPr>
          <a:xfrm>
            <a:off x="1798536" y="2404548"/>
            <a:ext cx="8842668" cy="3664656"/>
          </a:xfrm>
        </p:spPr>
        <p:txBody>
          <a:bodyPr>
            <a:normAutofit/>
          </a:bodyPr>
          <a:lstStyle/>
          <a:p>
            <a:r>
              <a:rPr lang="en-US" b="1" dirty="0"/>
              <a:t>Our Goal:</a:t>
            </a:r>
            <a:r>
              <a:rPr lang="en-US" dirty="0"/>
              <a:t> To move you from "using" ChatGPT to "building" the agentic AI systems that power it and understanding the mechanics underneath.</a:t>
            </a:r>
          </a:p>
          <a:p>
            <a:r>
              <a:rPr lang="en-US" b="1" dirty="0"/>
              <a:t>Logistics:</a:t>
            </a:r>
            <a:endParaRPr lang="en-US" dirty="0"/>
          </a:p>
          <a:p>
            <a:pPr lvl="1"/>
            <a:r>
              <a:rPr lang="en-US" sz="2800" dirty="0"/>
              <a:t>Lecture: Monday 5-7pm  CST</a:t>
            </a:r>
          </a:p>
          <a:p>
            <a:pPr lvl="1"/>
            <a:r>
              <a:rPr lang="en-US" sz="2800" dirty="0"/>
              <a:t>Lab: Do it at your own pace &amp; time</a:t>
            </a:r>
          </a:p>
          <a:p>
            <a:pPr lvl="1"/>
            <a:r>
              <a:rPr lang="en-US" sz="2800" dirty="0"/>
              <a:t>Office Hours: Ask in Teams/ Canvas email and I will respond as and when I have time</a:t>
            </a:r>
          </a:p>
        </p:txBody>
      </p:sp>
    </p:spTree>
    <p:extLst>
      <p:ext uri="{BB962C8B-B14F-4D97-AF65-F5344CB8AC3E}">
        <p14:creationId xmlns:p14="http://schemas.microsoft.com/office/powerpoint/2010/main" val="1578860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2CDE24-0545-2FB1-603D-26981859651F}"/>
              </a:ext>
            </a:extLst>
          </p:cNvPr>
          <p:cNvSpPr>
            <a:spLocks noGrp="1"/>
          </p:cNvSpPr>
          <p:nvPr>
            <p:ph type="title"/>
          </p:nvPr>
        </p:nvSpPr>
        <p:spPr>
          <a:xfrm>
            <a:off x="1629751" y="934327"/>
            <a:ext cx="8924392" cy="1058275"/>
          </a:xfrm>
        </p:spPr>
        <p:txBody>
          <a:bodyPr>
            <a:normAutofit/>
          </a:bodyPr>
          <a:lstStyle/>
          <a:p>
            <a:pPr algn="ctr"/>
            <a:r>
              <a:rPr lang="en-US" b="1" dirty="0"/>
              <a:t>Course Assessment &amp; Expectations</a:t>
            </a:r>
            <a:endParaRPr lang="en-US" dirty="0"/>
          </a:p>
        </p:txBody>
      </p:sp>
      <p:sp>
        <p:nvSpPr>
          <p:cNvPr id="10" name="Freeform: Shape 9">
            <a:extLst>
              <a:ext uri="{FF2B5EF4-FFF2-40B4-BE49-F238E27FC236}">
                <a16:creationId xmlns:a16="http://schemas.microsoft.com/office/drawing/2014/main" id="{6295B176-FA0E-4B6A-A190-5E2E82BEA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3813" y="2337807"/>
            <a:ext cx="9604374" cy="3585866"/>
          </a:xfrm>
          <a:custGeom>
            <a:avLst/>
            <a:gdLst>
              <a:gd name="connsiteX0" fmla="*/ 0 w 9604374"/>
              <a:gd name="connsiteY0" fmla="*/ 0 h 3585866"/>
              <a:gd name="connsiteX1" fmla="*/ 9604374 w 9604374"/>
              <a:gd name="connsiteY1" fmla="*/ 0 h 3585866"/>
              <a:gd name="connsiteX2" fmla="*/ 9604374 w 9604374"/>
              <a:gd name="connsiteY2" fmla="*/ 3095088 h 3585866"/>
              <a:gd name="connsiteX3" fmla="*/ 9591455 w 9604374"/>
              <a:gd name="connsiteY3" fmla="*/ 3097044 h 3585866"/>
              <a:gd name="connsiteX4" fmla="*/ 9285147 w 9604374"/>
              <a:gd name="connsiteY4" fmla="*/ 3164182 h 3585866"/>
              <a:gd name="connsiteX5" fmla="*/ 9114078 w 9604374"/>
              <a:gd name="connsiteY5" fmla="*/ 3164299 h 3585866"/>
              <a:gd name="connsiteX6" fmla="*/ 8999665 w 9604374"/>
              <a:gd name="connsiteY6" fmla="*/ 3157864 h 3585866"/>
              <a:gd name="connsiteX7" fmla="*/ 8925240 w 9604374"/>
              <a:gd name="connsiteY7" fmla="*/ 3152135 h 3585866"/>
              <a:gd name="connsiteX8" fmla="*/ 8868257 w 9604374"/>
              <a:gd name="connsiteY8" fmla="*/ 3146819 h 3585866"/>
              <a:gd name="connsiteX9" fmla="*/ 8792363 w 9604374"/>
              <a:gd name="connsiteY9" fmla="*/ 3146856 h 3585866"/>
              <a:gd name="connsiteX10" fmla="*/ 8668399 w 9604374"/>
              <a:gd name="connsiteY10" fmla="*/ 3196893 h 3585866"/>
              <a:gd name="connsiteX11" fmla="*/ 8474043 w 9604374"/>
              <a:gd name="connsiteY11" fmla="*/ 3240734 h 3585866"/>
              <a:gd name="connsiteX12" fmla="*/ 8317555 w 9604374"/>
              <a:gd name="connsiteY12" fmla="*/ 3247156 h 3585866"/>
              <a:gd name="connsiteX13" fmla="*/ 8280111 w 9604374"/>
              <a:gd name="connsiteY13" fmla="*/ 3255812 h 3585866"/>
              <a:gd name="connsiteX14" fmla="*/ 8096088 w 9604374"/>
              <a:gd name="connsiteY14" fmla="*/ 3253903 h 3585866"/>
              <a:gd name="connsiteX15" fmla="*/ 7825642 w 9604374"/>
              <a:gd name="connsiteY15" fmla="*/ 3271628 h 3585866"/>
              <a:gd name="connsiteX16" fmla="*/ 7531820 w 9604374"/>
              <a:gd name="connsiteY16" fmla="*/ 3252671 h 3585866"/>
              <a:gd name="connsiteX17" fmla="*/ 7193751 w 9604374"/>
              <a:gd name="connsiteY17" fmla="*/ 3245192 h 3585866"/>
              <a:gd name="connsiteX18" fmla="*/ 6976768 w 9604374"/>
              <a:gd name="connsiteY18" fmla="*/ 3238559 h 3585866"/>
              <a:gd name="connsiteX19" fmla="*/ 6756462 w 9604374"/>
              <a:gd name="connsiteY19" fmla="*/ 3273268 h 3585866"/>
              <a:gd name="connsiteX20" fmla="*/ 6512214 w 9604374"/>
              <a:gd name="connsiteY20" fmla="*/ 3298845 h 3585866"/>
              <a:gd name="connsiteX21" fmla="*/ 6289569 w 9604374"/>
              <a:gd name="connsiteY21" fmla="*/ 3301118 h 3585866"/>
              <a:gd name="connsiteX22" fmla="*/ 6157816 w 9604374"/>
              <a:gd name="connsiteY22" fmla="*/ 3308643 h 3585866"/>
              <a:gd name="connsiteX23" fmla="*/ 6110062 w 9604374"/>
              <a:gd name="connsiteY23" fmla="*/ 3321185 h 3585866"/>
              <a:gd name="connsiteX24" fmla="*/ 6041832 w 9604374"/>
              <a:gd name="connsiteY24" fmla="*/ 3332190 h 3585866"/>
              <a:gd name="connsiteX25" fmla="*/ 5923195 w 9604374"/>
              <a:gd name="connsiteY25" fmla="*/ 3359104 h 3585866"/>
              <a:gd name="connsiteX26" fmla="*/ 5770972 w 9604374"/>
              <a:gd name="connsiteY26" fmla="*/ 3369893 h 3585866"/>
              <a:gd name="connsiteX27" fmla="*/ 5632583 w 9604374"/>
              <a:gd name="connsiteY27" fmla="*/ 3357730 h 3585866"/>
              <a:gd name="connsiteX28" fmla="*/ 5539996 w 9604374"/>
              <a:gd name="connsiteY28" fmla="*/ 3352890 h 3585866"/>
              <a:gd name="connsiteX29" fmla="*/ 5315460 w 9604374"/>
              <a:gd name="connsiteY29" fmla="*/ 3350411 h 3585866"/>
              <a:gd name="connsiteX30" fmla="*/ 5072455 w 9604374"/>
              <a:gd name="connsiteY30" fmla="*/ 3338147 h 3585866"/>
              <a:gd name="connsiteX31" fmla="*/ 5016364 w 9604374"/>
              <a:gd name="connsiteY31" fmla="*/ 3348937 h 3585866"/>
              <a:gd name="connsiteX32" fmla="*/ 4922276 w 9604374"/>
              <a:gd name="connsiteY32" fmla="*/ 3366515 h 3585866"/>
              <a:gd name="connsiteX33" fmla="*/ 4856444 w 9604374"/>
              <a:gd name="connsiteY33" fmla="*/ 3399463 h 3585866"/>
              <a:gd name="connsiteX34" fmla="*/ 4775993 w 9604374"/>
              <a:gd name="connsiteY34" fmla="*/ 3406312 h 3585866"/>
              <a:gd name="connsiteX35" fmla="*/ 4667320 w 9604374"/>
              <a:gd name="connsiteY35" fmla="*/ 3397926 h 3585866"/>
              <a:gd name="connsiteX36" fmla="*/ 4540268 w 9604374"/>
              <a:gd name="connsiteY36" fmla="*/ 3424464 h 3585866"/>
              <a:gd name="connsiteX37" fmla="*/ 4465491 w 9604374"/>
              <a:gd name="connsiteY37" fmla="*/ 3433154 h 3585866"/>
              <a:gd name="connsiteX38" fmla="*/ 4262864 w 9604374"/>
              <a:gd name="connsiteY38" fmla="*/ 3464075 h 3585866"/>
              <a:gd name="connsiteX39" fmla="*/ 4175005 w 9604374"/>
              <a:gd name="connsiteY39" fmla="*/ 3493545 h 3585866"/>
              <a:gd name="connsiteX40" fmla="*/ 4030100 w 9604374"/>
              <a:gd name="connsiteY40" fmla="*/ 3514212 h 3585866"/>
              <a:gd name="connsiteX41" fmla="*/ 3926631 w 9604374"/>
              <a:gd name="connsiteY41" fmla="*/ 3525304 h 3585866"/>
              <a:gd name="connsiteX42" fmla="*/ 3897306 w 9604374"/>
              <a:gd name="connsiteY42" fmla="*/ 3547095 h 3585866"/>
              <a:gd name="connsiteX43" fmla="*/ 3896886 w 9604374"/>
              <a:gd name="connsiteY43" fmla="*/ 3547500 h 3585866"/>
              <a:gd name="connsiteX44" fmla="*/ 3834004 w 9604374"/>
              <a:gd name="connsiteY44" fmla="*/ 3550510 h 3585866"/>
              <a:gd name="connsiteX45" fmla="*/ 3696227 w 9604374"/>
              <a:gd name="connsiteY45" fmla="*/ 3574175 h 3585866"/>
              <a:gd name="connsiteX46" fmla="*/ 3652821 w 9604374"/>
              <a:gd name="connsiteY46" fmla="*/ 3580368 h 3585866"/>
              <a:gd name="connsiteX47" fmla="*/ 3629691 w 9604374"/>
              <a:gd name="connsiteY47" fmla="*/ 3585866 h 3585866"/>
              <a:gd name="connsiteX48" fmla="*/ 3595018 w 9604374"/>
              <a:gd name="connsiteY48" fmla="*/ 3571623 h 3585866"/>
              <a:gd name="connsiteX49" fmla="*/ 3551656 w 9604374"/>
              <a:gd name="connsiteY49" fmla="*/ 3577800 h 3585866"/>
              <a:gd name="connsiteX50" fmla="*/ 3541558 w 9604374"/>
              <a:gd name="connsiteY50" fmla="*/ 3579797 h 3585866"/>
              <a:gd name="connsiteX51" fmla="*/ 3465708 w 9604374"/>
              <a:gd name="connsiteY51" fmla="*/ 3565931 h 3585866"/>
              <a:gd name="connsiteX52" fmla="*/ 3458313 w 9604374"/>
              <a:gd name="connsiteY52" fmla="*/ 3560366 h 3585866"/>
              <a:gd name="connsiteX53" fmla="*/ 3420278 w 9604374"/>
              <a:gd name="connsiteY53" fmla="*/ 3557947 h 3585866"/>
              <a:gd name="connsiteX54" fmla="*/ 3415952 w 9604374"/>
              <a:gd name="connsiteY54" fmla="*/ 3559424 h 3585866"/>
              <a:gd name="connsiteX55" fmla="*/ 3384432 w 9604374"/>
              <a:gd name="connsiteY55" fmla="*/ 3550905 h 3585866"/>
              <a:gd name="connsiteX56" fmla="*/ 3258039 w 9604374"/>
              <a:gd name="connsiteY56" fmla="*/ 3535884 h 3585866"/>
              <a:gd name="connsiteX57" fmla="*/ 3015008 w 9604374"/>
              <a:gd name="connsiteY57" fmla="*/ 3528000 h 3585866"/>
              <a:gd name="connsiteX58" fmla="*/ 2761910 w 9604374"/>
              <a:gd name="connsiteY58" fmla="*/ 3505496 h 3585866"/>
              <a:gd name="connsiteX59" fmla="*/ 2521923 w 9604374"/>
              <a:gd name="connsiteY59" fmla="*/ 3514208 h 3585866"/>
              <a:gd name="connsiteX60" fmla="*/ 2085894 w 9604374"/>
              <a:gd name="connsiteY60" fmla="*/ 3490122 h 3585866"/>
              <a:gd name="connsiteX61" fmla="*/ 1936305 w 9604374"/>
              <a:gd name="connsiteY61" fmla="*/ 3487966 h 3585866"/>
              <a:gd name="connsiteX62" fmla="*/ 1836080 w 9604374"/>
              <a:gd name="connsiteY62" fmla="*/ 3487150 h 3585866"/>
              <a:gd name="connsiteX63" fmla="*/ 1829133 w 9604374"/>
              <a:gd name="connsiteY63" fmla="*/ 3489437 h 3585866"/>
              <a:gd name="connsiteX64" fmla="*/ 1801140 w 9604374"/>
              <a:gd name="connsiteY64" fmla="*/ 3490787 h 3585866"/>
              <a:gd name="connsiteX65" fmla="*/ 1793476 w 9604374"/>
              <a:gd name="connsiteY65" fmla="*/ 3500921 h 3585866"/>
              <a:gd name="connsiteX66" fmla="*/ 1699923 w 9604374"/>
              <a:gd name="connsiteY66" fmla="*/ 3509706 h 3585866"/>
              <a:gd name="connsiteX67" fmla="*/ 1474760 w 9604374"/>
              <a:gd name="connsiteY67" fmla="*/ 3513685 h 3585866"/>
              <a:gd name="connsiteX68" fmla="*/ 1308130 w 9604374"/>
              <a:gd name="connsiteY68" fmla="*/ 3496703 h 3585866"/>
              <a:gd name="connsiteX69" fmla="*/ 1252381 w 9604374"/>
              <a:gd name="connsiteY69" fmla="*/ 3506093 h 3585866"/>
              <a:gd name="connsiteX70" fmla="*/ 1174550 w 9604374"/>
              <a:gd name="connsiteY70" fmla="*/ 3512642 h 3585866"/>
              <a:gd name="connsiteX71" fmla="*/ 924455 w 9604374"/>
              <a:gd name="connsiteY71" fmla="*/ 3507283 h 3585866"/>
              <a:gd name="connsiteX72" fmla="*/ 718373 w 9604374"/>
              <a:gd name="connsiteY72" fmla="*/ 3511753 h 3585866"/>
              <a:gd name="connsiteX73" fmla="*/ 600444 w 9604374"/>
              <a:gd name="connsiteY73" fmla="*/ 3520899 h 3585866"/>
              <a:gd name="connsiteX74" fmla="*/ 351173 w 9604374"/>
              <a:gd name="connsiteY74" fmla="*/ 3495843 h 3585866"/>
              <a:gd name="connsiteX75" fmla="*/ 108372 w 9604374"/>
              <a:gd name="connsiteY75" fmla="*/ 3484386 h 3585866"/>
              <a:gd name="connsiteX76" fmla="*/ 6467 w 9604374"/>
              <a:gd name="connsiteY76" fmla="*/ 3476532 h 3585866"/>
              <a:gd name="connsiteX77" fmla="*/ 0 w 9604374"/>
              <a:gd name="connsiteY77" fmla="*/ 3475412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6">
            <a:extLst>
              <a:ext uri="{FF2B5EF4-FFF2-40B4-BE49-F238E27FC236}">
                <a16:creationId xmlns:a16="http://schemas.microsoft.com/office/drawing/2014/main" id="{48F779DE-4744-42D6-9C74-33EC9446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2190741"/>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8725E3E-780E-7991-FB6B-6BD95F2A85DA}"/>
              </a:ext>
            </a:extLst>
          </p:cNvPr>
          <p:cNvSpPr>
            <a:spLocks noGrp="1"/>
          </p:cNvSpPr>
          <p:nvPr>
            <p:ph idx="1"/>
          </p:nvPr>
        </p:nvSpPr>
        <p:spPr>
          <a:xfrm>
            <a:off x="1866594" y="2673777"/>
            <a:ext cx="9031593" cy="3171357"/>
          </a:xfrm>
        </p:spPr>
        <p:txBody>
          <a:bodyPr>
            <a:normAutofit fontScale="92500" lnSpcReduction="10000"/>
          </a:bodyPr>
          <a:lstStyle/>
          <a:p>
            <a:r>
              <a:rPr lang="en-US" sz="2000" b="1" dirty="0"/>
              <a:t>How you will be </a:t>
            </a:r>
            <a:r>
              <a:rPr lang="en-US" sz="2400" b="1" dirty="0"/>
              <a:t>graded</a:t>
            </a:r>
            <a:r>
              <a:rPr lang="en-US" sz="2000" b="1" dirty="0"/>
              <a:t>:</a:t>
            </a:r>
            <a:endParaRPr lang="en-US" sz="2000" dirty="0"/>
          </a:p>
          <a:p>
            <a:pPr lvl="1"/>
            <a:r>
              <a:rPr lang="en-US" sz="2000" b="1" dirty="0"/>
              <a:t>Lab Assignments (~35%):</a:t>
            </a:r>
            <a:r>
              <a:rPr lang="en-US" sz="2000" dirty="0"/>
              <a:t> Hands-on AI driven coding (Python/Jupyter notebook-Google Colab). You can use your favorite coding agent!</a:t>
            </a:r>
          </a:p>
          <a:p>
            <a:pPr lvl="1"/>
            <a:r>
              <a:rPr lang="en-US" sz="2000" b="1" dirty="0"/>
              <a:t>Quiz(~35%):</a:t>
            </a:r>
            <a:r>
              <a:rPr lang="en-US" sz="2000" dirty="0"/>
              <a:t> Concepts and Theory.</a:t>
            </a:r>
          </a:p>
          <a:p>
            <a:pPr lvl="1"/>
            <a:r>
              <a:rPr lang="en-US" sz="2000" b="1" dirty="0"/>
              <a:t>Final </a:t>
            </a:r>
            <a:r>
              <a:rPr lang="en-US" sz="2000" b="1"/>
              <a:t>Project (~35%):</a:t>
            </a:r>
            <a:r>
              <a:rPr lang="en-US" sz="2000"/>
              <a:t> </a:t>
            </a:r>
            <a:r>
              <a:rPr lang="en-US" sz="2000" dirty="0"/>
              <a:t>Building a working NLP/AI/Agent prototype.</a:t>
            </a:r>
          </a:p>
          <a:p>
            <a:r>
              <a:rPr lang="en-US" sz="2000" b="1" dirty="0"/>
              <a:t>Expectations:</a:t>
            </a:r>
            <a:endParaRPr lang="en-US" sz="2000" dirty="0"/>
          </a:p>
          <a:p>
            <a:pPr lvl="1"/>
            <a:r>
              <a:rPr lang="en-US" sz="2000" dirty="0"/>
              <a:t>This is a fast-moving field. We will learn foundational theory, but we will also experiment with tools that were </a:t>
            </a:r>
            <a:r>
              <a:rPr lang="en-US" sz="2000" i="1" dirty="0"/>
              <a:t>just</a:t>
            </a:r>
            <a:r>
              <a:rPr lang="en-US" sz="2000" dirty="0"/>
              <a:t> released.</a:t>
            </a:r>
          </a:p>
          <a:p>
            <a:pPr lvl="1"/>
            <a:r>
              <a:rPr lang="en-US" sz="2000" dirty="0"/>
              <a:t>Active participation in "Red Teaming" (breaking models) and ethical discussions is required.</a:t>
            </a:r>
          </a:p>
          <a:p>
            <a:endParaRPr lang="en-US" sz="2000" dirty="0"/>
          </a:p>
        </p:txBody>
      </p:sp>
    </p:spTree>
    <p:extLst>
      <p:ext uri="{BB962C8B-B14F-4D97-AF65-F5344CB8AC3E}">
        <p14:creationId xmlns:p14="http://schemas.microsoft.com/office/powerpoint/2010/main" val="3948381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B3D1B85-E3C1-DC1D-0372-E76AC801C6D1}"/>
              </a:ext>
            </a:extLst>
          </p:cNvPr>
          <p:cNvSpPr/>
          <p:nvPr/>
        </p:nvSpPr>
        <p:spPr>
          <a:xfrm>
            <a:off x="838200" y="451381"/>
            <a:ext cx="10512552" cy="406654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0" kern="1200" cap="none" spc="0">
                <a:ln w="0"/>
                <a:solidFill>
                  <a:schemeClr val="tx1"/>
                </a:solidFill>
                <a:effectLst>
                  <a:outerShdw blurRad="38100" dist="19050" dir="2700000" algn="tl" rotWithShape="0">
                    <a:schemeClr val="dk1">
                      <a:alpha val="40000"/>
                    </a:schemeClr>
                  </a:outerShdw>
                </a:effectLst>
                <a:latin typeface="+mj-lt"/>
                <a:ea typeface="+mj-ea"/>
                <a:cs typeface="+mj-cs"/>
              </a:rPr>
              <a:t>The Big Picture</a:t>
            </a:r>
          </a:p>
        </p:txBody>
      </p:sp>
      <p:sp>
        <p:nvSpPr>
          <p:cNvPr id="16"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152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descr="A poster of a computer system">
            <a:extLst>
              <a:ext uri="{FF2B5EF4-FFF2-40B4-BE49-F238E27FC236}">
                <a16:creationId xmlns:a16="http://schemas.microsoft.com/office/drawing/2014/main" id="{AEC6BA00-D42A-0B2E-F231-E0954A42A3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872" b="1"/>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DB7D2FE-626E-2031-A486-A40FED7A0683}"/>
              </a:ext>
            </a:extLst>
          </p:cNvPr>
          <p:cNvSpPr txBox="1"/>
          <p:nvPr/>
        </p:nvSpPr>
        <p:spPr>
          <a:xfrm>
            <a:off x="5130800" y="6688723"/>
            <a:ext cx="7134939" cy="215444"/>
          </a:xfrm>
          <a:prstGeom prst="rect">
            <a:avLst/>
          </a:prstGeom>
          <a:noFill/>
        </p:spPr>
        <p:txBody>
          <a:bodyPr wrap="square" rtlCol="0">
            <a:spAutoFit/>
          </a:bodyPr>
          <a:lstStyle/>
          <a:p>
            <a:pPr algn="r"/>
            <a:r>
              <a:rPr lang="en-US" sz="800" dirty="0">
                <a:solidFill>
                  <a:schemeClr val="bg1">
                    <a:lumMod val="75000"/>
                  </a:schemeClr>
                </a:solidFill>
              </a:rPr>
              <a:t>Source: </a:t>
            </a:r>
            <a:r>
              <a:rPr lang="en-US" sz="800" dirty="0">
                <a:solidFill>
                  <a:schemeClr val="bg1">
                    <a:lumMod val="75000"/>
                  </a:schemeClr>
                </a:solidFill>
                <a:hlinkClick r:id="rId4">
                  <a:extLst>
                    <a:ext uri="{A12FA001-AC4F-418D-AE19-62706E023703}">
                      <ahyp:hlinkClr xmlns:ahyp="http://schemas.microsoft.com/office/drawing/2018/hyperlinkcolor" val="tx"/>
                    </a:ext>
                  </a:extLst>
                </a:hlinkClick>
              </a:rPr>
              <a:t>https://www.linkedin.com/posts/bortsova_nano-banana-pro-continues-to-exceed-expectations-activity-7397936766168694784-y9oI</a:t>
            </a:r>
            <a:endParaRPr lang="en-US" sz="800" dirty="0">
              <a:solidFill>
                <a:schemeClr val="bg1">
                  <a:lumMod val="75000"/>
                </a:schemeClr>
              </a:solidFill>
            </a:endParaRPr>
          </a:p>
        </p:txBody>
      </p:sp>
    </p:spTree>
    <p:extLst>
      <p:ext uri="{BB962C8B-B14F-4D97-AF65-F5344CB8AC3E}">
        <p14:creationId xmlns:p14="http://schemas.microsoft.com/office/powerpoint/2010/main" val="3516108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DBAD3A3-2B24-1A49-AAAC-3378E5A04FAA}"/>
              </a:ext>
            </a:extLst>
          </p:cNvPr>
          <p:cNvSpPr>
            <a:spLocks noGrp="1"/>
          </p:cNvSpPr>
          <p:nvPr>
            <p:ph type="title"/>
          </p:nvPr>
        </p:nvSpPr>
        <p:spPr>
          <a:xfrm>
            <a:off x="1137036" y="548640"/>
            <a:ext cx="9543405" cy="1188720"/>
          </a:xfrm>
        </p:spPr>
        <p:txBody>
          <a:bodyPr vert="horz" lIns="91440" tIns="45720" rIns="91440" bIns="45720" rtlCol="0" anchor="ctr">
            <a:normAutofit/>
          </a:bodyPr>
          <a:lstStyle/>
          <a:p>
            <a:r>
              <a:rPr lang="en-US" b="1" kern="1200">
                <a:solidFill>
                  <a:schemeClr val="tx1">
                    <a:lumMod val="85000"/>
                    <a:lumOff val="15000"/>
                  </a:schemeClr>
                </a:solidFill>
                <a:latin typeface="+mj-lt"/>
                <a:ea typeface="+mj-ea"/>
                <a:cs typeface="+mj-cs"/>
              </a:rPr>
              <a:t>The Robotics Connection</a:t>
            </a:r>
            <a:endParaRPr lang="en-US" kern="1200">
              <a:solidFill>
                <a:schemeClr val="tx1">
                  <a:lumMod val="85000"/>
                  <a:lumOff val="15000"/>
                </a:schemeClr>
              </a:solidFill>
              <a:latin typeface="+mj-lt"/>
              <a:ea typeface="+mj-ea"/>
              <a:cs typeface="+mj-cs"/>
            </a:endParaRPr>
          </a:p>
        </p:txBody>
      </p:sp>
      <p:sp>
        <p:nvSpPr>
          <p:cNvPr id="3" name="TextBox 2">
            <a:extLst>
              <a:ext uri="{FF2B5EF4-FFF2-40B4-BE49-F238E27FC236}">
                <a16:creationId xmlns:a16="http://schemas.microsoft.com/office/drawing/2014/main" id="{1BB9AF77-EBC8-A08F-AB8B-FB67CB3A5033}"/>
              </a:ext>
            </a:extLst>
          </p:cNvPr>
          <p:cNvSpPr txBox="1"/>
          <p:nvPr/>
        </p:nvSpPr>
        <p:spPr>
          <a:xfrm>
            <a:off x="1957987" y="2431765"/>
            <a:ext cx="8276026" cy="3320031"/>
          </a:xfrm>
          <a:prstGeom prst="rect">
            <a:avLst/>
          </a:prstGeom>
        </p:spPr>
        <p:txBody>
          <a:bodyPr vert="horz" lIns="91440" tIns="45720" rIns="91440" bIns="45720" rtlCol="0" anchor="ctr">
            <a:normAutofit fontScale="62500" lnSpcReduction="20000"/>
          </a:bodyPr>
          <a:lstStyle/>
          <a:p>
            <a:pPr>
              <a:lnSpc>
                <a:spcPct val="90000"/>
              </a:lnSpc>
              <a:spcAft>
                <a:spcPts val="600"/>
              </a:spcAft>
            </a:pPr>
            <a:r>
              <a:rPr lang="en-US" sz="3200" i="1" dirty="0">
                <a:solidFill>
                  <a:srgbClr val="0070C0"/>
                </a:solidFill>
              </a:rPr>
              <a:t>Why does a Robotics major need NLP? </a:t>
            </a:r>
            <a:r>
              <a:rPr lang="en-US" sz="3200" dirty="0">
                <a:solidFill>
                  <a:srgbClr val="0070C0"/>
                </a:solidFill>
              </a:rPr>
              <a:t>(B.A.T)</a:t>
            </a:r>
          </a:p>
          <a:p>
            <a:pPr>
              <a:lnSpc>
                <a:spcPct val="90000"/>
              </a:lnSpc>
              <a:spcAft>
                <a:spcPts val="600"/>
              </a:spcAft>
            </a:pPr>
            <a:endParaRPr lang="en-US" sz="3200" dirty="0">
              <a:solidFill>
                <a:srgbClr val="0070C0"/>
              </a:solidFill>
            </a:endParaRPr>
          </a:p>
          <a:p>
            <a:pPr>
              <a:lnSpc>
                <a:spcPct val="90000"/>
              </a:lnSpc>
              <a:spcAft>
                <a:spcPts val="600"/>
              </a:spcAft>
            </a:pPr>
            <a:r>
              <a:rPr lang="en-US" sz="3200" b="1" dirty="0">
                <a:solidFill>
                  <a:schemeClr val="tx1">
                    <a:lumMod val="85000"/>
                    <a:lumOff val="15000"/>
                  </a:schemeClr>
                </a:solidFill>
              </a:rPr>
              <a:t>1. Human-Robot Interaction (HRI):</a:t>
            </a:r>
            <a:r>
              <a:rPr lang="en-US" sz="3200" dirty="0">
                <a:solidFill>
                  <a:schemeClr val="tx1">
                    <a:lumMod val="85000"/>
                    <a:lumOff val="15000"/>
                  </a:schemeClr>
                </a:solidFill>
              </a:rPr>
              <a:t> </a:t>
            </a:r>
          </a:p>
          <a:p>
            <a:pPr>
              <a:lnSpc>
                <a:spcPct val="90000"/>
              </a:lnSpc>
              <a:spcAft>
                <a:spcPts val="600"/>
              </a:spcAft>
            </a:pPr>
            <a:r>
              <a:rPr lang="en-US" sz="3200" dirty="0">
                <a:solidFill>
                  <a:schemeClr val="tx1">
                    <a:lumMod val="85000"/>
                    <a:lumOff val="15000"/>
                  </a:schemeClr>
                </a:solidFill>
              </a:rPr>
              <a:t>"Robot, go to the kitchen and fetch the red mug." (Voice to Action).</a:t>
            </a:r>
          </a:p>
          <a:p>
            <a:pPr indent="-228600">
              <a:lnSpc>
                <a:spcPct val="90000"/>
              </a:lnSpc>
              <a:spcAft>
                <a:spcPts val="600"/>
              </a:spcAft>
              <a:buFont typeface="Arial" panose="020B0604020202020204" pitchFamily="34" charset="0"/>
              <a:buChar char="•"/>
            </a:pPr>
            <a:endParaRPr lang="en-US" sz="3200" dirty="0">
              <a:solidFill>
                <a:schemeClr val="tx1">
                  <a:lumMod val="85000"/>
                  <a:lumOff val="15000"/>
                </a:schemeClr>
              </a:solidFill>
            </a:endParaRPr>
          </a:p>
          <a:p>
            <a:pPr>
              <a:lnSpc>
                <a:spcPct val="90000"/>
              </a:lnSpc>
              <a:spcAft>
                <a:spcPts val="600"/>
              </a:spcAft>
            </a:pPr>
            <a:r>
              <a:rPr lang="en-US" sz="3200" b="1" dirty="0">
                <a:solidFill>
                  <a:schemeClr val="tx1">
                    <a:lumMod val="85000"/>
                    <a:lumOff val="15000"/>
                  </a:schemeClr>
                </a:solidFill>
              </a:rPr>
              <a:t>2. Knowledge Retrieval:</a:t>
            </a:r>
            <a:r>
              <a:rPr lang="en-US" sz="3200" dirty="0">
                <a:solidFill>
                  <a:schemeClr val="tx1">
                    <a:lumMod val="85000"/>
                    <a:lumOff val="15000"/>
                  </a:schemeClr>
                </a:solidFill>
              </a:rPr>
              <a:t> </a:t>
            </a:r>
          </a:p>
          <a:p>
            <a:pPr>
              <a:lnSpc>
                <a:spcPct val="90000"/>
              </a:lnSpc>
              <a:spcAft>
                <a:spcPts val="600"/>
              </a:spcAft>
            </a:pPr>
            <a:r>
              <a:rPr lang="en-US" sz="3200" dirty="0">
                <a:solidFill>
                  <a:schemeClr val="tx1">
                    <a:lumMod val="85000"/>
                    <a:lumOff val="15000"/>
                  </a:schemeClr>
                </a:solidFill>
              </a:rPr>
              <a:t>Robots reading manuals to learn how to fix machinery.</a:t>
            </a:r>
          </a:p>
          <a:p>
            <a:pPr>
              <a:lnSpc>
                <a:spcPct val="90000"/>
              </a:lnSpc>
              <a:spcAft>
                <a:spcPts val="600"/>
              </a:spcAft>
            </a:pPr>
            <a:endParaRPr lang="en-US" sz="3200" dirty="0">
              <a:solidFill>
                <a:schemeClr val="tx1">
                  <a:lumMod val="85000"/>
                  <a:lumOff val="15000"/>
                </a:schemeClr>
              </a:solidFill>
            </a:endParaRPr>
          </a:p>
          <a:p>
            <a:pPr>
              <a:lnSpc>
                <a:spcPct val="90000"/>
              </a:lnSpc>
              <a:spcAft>
                <a:spcPts val="600"/>
              </a:spcAft>
            </a:pPr>
            <a:r>
              <a:rPr lang="en-US" sz="3200" b="1" dirty="0">
                <a:solidFill>
                  <a:schemeClr val="tx1">
                    <a:lumMod val="85000"/>
                    <a:lumOff val="15000"/>
                  </a:schemeClr>
                </a:solidFill>
              </a:rPr>
              <a:t>3. Multimodality:</a:t>
            </a:r>
            <a:r>
              <a:rPr lang="en-US" sz="3200" dirty="0">
                <a:solidFill>
                  <a:schemeClr val="tx1">
                    <a:lumMod val="85000"/>
                    <a:lumOff val="15000"/>
                  </a:schemeClr>
                </a:solidFill>
              </a:rPr>
              <a:t> </a:t>
            </a:r>
          </a:p>
          <a:p>
            <a:pPr>
              <a:lnSpc>
                <a:spcPct val="90000"/>
              </a:lnSpc>
              <a:spcAft>
                <a:spcPts val="600"/>
              </a:spcAft>
            </a:pPr>
            <a:r>
              <a:rPr lang="en-US" sz="3200" dirty="0">
                <a:solidFill>
                  <a:schemeClr val="tx1">
                    <a:lumMod val="85000"/>
                    <a:lumOff val="15000"/>
                  </a:schemeClr>
                </a:solidFill>
              </a:rPr>
              <a:t>Modern AI sees, hears, and speaks. </a:t>
            </a:r>
          </a:p>
          <a:p>
            <a:pPr>
              <a:lnSpc>
                <a:spcPct val="90000"/>
              </a:lnSpc>
              <a:spcAft>
                <a:spcPts val="600"/>
              </a:spcAft>
            </a:pPr>
            <a:r>
              <a:rPr lang="en-US" sz="3200" dirty="0">
                <a:solidFill>
                  <a:schemeClr val="tx1">
                    <a:lumMod val="85000"/>
                    <a:lumOff val="15000"/>
                  </a:schemeClr>
                </a:solidFill>
              </a:rPr>
              <a:t>NLP is the bridge between these modalities.</a:t>
            </a:r>
          </a:p>
          <a:p>
            <a:pPr indent="-228600">
              <a:lnSpc>
                <a:spcPct val="90000"/>
              </a:lnSpc>
              <a:spcAft>
                <a:spcPts val="600"/>
              </a:spcAft>
              <a:buFont typeface="Arial" panose="020B0604020202020204" pitchFamily="34" charset="0"/>
              <a:buChar char="•"/>
            </a:pPr>
            <a:endParaRPr lang="en-US" sz="1400" dirty="0">
              <a:solidFill>
                <a:schemeClr val="tx1">
                  <a:lumMod val="85000"/>
                  <a:lumOff val="15000"/>
                </a:schemeClr>
              </a:solidFill>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673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FE72E7-AAB5-F15D-632B-9E1C52E53FF7}"/>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1. Human-Robot Interaction (HRI)</a:t>
            </a:r>
          </a:p>
        </p:txBody>
      </p:sp>
      <p:sp>
        <p:nvSpPr>
          <p:cNvPr id="308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01C5207-161B-42CF-362D-A5DC629575D9}"/>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a:t>The integration of LLMs in robotics allows for more natural and intuitive human-robot interaction. </a:t>
            </a:r>
          </a:p>
          <a:p>
            <a:pPr indent="-228600">
              <a:lnSpc>
                <a:spcPct val="90000"/>
              </a:lnSpc>
              <a:spcAft>
                <a:spcPts val="600"/>
              </a:spcAft>
              <a:buFont typeface="Arial" panose="020B0604020202020204" pitchFamily="34" charset="0"/>
              <a:buChar char="•"/>
            </a:pPr>
            <a:r>
              <a:rPr lang="en-US" sz="2000"/>
              <a:t>A user can give a complex, natural language command, and the robot, powered by an LLM, </a:t>
            </a:r>
          </a:p>
          <a:p>
            <a:pPr indent="-228600">
              <a:lnSpc>
                <a:spcPct val="90000"/>
              </a:lnSpc>
              <a:spcAft>
                <a:spcPts val="600"/>
              </a:spcAft>
              <a:buFont typeface="Arial" panose="020B0604020202020204" pitchFamily="34" charset="0"/>
              <a:buChar char="•"/>
            </a:pPr>
            <a:r>
              <a:rPr lang="en-US" sz="2000"/>
              <a:t>can interpret the intent and translate it into a sequence of actions.</a:t>
            </a:r>
          </a:p>
        </p:txBody>
      </p:sp>
      <p:pic>
        <p:nvPicPr>
          <p:cNvPr id="3074" name="Picture 2" descr="A cartoon of a robot holding a red mug">
            <a:extLst>
              <a:ext uri="{FF2B5EF4-FFF2-40B4-BE49-F238E27FC236}">
                <a16:creationId xmlns:a16="http://schemas.microsoft.com/office/drawing/2014/main" id="{68511BBD-F4B8-0815-148C-1B38A0EB677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54296" y="1547736"/>
            <a:ext cx="6903720" cy="37625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1926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6B200A-FA1E-9139-A05B-2FAC4E306276}"/>
            </a:ext>
          </a:extLst>
        </p:cNvPr>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309729-605F-964B-AE9B-38B3F23823A0}"/>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4600" kern="1200">
                <a:solidFill>
                  <a:schemeClr val="tx1"/>
                </a:solidFill>
                <a:latin typeface="+mj-lt"/>
                <a:ea typeface="+mj-ea"/>
                <a:cs typeface="+mj-cs"/>
              </a:rPr>
              <a:t>2. Knowledge Retrieval</a:t>
            </a:r>
          </a:p>
        </p:txBody>
      </p:sp>
      <p:sp>
        <p:nvSpPr>
          <p:cNvPr id="410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B957258-BC27-E34B-AE5D-AC43E05F846E}"/>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900"/>
              <a:t>Robots often need to perform tasks in dynamic environments or on complex machinery. </a:t>
            </a:r>
          </a:p>
          <a:p>
            <a:pPr indent="-228600">
              <a:lnSpc>
                <a:spcPct val="90000"/>
              </a:lnSpc>
              <a:spcAft>
                <a:spcPts val="600"/>
              </a:spcAft>
              <a:buFont typeface="Arial" panose="020B0604020202020204" pitchFamily="34" charset="0"/>
              <a:buChar char="•"/>
            </a:pPr>
            <a:r>
              <a:rPr lang="en-US" sz="1900"/>
              <a:t>LLMs can act as a vast knowledge base, allowing robots to "read" manuals, technical documents, or online tutorials to learn how to fix a machine or perform a new task, without being explicitly programmed for it.</a:t>
            </a:r>
          </a:p>
        </p:txBody>
      </p:sp>
      <p:pic>
        <p:nvPicPr>
          <p:cNvPr id="4098" name="Picture 2" descr="A robot working on a computer">
            <a:extLst>
              <a:ext uri="{FF2B5EF4-FFF2-40B4-BE49-F238E27FC236}">
                <a16:creationId xmlns:a16="http://schemas.microsoft.com/office/drawing/2014/main" id="{15E6E434-D8E2-63E9-9DB5-4613D238359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54296" y="1547736"/>
            <a:ext cx="6903720" cy="37625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75230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7E8F21-CBF7-8EB1-683F-E9A07EB494C6}"/>
            </a:ext>
          </a:extLst>
        </p:cNvPr>
        <p:cNvGrpSpPr/>
        <p:nvPr/>
      </p:nvGrpSpPr>
      <p:grpSpPr>
        <a:xfrm>
          <a:off x="0" y="0"/>
          <a:ext cx="0" cy="0"/>
          <a:chOff x="0" y="0"/>
          <a:chExt cx="0" cy="0"/>
        </a:xfrm>
      </p:grpSpPr>
      <p:sp useBgFill="1">
        <p:nvSpPr>
          <p:cNvPr id="5137" name="Rectangle 513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735534-BEA2-79E2-026B-28E2B9CDA6DE}"/>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4600" kern="1200">
                <a:solidFill>
                  <a:schemeClr val="tx1"/>
                </a:solidFill>
                <a:latin typeface="+mj-lt"/>
                <a:ea typeface="+mj-ea"/>
                <a:cs typeface="+mj-cs"/>
              </a:rPr>
              <a:t>3. Multimodality</a:t>
            </a:r>
          </a:p>
        </p:txBody>
      </p:sp>
      <p:sp>
        <p:nvSpPr>
          <p:cNvPr id="5139"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0AF439E-3CB9-25BE-D3F6-525B3D323FE6}"/>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900" dirty="0"/>
              <a:t>Modern Robotics is moving towards multimodal AI, where a robot can perceive the world through various senses like vision and hearing.</a:t>
            </a:r>
          </a:p>
          <a:p>
            <a:pPr indent="-228600">
              <a:lnSpc>
                <a:spcPct val="90000"/>
              </a:lnSpc>
              <a:spcAft>
                <a:spcPts val="600"/>
              </a:spcAft>
              <a:buFont typeface="Arial" panose="020B0604020202020204" pitchFamily="34" charset="0"/>
              <a:buChar char="•"/>
            </a:pPr>
            <a:r>
              <a:rPr lang="en-US" sz="1900" dirty="0"/>
              <a:t>Then use NLP as a central “brain” to process this information and decide on the appropriate action, including speaking back to human.</a:t>
            </a:r>
          </a:p>
        </p:txBody>
      </p:sp>
      <p:pic>
        <p:nvPicPr>
          <p:cNvPr id="5125" name="Picture 5" descr="A diagram of a machine learning&#10;&#10;AI-generated content may be incorrect.">
            <a:extLst>
              <a:ext uri="{FF2B5EF4-FFF2-40B4-BE49-F238E27FC236}">
                <a16:creationId xmlns:a16="http://schemas.microsoft.com/office/drawing/2014/main" id="{3FC08E6F-88B1-BFA0-5BD6-E255846B83A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54296" y="1547736"/>
            <a:ext cx="6903720" cy="3762527"/>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59496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393C01-1163-DC6E-72F5-B413A1342AD5}"/>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262E669-7774-4EAE-BBCE-F9FFE664D5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CD485ED-328F-4350-AB3E-F6EA45149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7484" y="837483"/>
            <a:ext cx="10500646" cy="4843095"/>
          </a:xfrm>
          <a:custGeom>
            <a:avLst/>
            <a:gdLst>
              <a:gd name="connsiteX0" fmla="*/ 0 w 10052180"/>
              <a:gd name="connsiteY0" fmla="*/ 0 h 4650769"/>
              <a:gd name="connsiteX1" fmla="*/ 10052180 w 10052180"/>
              <a:gd name="connsiteY1" fmla="*/ 0 h 4650769"/>
              <a:gd name="connsiteX2" fmla="*/ 10052180 w 10052180"/>
              <a:gd name="connsiteY2" fmla="*/ 4571218 h 4650769"/>
              <a:gd name="connsiteX3" fmla="*/ 10050702 w 10052180"/>
              <a:gd name="connsiteY3" fmla="*/ 4571562 h 4650769"/>
              <a:gd name="connsiteX4" fmla="*/ 10001878 w 10052180"/>
              <a:gd name="connsiteY4" fmla="*/ 4572066 h 4650769"/>
              <a:gd name="connsiteX5" fmla="*/ 9969638 w 10052180"/>
              <a:gd name="connsiteY5" fmla="*/ 4575824 h 4650769"/>
              <a:gd name="connsiteX6" fmla="*/ 9864299 w 10052180"/>
              <a:gd name="connsiteY6" fmla="*/ 4580290 h 4650769"/>
              <a:gd name="connsiteX7" fmla="*/ 9796089 w 10052180"/>
              <a:gd name="connsiteY7" fmla="*/ 4591897 h 4650769"/>
              <a:gd name="connsiteX8" fmla="*/ 9658617 w 10052180"/>
              <a:gd name="connsiteY8" fmla="*/ 4628572 h 4650769"/>
              <a:gd name="connsiteX9" fmla="*/ 9605787 w 10052180"/>
              <a:gd name="connsiteY9" fmla="*/ 4633374 h 4650769"/>
              <a:gd name="connsiteX10" fmla="*/ 9408928 w 10052180"/>
              <a:gd name="connsiteY10" fmla="*/ 4634030 h 4650769"/>
              <a:gd name="connsiteX11" fmla="*/ 9290980 w 10052180"/>
              <a:gd name="connsiteY11" fmla="*/ 4628234 h 4650769"/>
              <a:gd name="connsiteX12" fmla="*/ 9195937 w 10052180"/>
              <a:gd name="connsiteY12" fmla="*/ 4629562 h 4650769"/>
              <a:gd name="connsiteX13" fmla="*/ 9091821 w 10052180"/>
              <a:gd name="connsiteY13" fmla="*/ 4619955 h 4650769"/>
              <a:gd name="connsiteX14" fmla="*/ 9005324 w 10052180"/>
              <a:gd name="connsiteY14" fmla="*/ 4627981 h 4650769"/>
              <a:gd name="connsiteX15" fmla="*/ 8911383 w 10052180"/>
              <a:gd name="connsiteY15" fmla="*/ 4634700 h 4650769"/>
              <a:gd name="connsiteX16" fmla="*/ 8853295 w 10052180"/>
              <a:gd name="connsiteY16" fmla="*/ 4644792 h 4650769"/>
              <a:gd name="connsiteX17" fmla="*/ 8813991 w 10052180"/>
              <a:gd name="connsiteY17" fmla="*/ 4634596 h 4650769"/>
              <a:gd name="connsiteX18" fmla="*/ 8687179 w 10052180"/>
              <a:gd name="connsiteY18" fmla="*/ 4588065 h 4650769"/>
              <a:gd name="connsiteX19" fmla="*/ 8623955 w 10052180"/>
              <a:gd name="connsiteY19" fmla="*/ 4578046 h 4650769"/>
              <a:gd name="connsiteX20" fmla="*/ 8622786 w 10052180"/>
              <a:gd name="connsiteY20" fmla="*/ 4577305 h 4650769"/>
              <a:gd name="connsiteX21" fmla="*/ 8600904 w 10052180"/>
              <a:gd name="connsiteY21" fmla="*/ 4582918 h 4650769"/>
              <a:gd name="connsiteX22" fmla="*/ 8433071 w 10052180"/>
              <a:gd name="connsiteY22" fmla="*/ 4606234 h 4650769"/>
              <a:gd name="connsiteX23" fmla="*/ 8318071 w 10052180"/>
              <a:gd name="connsiteY23" fmla="*/ 4586590 h 4650769"/>
              <a:gd name="connsiteX24" fmla="*/ 8242424 w 10052180"/>
              <a:gd name="connsiteY24" fmla="*/ 4566486 h 4650769"/>
              <a:gd name="connsiteX25" fmla="*/ 8193517 w 10052180"/>
              <a:gd name="connsiteY25" fmla="*/ 4551756 h 4650769"/>
              <a:gd name="connsiteX26" fmla="*/ 8156253 w 10052180"/>
              <a:gd name="connsiteY26" fmla="*/ 4539485 h 4650769"/>
              <a:gd name="connsiteX27" fmla="*/ 8105237 w 10052180"/>
              <a:gd name="connsiteY27" fmla="*/ 4530754 h 4650769"/>
              <a:gd name="connsiteX28" fmla="*/ 8012182 w 10052180"/>
              <a:gd name="connsiteY28" fmla="*/ 4569955 h 4650769"/>
              <a:gd name="connsiteX29" fmla="*/ 7873023 w 10052180"/>
              <a:gd name="connsiteY29" fmla="*/ 4594395 h 4650769"/>
              <a:gd name="connsiteX30" fmla="*/ 7766598 w 10052180"/>
              <a:gd name="connsiteY30" fmla="*/ 4583182 h 4650769"/>
              <a:gd name="connsiteX31" fmla="*/ 7739745 w 10052180"/>
              <a:gd name="connsiteY31" fmla="*/ 4588115 h 4650769"/>
              <a:gd name="connsiteX32" fmla="*/ 7616434 w 10052180"/>
              <a:gd name="connsiteY32" fmla="*/ 4564808 h 4650769"/>
              <a:gd name="connsiteX33" fmla="*/ 7431215 w 10052180"/>
              <a:gd name="connsiteY33" fmla="*/ 4552516 h 4650769"/>
              <a:gd name="connsiteX34" fmla="*/ 7237422 w 10052180"/>
              <a:gd name="connsiteY34" fmla="*/ 4498285 h 4650769"/>
              <a:gd name="connsiteX35" fmla="*/ 7011658 w 10052180"/>
              <a:gd name="connsiteY35" fmla="*/ 4451218 h 4650769"/>
              <a:gd name="connsiteX36" fmla="*/ 6867111 w 10052180"/>
              <a:gd name="connsiteY36" fmla="*/ 4419048 h 4650769"/>
              <a:gd name="connsiteX37" fmla="*/ 6712288 w 10052180"/>
              <a:gd name="connsiteY37" fmla="*/ 4430721 h 4650769"/>
              <a:gd name="connsiteX38" fmla="*/ 6543149 w 10052180"/>
              <a:gd name="connsiteY38" fmla="*/ 4429858 h 4650769"/>
              <a:gd name="connsiteX39" fmla="*/ 6393064 w 10052180"/>
              <a:gd name="connsiteY39" fmla="*/ 4406561 h 4650769"/>
              <a:gd name="connsiteX40" fmla="*/ 6303049 w 10052180"/>
              <a:gd name="connsiteY40" fmla="*/ 4399385 h 4650769"/>
              <a:gd name="connsiteX41" fmla="*/ 6268511 w 10052180"/>
              <a:gd name="connsiteY41" fmla="*/ 4407283 h 4650769"/>
              <a:gd name="connsiteX42" fmla="*/ 6220512 w 10052180"/>
              <a:gd name="connsiteY42" fmla="*/ 4411171 h 4650769"/>
              <a:gd name="connsiteX43" fmla="*/ 6135538 w 10052180"/>
              <a:gd name="connsiteY43" fmla="*/ 4426253 h 4650769"/>
              <a:gd name="connsiteX44" fmla="*/ 6031127 w 10052180"/>
              <a:gd name="connsiteY44" fmla="*/ 4420204 h 4650769"/>
              <a:gd name="connsiteX45" fmla="*/ 5969808 w 10052180"/>
              <a:gd name="connsiteY45" fmla="*/ 4408049 h 4650769"/>
              <a:gd name="connsiteX46" fmla="*/ 5944950 w 10052180"/>
              <a:gd name="connsiteY46" fmla="*/ 4393767 h 4650769"/>
              <a:gd name="connsiteX47" fmla="*/ 5509282 w 10052180"/>
              <a:gd name="connsiteY47" fmla="*/ 4393767 h 4650769"/>
              <a:gd name="connsiteX48" fmla="*/ 5488183 w 10052180"/>
              <a:gd name="connsiteY48" fmla="*/ 4398554 h 4650769"/>
              <a:gd name="connsiteX49" fmla="*/ 5481447 w 10052180"/>
              <a:gd name="connsiteY49" fmla="*/ 4395975 h 4650769"/>
              <a:gd name="connsiteX50" fmla="*/ 5473864 w 10052180"/>
              <a:gd name="connsiteY50" fmla="*/ 4393767 h 4650769"/>
              <a:gd name="connsiteX51" fmla="*/ 5441368 w 10052180"/>
              <a:gd name="connsiteY51" fmla="*/ 4393767 h 4650769"/>
              <a:gd name="connsiteX52" fmla="*/ 5427734 w 10052180"/>
              <a:gd name="connsiteY52" fmla="*/ 4401537 h 4650769"/>
              <a:gd name="connsiteX53" fmla="*/ 5412372 w 10052180"/>
              <a:gd name="connsiteY53" fmla="*/ 4394628 h 4650769"/>
              <a:gd name="connsiteX54" fmla="*/ 5412559 w 10052180"/>
              <a:gd name="connsiteY54" fmla="*/ 4393767 h 4650769"/>
              <a:gd name="connsiteX55" fmla="*/ 5182205 w 10052180"/>
              <a:gd name="connsiteY55" fmla="*/ 4393767 h 4650769"/>
              <a:gd name="connsiteX56" fmla="*/ 5167180 w 10052180"/>
              <a:gd name="connsiteY56" fmla="*/ 4401547 h 4650769"/>
              <a:gd name="connsiteX57" fmla="*/ 5116191 w 10052180"/>
              <a:gd name="connsiteY57" fmla="*/ 4410857 h 4650769"/>
              <a:gd name="connsiteX58" fmla="*/ 4978049 w 10052180"/>
              <a:gd name="connsiteY58" fmla="*/ 4444099 h 4650769"/>
              <a:gd name="connsiteX59" fmla="*/ 4918199 w 10052180"/>
              <a:gd name="connsiteY59" fmla="*/ 4475969 h 4650769"/>
              <a:gd name="connsiteX60" fmla="*/ 4819404 w 10052180"/>
              <a:gd name="connsiteY60" fmla="*/ 4498170 h 4650769"/>
              <a:gd name="connsiteX61" fmla="*/ 4748850 w 10052180"/>
              <a:gd name="connsiteY61" fmla="*/ 4510039 h 4650769"/>
              <a:gd name="connsiteX62" fmla="*/ 4728909 w 10052180"/>
              <a:gd name="connsiteY62" fmla="*/ 4533669 h 4650769"/>
              <a:gd name="connsiteX63" fmla="*/ 4728624 w 10052180"/>
              <a:gd name="connsiteY63" fmla="*/ 4534109 h 4650769"/>
              <a:gd name="connsiteX64" fmla="*/ 4685733 w 10052180"/>
              <a:gd name="connsiteY64" fmla="*/ 4537269 h 4650769"/>
              <a:gd name="connsiteX65" fmla="*/ 4591811 w 10052180"/>
              <a:gd name="connsiteY65" fmla="*/ 4562739 h 4650769"/>
              <a:gd name="connsiteX66" fmla="*/ 4562217 w 10052180"/>
              <a:gd name="connsiteY66" fmla="*/ 4569392 h 4650769"/>
              <a:gd name="connsiteX67" fmla="*/ 4546453 w 10052180"/>
              <a:gd name="connsiteY67" fmla="*/ 4575327 h 4650769"/>
              <a:gd name="connsiteX68" fmla="*/ 4522757 w 10052180"/>
              <a:gd name="connsiteY68" fmla="*/ 4559783 h 4650769"/>
              <a:gd name="connsiteX69" fmla="*/ 4493193 w 10052180"/>
              <a:gd name="connsiteY69" fmla="*/ 4566418 h 4650769"/>
              <a:gd name="connsiteX70" fmla="*/ 4486309 w 10052180"/>
              <a:gd name="connsiteY70" fmla="*/ 4568571 h 4650769"/>
              <a:gd name="connsiteX71" fmla="*/ 4434522 w 10052180"/>
              <a:gd name="connsiteY71" fmla="*/ 4553363 h 4650769"/>
              <a:gd name="connsiteX72" fmla="*/ 4429460 w 10052180"/>
              <a:gd name="connsiteY72" fmla="*/ 4547302 h 4650769"/>
              <a:gd name="connsiteX73" fmla="*/ 4403505 w 10052180"/>
              <a:gd name="connsiteY73" fmla="*/ 4544604 h 4650769"/>
              <a:gd name="connsiteX74" fmla="*/ 4400557 w 10052180"/>
              <a:gd name="connsiteY74" fmla="*/ 4546201 h 4650769"/>
              <a:gd name="connsiteX75" fmla="*/ 4379030 w 10052180"/>
              <a:gd name="connsiteY75" fmla="*/ 4536886 h 4650769"/>
              <a:gd name="connsiteX76" fmla="*/ 4292758 w 10052180"/>
              <a:gd name="connsiteY76" fmla="*/ 4520332 h 4650769"/>
              <a:gd name="connsiteX77" fmla="*/ 4126934 w 10052180"/>
              <a:gd name="connsiteY77" fmla="*/ 4511325 h 4650769"/>
              <a:gd name="connsiteX78" fmla="*/ 3954199 w 10052180"/>
              <a:gd name="connsiteY78" fmla="*/ 4486409 h 4650769"/>
              <a:gd name="connsiteX79" fmla="*/ 3790501 w 10052180"/>
              <a:gd name="connsiteY79" fmla="*/ 4495445 h 4650769"/>
              <a:gd name="connsiteX80" fmla="*/ 3492963 w 10052180"/>
              <a:gd name="connsiteY80" fmla="*/ 4468480 h 4650769"/>
              <a:gd name="connsiteX81" fmla="*/ 3390904 w 10052180"/>
              <a:gd name="connsiteY81" fmla="*/ 4465867 h 4650769"/>
              <a:gd name="connsiteX82" fmla="*/ 3322528 w 10052180"/>
              <a:gd name="connsiteY82" fmla="*/ 4464799 h 4650769"/>
              <a:gd name="connsiteX83" fmla="*/ 3317795 w 10052180"/>
              <a:gd name="connsiteY83" fmla="*/ 4467272 h 4650769"/>
              <a:gd name="connsiteX84" fmla="*/ 3298702 w 10052180"/>
              <a:gd name="connsiteY84" fmla="*/ 4468689 h 4650769"/>
              <a:gd name="connsiteX85" fmla="*/ 3293503 w 10052180"/>
              <a:gd name="connsiteY85" fmla="*/ 4479690 h 4650769"/>
              <a:gd name="connsiteX86" fmla="*/ 3229705 w 10052180"/>
              <a:gd name="connsiteY86" fmla="*/ 4489069 h 4650769"/>
              <a:gd name="connsiteX87" fmla="*/ 3076109 w 10052180"/>
              <a:gd name="connsiteY87" fmla="*/ 4492987 h 4650769"/>
              <a:gd name="connsiteX88" fmla="*/ 2962379 w 10052180"/>
              <a:gd name="connsiteY88" fmla="*/ 4474229 h 4650769"/>
              <a:gd name="connsiteX89" fmla="*/ 2924375 w 10052180"/>
              <a:gd name="connsiteY89" fmla="*/ 4484334 h 4650769"/>
              <a:gd name="connsiteX90" fmla="*/ 2871297 w 10052180"/>
              <a:gd name="connsiteY90" fmla="*/ 4491313 h 4650769"/>
              <a:gd name="connsiteX91" fmla="*/ 2700663 w 10052180"/>
              <a:gd name="connsiteY91" fmla="*/ 4485036 h 4650769"/>
              <a:gd name="connsiteX92" fmla="*/ 2560084 w 10052180"/>
              <a:gd name="connsiteY92" fmla="*/ 4489523 h 4650769"/>
              <a:gd name="connsiteX93" fmla="*/ 2479658 w 10052180"/>
              <a:gd name="connsiteY93" fmla="*/ 4499250 h 4650769"/>
              <a:gd name="connsiteX94" fmla="*/ 2309526 w 10052180"/>
              <a:gd name="connsiteY94" fmla="*/ 4471569 h 4650769"/>
              <a:gd name="connsiteX95" fmla="*/ 2143849 w 10052180"/>
              <a:gd name="connsiteY95" fmla="*/ 4458678 h 4650769"/>
              <a:gd name="connsiteX96" fmla="*/ 2054460 w 10052180"/>
              <a:gd name="connsiteY96" fmla="*/ 4444435 h 4650769"/>
              <a:gd name="connsiteX97" fmla="*/ 1875690 w 10052180"/>
              <a:gd name="connsiteY97" fmla="*/ 4462877 h 4650769"/>
              <a:gd name="connsiteX98" fmla="*/ 1829588 w 10052180"/>
              <a:gd name="connsiteY98" fmla="*/ 4463680 h 4650769"/>
              <a:gd name="connsiteX99" fmla="*/ 1729685 w 10052180"/>
              <a:gd name="connsiteY99" fmla="*/ 4483196 h 4650769"/>
              <a:gd name="connsiteX100" fmla="*/ 1672107 w 10052180"/>
              <a:gd name="connsiteY100" fmla="*/ 4487209 h 4650769"/>
              <a:gd name="connsiteX101" fmla="*/ 1514794 w 10052180"/>
              <a:gd name="connsiteY101" fmla="*/ 4506035 h 4650769"/>
              <a:gd name="connsiteX102" fmla="*/ 1375355 w 10052180"/>
              <a:gd name="connsiteY102" fmla="*/ 4535286 h 4650769"/>
              <a:gd name="connsiteX103" fmla="*/ 1281723 w 10052180"/>
              <a:gd name="connsiteY103" fmla="*/ 4557767 h 4650769"/>
              <a:gd name="connsiteX104" fmla="*/ 1152251 w 10052180"/>
              <a:gd name="connsiteY104" fmla="*/ 4596280 h 4650769"/>
              <a:gd name="connsiteX105" fmla="*/ 1112386 w 10052180"/>
              <a:gd name="connsiteY105" fmla="*/ 4603999 h 4650769"/>
              <a:gd name="connsiteX106" fmla="*/ 1055042 w 10052180"/>
              <a:gd name="connsiteY106" fmla="*/ 4590297 h 4650769"/>
              <a:gd name="connsiteX107" fmla="*/ 961705 w 10052180"/>
              <a:gd name="connsiteY107" fmla="*/ 4577719 h 4650769"/>
              <a:gd name="connsiteX108" fmla="*/ 875879 w 10052180"/>
              <a:gd name="connsiteY108" fmla="*/ 4564303 h 4650769"/>
              <a:gd name="connsiteX109" fmla="*/ 771366 w 10052180"/>
              <a:gd name="connsiteY109" fmla="*/ 4567383 h 4650769"/>
              <a:gd name="connsiteX110" fmla="*/ 676592 w 10052180"/>
              <a:gd name="connsiteY110" fmla="*/ 4560117 h 4650769"/>
              <a:gd name="connsiteX111" fmla="*/ 558512 w 10052180"/>
              <a:gd name="connsiteY111" fmla="*/ 4558530 h 4650769"/>
              <a:gd name="connsiteX112" fmla="*/ 362079 w 10052180"/>
              <a:gd name="connsiteY112" fmla="*/ 4545572 h 4650769"/>
              <a:gd name="connsiteX113" fmla="*/ 309653 w 10052180"/>
              <a:gd name="connsiteY113" fmla="*/ 4537476 h 4650769"/>
              <a:gd name="connsiteX114" fmla="*/ 174742 w 10052180"/>
              <a:gd name="connsiteY114" fmla="*/ 4492281 h 4650769"/>
              <a:gd name="connsiteX115" fmla="*/ 107390 w 10052180"/>
              <a:gd name="connsiteY115" fmla="*/ 4476433 h 4650769"/>
              <a:gd name="connsiteX116" fmla="*/ 2537 w 10052180"/>
              <a:gd name="connsiteY116" fmla="*/ 4465393 h 4650769"/>
              <a:gd name="connsiteX117" fmla="*/ 0 w 10052180"/>
              <a:gd name="connsiteY117" fmla="*/ 4463105 h 4650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0052180" h="4650769">
                <a:moveTo>
                  <a:pt x="0" y="0"/>
                </a:moveTo>
                <a:lnTo>
                  <a:pt x="10052180" y="0"/>
                </a:lnTo>
                <a:lnTo>
                  <a:pt x="10052180" y="4571218"/>
                </a:lnTo>
                <a:lnTo>
                  <a:pt x="10050702" y="4571562"/>
                </a:lnTo>
                <a:cubicBezTo>
                  <a:pt x="10033695" y="4573943"/>
                  <a:pt x="10017259" y="4574375"/>
                  <a:pt x="10001878" y="4572066"/>
                </a:cubicBezTo>
                <a:cubicBezTo>
                  <a:pt x="9987347" y="4562370"/>
                  <a:pt x="9978539" y="4560848"/>
                  <a:pt x="9969638" y="4575824"/>
                </a:cubicBezTo>
                <a:cubicBezTo>
                  <a:pt x="9931111" y="4571506"/>
                  <a:pt x="9885705" y="4604598"/>
                  <a:pt x="9864299" y="4580290"/>
                </a:cubicBezTo>
                <a:cubicBezTo>
                  <a:pt x="9860644" y="4614890"/>
                  <a:pt x="9811449" y="4560843"/>
                  <a:pt x="9796089" y="4591897"/>
                </a:cubicBezTo>
                <a:cubicBezTo>
                  <a:pt x="9744340" y="4604414"/>
                  <a:pt x="9702353" y="4613016"/>
                  <a:pt x="9658617" y="4628572"/>
                </a:cubicBezTo>
                <a:cubicBezTo>
                  <a:pt x="9625107" y="4639733"/>
                  <a:pt x="9621223" y="4635658"/>
                  <a:pt x="9605787" y="4633374"/>
                </a:cubicBezTo>
                <a:cubicBezTo>
                  <a:pt x="9564172" y="4634284"/>
                  <a:pt x="9459602" y="4639135"/>
                  <a:pt x="9408928" y="4634030"/>
                </a:cubicBezTo>
                <a:cubicBezTo>
                  <a:pt x="9373936" y="4630911"/>
                  <a:pt x="9320962" y="4677031"/>
                  <a:pt x="9290980" y="4628234"/>
                </a:cubicBezTo>
                <a:cubicBezTo>
                  <a:pt x="9269062" y="4638218"/>
                  <a:pt x="9223761" y="4630232"/>
                  <a:pt x="9195937" y="4629562"/>
                </a:cubicBezTo>
                <a:cubicBezTo>
                  <a:pt x="9143088" y="4610116"/>
                  <a:pt x="9133223" y="4633821"/>
                  <a:pt x="9091821" y="4619955"/>
                </a:cubicBezTo>
                <a:cubicBezTo>
                  <a:pt x="9032935" y="4627891"/>
                  <a:pt x="9027183" y="4624471"/>
                  <a:pt x="9005324" y="4627981"/>
                </a:cubicBezTo>
                <a:cubicBezTo>
                  <a:pt x="8967164" y="4640966"/>
                  <a:pt x="8953005" y="4638659"/>
                  <a:pt x="8911383" y="4634700"/>
                </a:cubicBezTo>
                <a:cubicBezTo>
                  <a:pt x="8910140" y="4622209"/>
                  <a:pt x="8861731" y="4642891"/>
                  <a:pt x="8853295" y="4644792"/>
                </a:cubicBezTo>
                <a:cubicBezTo>
                  <a:pt x="8855383" y="4637166"/>
                  <a:pt x="8821677" y="4629387"/>
                  <a:pt x="8813991" y="4634596"/>
                </a:cubicBezTo>
                <a:cubicBezTo>
                  <a:pt x="8714011" y="4640974"/>
                  <a:pt x="8735462" y="4587278"/>
                  <a:pt x="8687179" y="4588065"/>
                </a:cubicBezTo>
                <a:cubicBezTo>
                  <a:pt x="8647941" y="4587885"/>
                  <a:pt x="8644846" y="4590573"/>
                  <a:pt x="8623955" y="4578046"/>
                </a:cubicBezTo>
                <a:lnTo>
                  <a:pt x="8622786" y="4577305"/>
                </a:lnTo>
                <a:lnTo>
                  <a:pt x="8600904" y="4582918"/>
                </a:lnTo>
                <a:cubicBezTo>
                  <a:pt x="8551179" y="4589770"/>
                  <a:pt x="8503007" y="4582778"/>
                  <a:pt x="8433071" y="4606234"/>
                </a:cubicBezTo>
                <a:cubicBezTo>
                  <a:pt x="8391517" y="4597543"/>
                  <a:pt x="8356812" y="4603351"/>
                  <a:pt x="8318071" y="4586590"/>
                </a:cubicBezTo>
                <a:cubicBezTo>
                  <a:pt x="8301780" y="4574528"/>
                  <a:pt x="8258966" y="4594748"/>
                  <a:pt x="8242424" y="4566486"/>
                </a:cubicBezTo>
                <a:cubicBezTo>
                  <a:pt x="8237603" y="4584126"/>
                  <a:pt x="8200783" y="4561583"/>
                  <a:pt x="8193517" y="4551756"/>
                </a:cubicBezTo>
                <a:cubicBezTo>
                  <a:pt x="8181915" y="4557821"/>
                  <a:pt x="8167403" y="4540618"/>
                  <a:pt x="8156253" y="4539485"/>
                </a:cubicBezTo>
                <a:cubicBezTo>
                  <a:pt x="8141597" y="4496572"/>
                  <a:pt x="8127998" y="4557617"/>
                  <a:pt x="8105237" y="4530754"/>
                </a:cubicBezTo>
                <a:cubicBezTo>
                  <a:pt x="8091039" y="4542025"/>
                  <a:pt x="8045973" y="4563365"/>
                  <a:pt x="8012182" y="4569955"/>
                </a:cubicBezTo>
                <a:cubicBezTo>
                  <a:pt x="7945237" y="4585532"/>
                  <a:pt x="7935255" y="4616038"/>
                  <a:pt x="7873023" y="4594395"/>
                </a:cubicBezTo>
                <a:cubicBezTo>
                  <a:pt x="7859384" y="4618199"/>
                  <a:pt x="7761094" y="4535441"/>
                  <a:pt x="7766598" y="4583182"/>
                </a:cubicBezTo>
                <a:cubicBezTo>
                  <a:pt x="7745587" y="4577284"/>
                  <a:pt x="7733182" y="4556528"/>
                  <a:pt x="7739745" y="4588115"/>
                </a:cubicBezTo>
                <a:lnTo>
                  <a:pt x="7616434" y="4564808"/>
                </a:lnTo>
                <a:cubicBezTo>
                  <a:pt x="7546376" y="4561257"/>
                  <a:pt x="7499612" y="4575632"/>
                  <a:pt x="7431215" y="4552516"/>
                </a:cubicBezTo>
                <a:cubicBezTo>
                  <a:pt x="7362500" y="4539342"/>
                  <a:pt x="7331229" y="4514002"/>
                  <a:pt x="7237422" y="4498285"/>
                </a:cubicBezTo>
                <a:cubicBezTo>
                  <a:pt x="7171877" y="4484375"/>
                  <a:pt x="7080174" y="4453116"/>
                  <a:pt x="7011658" y="4451218"/>
                </a:cubicBezTo>
                <a:cubicBezTo>
                  <a:pt x="6935893" y="4414558"/>
                  <a:pt x="6950516" y="4446303"/>
                  <a:pt x="6867111" y="4419048"/>
                </a:cubicBezTo>
                <a:cubicBezTo>
                  <a:pt x="6820640" y="4462144"/>
                  <a:pt x="6759791" y="4426229"/>
                  <a:pt x="6712288" y="4430721"/>
                </a:cubicBezTo>
                <a:cubicBezTo>
                  <a:pt x="6658294" y="4432523"/>
                  <a:pt x="6596353" y="4433885"/>
                  <a:pt x="6543149" y="4429858"/>
                </a:cubicBezTo>
                <a:cubicBezTo>
                  <a:pt x="6505785" y="4400413"/>
                  <a:pt x="6438998" y="4445436"/>
                  <a:pt x="6393064" y="4406561"/>
                </a:cubicBezTo>
                <a:cubicBezTo>
                  <a:pt x="6375470" y="4396073"/>
                  <a:pt x="6316748" y="4386920"/>
                  <a:pt x="6303049" y="4399385"/>
                </a:cubicBezTo>
                <a:cubicBezTo>
                  <a:pt x="6290271" y="4400402"/>
                  <a:pt x="6276955" y="4392864"/>
                  <a:pt x="6268511" y="4407283"/>
                </a:cubicBezTo>
                <a:cubicBezTo>
                  <a:pt x="6255819" y="4424201"/>
                  <a:pt x="6218422" y="4388280"/>
                  <a:pt x="6220512" y="4411171"/>
                </a:cubicBezTo>
                <a:cubicBezTo>
                  <a:pt x="6193829" y="4386375"/>
                  <a:pt x="6162713" y="4421037"/>
                  <a:pt x="6135538" y="4426253"/>
                </a:cubicBezTo>
                <a:cubicBezTo>
                  <a:pt x="6115250" y="4402715"/>
                  <a:pt x="6087532" y="4424859"/>
                  <a:pt x="6031127" y="4420204"/>
                </a:cubicBezTo>
                <a:cubicBezTo>
                  <a:pt x="6014546" y="4399963"/>
                  <a:pt x="5996210" y="4415252"/>
                  <a:pt x="5969808" y="4408049"/>
                </a:cubicBezTo>
                <a:lnTo>
                  <a:pt x="5944950" y="4393767"/>
                </a:lnTo>
                <a:lnTo>
                  <a:pt x="5509282" y="4393767"/>
                </a:lnTo>
                <a:lnTo>
                  <a:pt x="5488183" y="4398554"/>
                </a:lnTo>
                <a:lnTo>
                  <a:pt x="5481447" y="4395975"/>
                </a:lnTo>
                <a:lnTo>
                  <a:pt x="5473864" y="4393767"/>
                </a:lnTo>
                <a:lnTo>
                  <a:pt x="5441368" y="4393767"/>
                </a:lnTo>
                <a:lnTo>
                  <a:pt x="5427734" y="4401537"/>
                </a:lnTo>
                <a:cubicBezTo>
                  <a:pt x="5424659" y="4397308"/>
                  <a:pt x="5420116" y="4394509"/>
                  <a:pt x="5412372" y="4394628"/>
                </a:cubicBezTo>
                <a:lnTo>
                  <a:pt x="5412559" y="4393767"/>
                </a:lnTo>
                <a:lnTo>
                  <a:pt x="5182205" y="4393767"/>
                </a:lnTo>
                <a:lnTo>
                  <a:pt x="5167180" y="4401547"/>
                </a:lnTo>
                <a:cubicBezTo>
                  <a:pt x="5145322" y="4388995"/>
                  <a:pt x="5130136" y="4396666"/>
                  <a:pt x="5116191" y="4410857"/>
                </a:cubicBezTo>
                <a:cubicBezTo>
                  <a:pt x="5069121" y="4410132"/>
                  <a:pt x="5029330" y="4432817"/>
                  <a:pt x="4978049" y="4444099"/>
                </a:cubicBezTo>
                <a:cubicBezTo>
                  <a:pt x="4921746" y="4464946"/>
                  <a:pt x="4952787" y="4460274"/>
                  <a:pt x="4918199" y="4475969"/>
                </a:cubicBezTo>
                <a:lnTo>
                  <a:pt x="4819404" y="4498170"/>
                </a:lnTo>
                <a:lnTo>
                  <a:pt x="4748850" y="4510039"/>
                </a:lnTo>
                <a:lnTo>
                  <a:pt x="4728909" y="4533669"/>
                </a:lnTo>
                <a:lnTo>
                  <a:pt x="4728624" y="4534109"/>
                </a:lnTo>
                <a:lnTo>
                  <a:pt x="4685733" y="4537269"/>
                </a:lnTo>
                <a:cubicBezTo>
                  <a:pt x="4662932" y="4542040"/>
                  <a:pt x="4617689" y="4556675"/>
                  <a:pt x="4591811" y="4562739"/>
                </a:cubicBezTo>
                <a:cubicBezTo>
                  <a:pt x="4568298" y="4558219"/>
                  <a:pt x="4553786" y="4538337"/>
                  <a:pt x="4562217" y="4569392"/>
                </a:cubicBezTo>
                <a:cubicBezTo>
                  <a:pt x="4554496" y="4568788"/>
                  <a:pt x="4549787" y="4571298"/>
                  <a:pt x="4546453" y="4575327"/>
                </a:cubicBezTo>
                <a:lnTo>
                  <a:pt x="4522757" y="4559783"/>
                </a:lnTo>
                <a:lnTo>
                  <a:pt x="4493193" y="4566418"/>
                </a:lnTo>
                <a:lnTo>
                  <a:pt x="4486309" y="4568571"/>
                </a:lnTo>
                <a:lnTo>
                  <a:pt x="4434522" y="4553363"/>
                </a:lnTo>
                <a:lnTo>
                  <a:pt x="4429460" y="4547302"/>
                </a:lnTo>
                <a:cubicBezTo>
                  <a:pt x="4424037" y="4543565"/>
                  <a:pt x="4416331" y="4541821"/>
                  <a:pt x="4403505" y="4544604"/>
                </a:cubicBezTo>
                <a:lnTo>
                  <a:pt x="4400557" y="4546201"/>
                </a:lnTo>
                <a:lnTo>
                  <a:pt x="4379030" y="4536886"/>
                </a:lnTo>
                <a:cubicBezTo>
                  <a:pt x="4372078" y="4532654"/>
                  <a:pt x="4297808" y="4527155"/>
                  <a:pt x="4292758" y="4520332"/>
                </a:cubicBezTo>
                <a:cubicBezTo>
                  <a:pt x="4211493" y="4536974"/>
                  <a:pt x="4205812" y="4507045"/>
                  <a:pt x="4126934" y="4511325"/>
                </a:cubicBezTo>
                <a:cubicBezTo>
                  <a:pt x="4058483" y="4465563"/>
                  <a:pt x="4015465" y="4493211"/>
                  <a:pt x="3954199" y="4486409"/>
                </a:cubicBezTo>
                <a:cubicBezTo>
                  <a:pt x="3895850" y="4481584"/>
                  <a:pt x="3868881" y="4496263"/>
                  <a:pt x="3790501" y="4495445"/>
                </a:cubicBezTo>
                <a:cubicBezTo>
                  <a:pt x="3707431" y="4485284"/>
                  <a:pt x="3586435" y="4490248"/>
                  <a:pt x="3492963" y="4468480"/>
                </a:cubicBezTo>
                <a:cubicBezTo>
                  <a:pt x="3419549" y="4461359"/>
                  <a:pt x="3419311" y="4466480"/>
                  <a:pt x="3390904" y="4465867"/>
                </a:cubicBezTo>
                <a:cubicBezTo>
                  <a:pt x="3381467" y="4468795"/>
                  <a:pt x="3331557" y="4460030"/>
                  <a:pt x="3322528" y="4464799"/>
                </a:cubicBezTo>
                <a:lnTo>
                  <a:pt x="3317795" y="4467272"/>
                </a:lnTo>
                <a:lnTo>
                  <a:pt x="3298702" y="4468689"/>
                </a:lnTo>
                <a:lnTo>
                  <a:pt x="3293503" y="4479690"/>
                </a:lnTo>
                <a:lnTo>
                  <a:pt x="3229705" y="4489069"/>
                </a:lnTo>
                <a:cubicBezTo>
                  <a:pt x="3187202" y="4462144"/>
                  <a:pt x="3151062" y="4494035"/>
                  <a:pt x="3076109" y="4492987"/>
                </a:cubicBezTo>
                <a:cubicBezTo>
                  <a:pt x="3056222" y="4483674"/>
                  <a:pt x="2977114" y="4460921"/>
                  <a:pt x="2962379" y="4474229"/>
                </a:cubicBezTo>
                <a:cubicBezTo>
                  <a:pt x="2948249" y="4476071"/>
                  <a:pt x="2933210" y="4469418"/>
                  <a:pt x="2924375" y="4484334"/>
                </a:cubicBezTo>
                <a:cubicBezTo>
                  <a:pt x="2910921" y="4502015"/>
                  <a:pt x="2868144" y="4468636"/>
                  <a:pt x="2871297" y="4491313"/>
                </a:cubicBezTo>
                <a:cubicBezTo>
                  <a:pt x="2834012" y="4491430"/>
                  <a:pt x="2752532" y="4485335"/>
                  <a:pt x="2700663" y="4485036"/>
                </a:cubicBezTo>
                <a:cubicBezTo>
                  <a:pt x="2675164" y="4459571"/>
                  <a:pt x="2600340" y="4494322"/>
                  <a:pt x="2560084" y="4489523"/>
                </a:cubicBezTo>
                <a:cubicBezTo>
                  <a:pt x="2524760" y="4491171"/>
                  <a:pt x="2521424" y="4504416"/>
                  <a:pt x="2479658" y="4499250"/>
                </a:cubicBezTo>
                <a:cubicBezTo>
                  <a:pt x="2405210" y="4494755"/>
                  <a:pt x="2378207" y="4484444"/>
                  <a:pt x="2309526" y="4471569"/>
                </a:cubicBezTo>
                <a:cubicBezTo>
                  <a:pt x="2231692" y="4461873"/>
                  <a:pt x="2230867" y="4475023"/>
                  <a:pt x="2143849" y="4458678"/>
                </a:cubicBezTo>
                <a:cubicBezTo>
                  <a:pt x="2123776" y="4453795"/>
                  <a:pt x="2075082" y="4453878"/>
                  <a:pt x="2054460" y="4444435"/>
                </a:cubicBezTo>
                <a:cubicBezTo>
                  <a:pt x="2025665" y="4449526"/>
                  <a:pt x="1907402" y="4455434"/>
                  <a:pt x="1875690" y="4462877"/>
                </a:cubicBezTo>
                <a:cubicBezTo>
                  <a:pt x="1830650" y="4467513"/>
                  <a:pt x="1869806" y="4459610"/>
                  <a:pt x="1829588" y="4463680"/>
                </a:cubicBezTo>
                <a:cubicBezTo>
                  <a:pt x="1791050" y="4448543"/>
                  <a:pt x="1782985" y="4472982"/>
                  <a:pt x="1729685" y="4483196"/>
                </a:cubicBezTo>
                <a:cubicBezTo>
                  <a:pt x="1707743" y="4468503"/>
                  <a:pt x="1689784" y="4474556"/>
                  <a:pt x="1672107" y="4487209"/>
                </a:cubicBezTo>
                <a:cubicBezTo>
                  <a:pt x="1620500" y="4481667"/>
                  <a:pt x="1573015" y="4500097"/>
                  <a:pt x="1514794" y="4506035"/>
                </a:cubicBezTo>
                <a:cubicBezTo>
                  <a:pt x="1452269" y="4488005"/>
                  <a:pt x="1437575" y="4529096"/>
                  <a:pt x="1375355" y="4535286"/>
                </a:cubicBezTo>
                <a:cubicBezTo>
                  <a:pt x="1321736" y="4564899"/>
                  <a:pt x="1333953" y="4560797"/>
                  <a:pt x="1281723" y="4557767"/>
                </a:cubicBezTo>
                <a:cubicBezTo>
                  <a:pt x="1233584" y="4553963"/>
                  <a:pt x="1251636" y="4608894"/>
                  <a:pt x="1152251" y="4596280"/>
                </a:cubicBezTo>
                <a:cubicBezTo>
                  <a:pt x="1144905" y="4590601"/>
                  <a:pt x="1110779" y="4596258"/>
                  <a:pt x="1112386" y="4603999"/>
                </a:cubicBezTo>
                <a:cubicBezTo>
                  <a:pt x="1104086" y="4601575"/>
                  <a:pt x="1057064" y="4577908"/>
                  <a:pt x="1055042" y="4590297"/>
                </a:cubicBezTo>
                <a:cubicBezTo>
                  <a:pt x="1013255" y="4591647"/>
                  <a:pt x="998979" y="4593064"/>
                  <a:pt x="961705" y="4577719"/>
                </a:cubicBezTo>
                <a:cubicBezTo>
                  <a:pt x="940108" y="4572850"/>
                  <a:pt x="934154" y="4575904"/>
                  <a:pt x="875879" y="4564303"/>
                </a:cubicBezTo>
                <a:cubicBezTo>
                  <a:pt x="833691" y="4575554"/>
                  <a:pt x="825327" y="4551279"/>
                  <a:pt x="771366" y="4567383"/>
                </a:cubicBezTo>
                <a:cubicBezTo>
                  <a:pt x="743555" y="4566313"/>
                  <a:pt x="697843" y="4571452"/>
                  <a:pt x="676592" y="4560117"/>
                </a:cubicBezTo>
                <a:cubicBezTo>
                  <a:pt x="643619" y="4606945"/>
                  <a:pt x="593631" y="4557605"/>
                  <a:pt x="558512" y="4558530"/>
                </a:cubicBezTo>
                <a:cubicBezTo>
                  <a:pt x="507618" y="4560458"/>
                  <a:pt x="403556" y="4549081"/>
                  <a:pt x="362079" y="4545572"/>
                </a:cubicBezTo>
                <a:cubicBezTo>
                  <a:pt x="346531" y="4546886"/>
                  <a:pt x="342400" y="4550710"/>
                  <a:pt x="309653" y="4537476"/>
                </a:cubicBezTo>
                <a:cubicBezTo>
                  <a:pt x="266974" y="4519218"/>
                  <a:pt x="225607" y="4508008"/>
                  <a:pt x="174742" y="4492281"/>
                </a:cubicBezTo>
                <a:cubicBezTo>
                  <a:pt x="161353" y="4460328"/>
                  <a:pt x="108876" y="4511194"/>
                  <a:pt x="107390" y="4476433"/>
                </a:cubicBezTo>
                <a:cubicBezTo>
                  <a:pt x="84507" y="4499356"/>
                  <a:pt x="41258" y="4463491"/>
                  <a:pt x="2537" y="4465393"/>
                </a:cubicBezTo>
                <a:lnTo>
                  <a:pt x="0" y="4463105"/>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ectangle 1">
            <a:extLst>
              <a:ext uri="{FF2B5EF4-FFF2-40B4-BE49-F238E27FC236}">
                <a16:creationId xmlns:a16="http://schemas.microsoft.com/office/drawing/2014/main" id="{68AD09FF-B6CE-11A1-071E-7D9C748D74CD}"/>
              </a:ext>
            </a:extLst>
          </p:cNvPr>
          <p:cNvSpPr/>
          <p:nvPr/>
        </p:nvSpPr>
        <p:spPr>
          <a:xfrm>
            <a:off x="2532376" y="1729408"/>
            <a:ext cx="7127248" cy="2105613"/>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4800" b="0" kern="1200" cap="none" spc="0">
                <a:ln w="0"/>
                <a:solidFill>
                  <a:schemeClr val="tx1">
                    <a:lumMod val="85000"/>
                    <a:lumOff val="15000"/>
                  </a:schemeClr>
                </a:solidFill>
                <a:effectLst>
                  <a:outerShdw blurRad="38100" dist="19050" dir="2700000" algn="tl" rotWithShape="0">
                    <a:schemeClr val="dk1">
                      <a:alpha val="40000"/>
                    </a:schemeClr>
                  </a:outerShdw>
                </a:effectLst>
                <a:latin typeface="+mj-lt"/>
                <a:ea typeface="+mj-ea"/>
                <a:cs typeface="+mj-cs"/>
              </a:rPr>
              <a:t>The Paradigm Shift</a:t>
            </a:r>
          </a:p>
        </p:txBody>
      </p:sp>
      <p:sp>
        <p:nvSpPr>
          <p:cNvPr id="25" name="Rectangle 6">
            <a:extLst>
              <a:ext uri="{FF2B5EF4-FFF2-40B4-BE49-F238E27FC236}">
                <a16:creationId xmlns:a16="http://schemas.microsoft.com/office/drawing/2014/main" id="{5353D259-DA18-451D-9A95-02198BF55E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546282"/>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95989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 illustrating a Modern NLP Curriculum for 2026, organized into key phases and components such as Foundations, The Engine, Structural Analysis, Customization, Advanced Apps, Production, Governance, and Capstone. Each section includes specific topics like Transformer Architecture, Prompt Engineering, Neural Translation, Fine Tuning, AI Agents, Ethics, and Final Project Delivery, with color-coded boxes and connecting lines showing relationships and workflow.">
            <a:extLst>
              <a:ext uri="{FF2B5EF4-FFF2-40B4-BE49-F238E27FC236}">
                <a16:creationId xmlns:a16="http://schemas.microsoft.com/office/drawing/2014/main" id="{DE526B2F-57EA-7005-63B6-20AFB5C340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3909"/>
            <a:ext cx="12192000" cy="665018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899205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7" name="Rectangle 206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054" name="Picture 6" descr="Flowchart diagram outlining Modern NLP Curriculum for 2025, emphasizing an LLM-first paradigm shift. It is divided into three parts with color-coded sections: Part 1 (blue) covers foundations like embeddings and transformer architecture; Part 2 (green) focuses on customizing language models including fine-tuning and retrieval-augmented generation; Part 3 (orange) addresses broader ecosystem topics such as syntax, machine translation, ethics, and project wrap-up.">
            <a:extLst>
              <a:ext uri="{FF2B5EF4-FFF2-40B4-BE49-F238E27FC236}">
                <a16:creationId xmlns:a16="http://schemas.microsoft.com/office/drawing/2014/main" id="{D4F5A352-DA86-2198-90B7-9C6F835EEF32}"/>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l="2008" r="1085" b="1"/>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09247C2-80F2-0CEB-9090-45739F147060}"/>
              </a:ext>
            </a:extLst>
          </p:cNvPr>
          <p:cNvSpPr>
            <a:spLocks noGrp="1" noRot="1" noMove="1" noResize="1" noEditPoints="1" noAdjustHandles="1" noChangeArrowheads="1" noChangeShapeType="1"/>
          </p:cNvSpPr>
          <p:nvPr/>
        </p:nvSpPr>
        <p:spPr>
          <a:xfrm>
            <a:off x="5830349" y="234892"/>
            <a:ext cx="248873" cy="3775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6</a:t>
            </a:r>
          </a:p>
        </p:txBody>
      </p:sp>
    </p:spTree>
    <p:extLst>
      <p:ext uri="{BB962C8B-B14F-4D97-AF65-F5344CB8AC3E}">
        <p14:creationId xmlns:p14="http://schemas.microsoft.com/office/powerpoint/2010/main" val="3805670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5"/>
            <a:ext cx="12193149"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09DF9EB-D4EF-085F-A876-BD4E3503B398}"/>
              </a:ext>
            </a:extLst>
          </p:cNvPr>
          <p:cNvSpPr>
            <a:spLocks noGrp="1"/>
          </p:cNvSpPr>
          <p:nvPr>
            <p:ph type="title"/>
          </p:nvPr>
        </p:nvSpPr>
        <p:spPr>
          <a:xfrm>
            <a:off x="1137036" y="548640"/>
            <a:ext cx="9916632" cy="1188720"/>
          </a:xfrm>
        </p:spPr>
        <p:txBody>
          <a:bodyPr>
            <a:normAutofit/>
          </a:bodyPr>
          <a:lstStyle/>
          <a:p>
            <a:r>
              <a:rPr lang="en-US" b="1">
                <a:solidFill>
                  <a:schemeClr val="tx1">
                    <a:lumMod val="85000"/>
                    <a:lumOff val="15000"/>
                  </a:schemeClr>
                </a:solidFill>
              </a:rPr>
              <a:t>What is Natural Language Processing?</a:t>
            </a:r>
            <a:endParaRPr lang="en-US">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8F22A1C0-7D73-E40F-5F14-F421A9D34C8F}"/>
              </a:ext>
            </a:extLst>
          </p:cNvPr>
          <p:cNvSpPr>
            <a:spLocks noGrp="1"/>
          </p:cNvSpPr>
          <p:nvPr>
            <p:ph idx="1"/>
          </p:nvPr>
        </p:nvSpPr>
        <p:spPr>
          <a:xfrm>
            <a:off x="1957987" y="2431767"/>
            <a:ext cx="8276026" cy="3685156"/>
          </a:xfrm>
        </p:spPr>
        <p:txBody>
          <a:bodyPr anchor="ctr">
            <a:normAutofit/>
          </a:bodyPr>
          <a:lstStyle/>
          <a:p>
            <a:r>
              <a:rPr lang="en-US" sz="2400" b="1" dirty="0">
                <a:solidFill>
                  <a:schemeClr val="tx1">
                    <a:lumMod val="85000"/>
                    <a:lumOff val="15000"/>
                  </a:schemeClr>
                </a:solidFill>
              </a:rPr>
              <a:t>Definition:</a:t>
            </a:r>
            <a:r>
              <a:rPr lang="en-US" sz="2400" dirty="0">
                <a:solidFill>
                  <a:schemeClr val="tx1">
                    <a:lumMod val="85000"/>
                    <a:lumOff val="15000"/>
                  </a:schemeClr>
                </a:solidFill>
              </a:rPr>
              <a:t> A subfield of AI giving computers the ability to understand, interpret, and generate human language.</a:t>
            </a:r>
          </a:p>
          <a:p>
            <a:endParaRPr lang="en-US" sz="2400" dirty="0">
              <a:solidFill>
                <a:schemeClr val="tx1">
                  <a:lumMod val="85000"/>
                  <a:lumOff val="15000"/>
                </a:schemeClr>
              </a:solidFill>
            </a:endParaRPr>
          </a:p>
          <a:p>
            <a:r>
              <a:rPr lang="en-US" sz="2400" b="1" dirty="0">
                <a:solidFill>
                  <a:schemeClr val="tx1">
                    <a:lumMod val="85000"/>
                    <a:lumOff val="15000"/>
                  </a:schemeClr>
                </a:solidFill>
              </a:rPr>
              <a:t>The Challenge:</a:t>
            </a:r>
            <a:r>
              <a:rPr lang="en-US" sz="2400" dirty="0">
                <a:solidFill>
                  <a:schemeClr val="tx1">
                    <a:lumMod val="85000"/>
                    <a:lumOff val="15000"/>
                  </a:schemeClr>
                </a:solidFill>
              </a:rPr>
              <a:t> Human language is ambiguous, messy, and context-dependent.</a:t>
            </a:r>
          </a:p>
          <a:p>
            <a:pPr lvl="1"/>
            <a:r>
              <a:rPr lang="en-US" i="1" dirty="0">
                <a:solidFill>
                  <a:schemeClr val="tx1">
                    <a:lumMod val="85000"/>
                    <a:lumOff val="15000"/>
                  </a:schemeClr>
                </a:solidFill>
              </a:rPr>
              <a:t>Example:</a:t>
            </a:r>
            <a:r>
              <a:rPr lang="en-US" dirty="0">
                <a:solidFill>
                  <a:schemeClr val="tx1">
                    <a:lumMod val="85000"/>
                    <a:lumOff val="15000"/>
                  </a:schemeClr>
                </a:solidFill>
              </a:rPr>
              <a:t> "I saw the man with the telescope." (Did I have the telescope? Or did the man?)</a:t>
            </a:r>
          </a:p>
          <a:p>
            <a:pPr lvl="1"/>
            <a:r>
              <a:rPr lang="en-US" i="1" dirty="0">
                <a:solidFill>
                  <a:schemeClr val="tx1">
                    <a:lumMod val="85000"/>
                    <a:lumOff val="15000"/>
                  </a:schemeClr>
                </a:solidFill>
              </a:rPr>
              <a:t>Example:</a:t>
            </a:r>
            <a:r>
              <a:rPr lang="en-US" dirty="0">
                <a:solidFill>
                  <a:schemeClr val="tx1">
                    <a:lumMod val="85000"/>
                    <a:lumOff val="15000"/>
                  </a:schemeClr>
                </a:solidFill>
              </a:rPr>
              <a:t> "Bank" (River? Money? Turning a plane?)</a:t>
            </a:r>
          </a:p>
          <a:p>
            <a:pPr marL="0" indent="0">
              <a:buNone/>
            </a:pPr>
            <a:endParaRPr lang="en-US" sz="2400" dirty="0">
              <a:solidFill>
                <a:schemeClr val="tx1">
                  <a:lumMod val="85000"/>
                  <a:lumOff val="15000"/>
                </a:schemeClr>
              </a:solidFill>
            </a:endParaRPr>
          </a:p>
        </p:txBody>
      </p:sp>
    </p:spTree>
    <p:extLst>
      <p:ext uri="{BB962C8B-B14F-4D97-AF65-F5344CB8AC3E}">
        <p14:creationId xmlns:p14="http://schemas.microsoft.com/office/powerpoint/2010/main" val="3661025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6897DEB4-4A88-4293-A935-9B25506C1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Freeform: Shape 1039">
            <a:extLst>
              <a:ext uri="{FF2B5EF4-FFF2-40B4-BE49-F238E27FC236}">
                <a16:creationId xmlns:a16="http://schemas.microsoft.com/office/drawing/2014/main" id="{FBE42BC3-6707-4CBF-9386-048B994A4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886" y="0"/>
            <a:ext cx="7538114" cy="6858000"/>
          </a:xfrm>
          <a:custGeom>
            <a:avLst/>
            <a:gdLst>
              <a:gd name="connsiteX0" fmla="*/ 366246 w 7538114"/>
              <a:gd name="connsiteY0" fmla="*/ 0 h 6858000"/>
              <a:gd name="connsiteX1" fmla="*/ 2830292 w 7538114"/>
              <a:gd name="connsiteY1" fmla="*/ 0 h 6858000"/>
              <a:gd name="connsiteX2" fmla="*/ 3903260 w 7538114"/>
              <a:gd name="connsiteY2" fmla="*/ 0 h 6858000"/>
              <a:gd name="connsiteX3" fmla="*/ 4597266 w 7538114"/>
              <a:gd name="connsiteY3" fmla="*/ 0 h 6858000"/>
              <a:gd name="connsiteX4" fmla="*/ 7192370 w 7538114"/>
              <a:gd name="connsiteY4" fmla="*/ 0 h 6858000"/>
              <a:gd name="connsiteX5" fmla="*/ 7538114 w 7538114"/>
              <a:gd name="connsiteY5" fmla="*/ 0 h 6858000"/>
              <a:gd name="connsiteX6" fmla="*/ 7538114 w 7538114"/>
              <a:gd name="connsiteY6" fmla="*/ 6858000 h 6858000"/>
              <a:gd name="connsiteX7" fmla="*/ 7192370 w 7538114"/>
              <a:gd name="connsiteY7" fmla="*/ 6858000 h 6858000"/>
              <a:gd name="connsiteX8" fmla="*/ 4597266 w 7538114"/>
              <a:gd name="connsiteY8" fmla="*/ 6858000 h 6858000"/>
              <a:gd name="connsiteX9" fmla="*/ 3903260 w 7538114"/>
              <a:gd name="connsiteY9" fmla="*/ 6858000 h 6858000"/>
              <a:gd name="connsiteX10" fmla="*/ 2830292 w 7538114"/>
              <a:gd name="connsiteY10" fmla="*/ 6858000 h 6858000"/>
              <a:gd name="connsiteX11" fmla="*/ 170314 w 7538114"/>
              <a:gd name="connsiteY11" fmla="*/ 6858000 h 6858000"/>
              <a:gd name="connsiteX12" fmla="*/ 170341 w 7538114"/>
              <a:gd name="connsiteY12" fmla="*/ 6857759 h 6858000"/>
              <a:gd name="connsiteX13" fmla="*/ 173485 w 7538114"/>
              <a:gd name="connsiteY13" fmla="*/ 6852129 h 6858000"/>
              <a:gd name="connsiteX14" fmla="*/ 167544 w 7538114"/>
              <a:gd name="connsiteY14" fmla="*/ 6830335 h 6858000"/>
              <a:gd name="connsiteX15" fmla="*/ 163472 w 7538114"/>
              <a:gd name="connsiteY15" fmla="*/ 6796707 h 6858000"/>
              <a:gd name="connsiteX16" fmla="*/ 160535 w 7538114"/>
              <a:gd name="connsiteY16" fmla="*/ 6780725 h 6858000"/>
              <a:gd name="connsiteX17" fmla="*/ 162318 w 7538114"/>
              <a:gd name="connsiteY17" fmla="*/ 6767829 h 6858000"/>
              <a:gd name="connsiteX18" fmla="*/ 162771 w 7538114"/>
              <a:gd name="connsiteY18" fmla="*/ 6694444 h 6858000"/>
              <a:gd name="connsiteX19" fmla="*/ 165604 w 7538114"/>
              <a:gd name="connsiteY19" fmla="*/ 6677569 h 6858000"/>
              <a:gd name="connsiteX20" fmla="*/ 171255 w 7538114"/>
              <a:gd name="connsiteY20" fmla="*/ 6669571 h 6858000"/>
              <a:gd name="connsiteX21" fmla="*/ 169240 w 7538114"/>
              <a:gd name="connsiteY21" fmla="*/ 6663304 h 6858000"/>
              <a:gd name="connsiteX22" fmla="*/ 169039 w 7538114"/>
              <a:gd name="connsiteY22" fmla="*/ 6618916 h 6858000"/>
              <a:gd name="connsiteX23" fmla="*/ 168392 w 7538114"/>
              <a:gd name="connsiteY23" fmla="*/ 6589960 h 6858000"/>
              <a:gd name="connsiteX24" fmla="*/ 160636 w 7538114"/>
              <a:gd name="connsiteY24" fmla="*/ 6588200 h 6858000"/>
              <a:gd name="connsiteX25" fmla="*/ 157872 w 7538114"/>
              <a:gd name="connsiteY25" fmla="*/ 6562416 h 6858000"/>
              <a:gd name="connsiteX26" fmla="*/ 162851 w 7538114"/>
              <a:gd name="connsiteY26" fmla="*/ 6534939 h 6858000"/>
              <a:gd name="connsiteX27" fmla="*/ 162153 w 7538114"/>
              <a:gd name="connsiteY27" fmla="*/ 6502552 h 6858000"/>
              <a:gd name="connsiteX28" fmla="*/ 161821 w 7538114"/>
              <a:gd name="connsiteY28" fmla="*/ 6483172 h 6858000"/>
              <a:gd name="connsiteX29" fmla="*/ 154586 w 7538114"/>
              <a:gd name="connsiteY29" fmla="*/ 6432309 h 6858000"/>
              <a:gd name="connsiteX30" fmla="*/ 127078 w 7538114"/>
              <a:gd name="connsiteY30" fmla="*/ 6349783 h 6858000"/>
              <a:gd name="connsiteX31" fmla="*/ 123181 w 7538114"/>
              <a:gd name="connsiteY31" fmla="*/ 6323872 h 6858000"/>
              <a:gd name="connsiteX32" fmla="*/ 124767 w 7538114"/>
              <a:gd name="connsiteY32" fmla="*/ 6319343 h 6858000"/>
              <a:gd name="connsiteX33" fmla="*/ 108246 w 7538114"/>
              <a:gd name="connsiteY33" fmla="*/ 6190348 h 6858000"/>
              <a:gd name="connsiteX34" fmla="*/ 107279 w 7538114"/>
              <a:gd name="connsiteY34" fmla="*/ 6167269 h 6858000"/>
              <a:gd name="connsiteX35" fmla="*/ 107883 w 7538114"/>
              <a:gd name="connsiteY35" fmla="*/ 6149986 h 6858000"/>
              <a:gd name="connsiteX36" fmla="*/ 102380 w 7538114"/>
              <a:gd name="connsiteY36" fmla="*/ 6108622 h 6858000"/>
              <a:gd name="connsiteX37" fmla="*/ 90314 w 7538114"/>
              <a:gd name="connsiteY37" fmla="*/ 6041155 h 6858000"/>
              <a:gd name="connsiteX38" fmla="*/ 88409 w 7538114"/>
              <a:gd name="connsiteY38" fmla="*/ 6026587 h 6858000"/>
              <a:gd name="connsiteX39" fmla="*/ 89403 w 7538114"/>
              <a:gd name="connsiteY39" fmla="*/ 6013265 h 6858000"/>
              <a:gd name="connsiteX40" fmla="*/ 91927 w 7538114"/>
              <a:gd name="connsiteY40" fmla="*/ 6009478 h 6858000"/>
              <a:gd name="connsiteX41" fmla="*/ 91302 w 7538114"/>
              <a:gd name="connsiteY41" fmla="*/ 6001336 h 6858000"/>
              <a:gd name="connsiteX42" fmla="*/ 91687 w 7538114"/>
              <a:gd name="connsiteY42" fmla="*/ 5999003 h 6858000"/>
              <a:gd name="connsiteX43" fmla="*/ 93336 w 7538114"/>
              <a:gd name="connsiteY43" fmla="*/ 5985795 h 6858000"/>
              <a:gd name="connsiteX44" fmla="*/ 83190 w 7538114"/>
              <a:gd name="connsiteY44" fmla="*/ 5961758 h 6858000"/>
              <a:gd name="connsiteX45" fmla="*/ 81952 w 7538114"/>
              <a:gd name="connsiteY45" fmla="*/ 5928761 h 6858000"/>
              <a:gd name="connsiteX46" fmla="*/ 67420 w 7538114"/>
              <a:gd name="connsiteY46" fmla="*/ 5787247 h 6858000"/>
              <a:gd name="connsiteX47" fmla="*/ 50760 w 7538114"/>
              <a:gd name="connsiteY47" fmla="*/ 5710700 h 6858000"/>
              <a:gd name="connsiteX48" fmla="*/ 42956 w 7538114"/>
              <a:gd name="connsiteY48" fmla="*/ 5641754 h 6858000"/>
              <a:gd name="connsiteX49" fmla="*/ 29695 w 7538114"/>
              <a:gd name="connsiteY49" fmla="*/ 5602326 h 6858000"/>
              <a:gd name="connsiteX50" fmla="*/ 18841 w 7538114"/>
              <a:gd name="connsiteY50" fmla="*/ 5570885 h 6858000"/>
              <a:gd name="connsiteX51" fmla="*/ 9977 w 7538114"/>
              <a:gd name="connsiteY51" fmla="*/ 5543492 h 6858000"/>
              <a:gd name="connsiteX52" fmla="*/ 5255 w 7538114"/>
              <a:gd name="connsiteY52" fmla="*/ 5531024 h 6858000"/>
              <a:gd name="connsiteX53" fmla="*/ 5447 w 7538114"/>
              <a:gd name="connsiteY53" fmla="*/ 5527845 h 6858000"/>
              <a:gd name="connsiteX54" fmla="*/ 0 w 7538114"/>
              <a:gd name="connsiteY54" fmla="*/ 5507724 h 6858000"/>
              <a:gd name="connsiteX55" fmla="*/ 435 w 7538114"/>
              <a:gd name="connsiteY55" fmla="*/ 5507045 h 6858000"/>
              <a:gd name="connsiteX56" fmla="*/ 1128 w 7538114"/>
              <a:gd name="connsiteY56" fmla="*/ 5499619 h 6858000"/>
              <a:gd name="connsiteX57" fmla="*/ 1291 w 7538114"/>
              <a:gd name="connsiteY57" fmla="*/ 5486342 h 6858000"/>
              <a:gd name="connsiteX58" fmla="*/ 7976 w 7538114"/>
              <a:gd name="connsiteY58" fmla="*/ 5450755 h 6858000"/>
              <a:gd name="connsiteX59" fmla="*/ 2355 w 7538114"/>
              <a:gd name="connsiteY59" fmla="*/ 5429732 h 6858000"/>
              <a:gd name="connsiteX60" fmla="*/ 1499 w 7538114"/>
              <a:gd name="connsiteY60" fmla="*/ 5370432 h 6858000"/>
              <a:gd name="connsiteX61" fmla="*/ 11483 w 7538114"/>
              <a:gd name="connsiteY61" fmla="*/ 5308330 h 6858000"/>
              <a:gd name="connsiteX62" fmla="*/ 12793 w 7538114"/>
              <a:gd name="connsiteY62" fmla="*/ 5246026 h 6858000"/>
              <a:gd name="connsiteX63" fmla="*/ 12525 w 7538114"/>
              <a:gd name="connsiteY63" fmla="*/ 5223468 h 6858000"/>
              <a:gd name="connsiteX64" fmla="*/ 15322 w 7538114"/>
              <a:gd name="connsiteY64" fmla="*/ 5183258 h 6858000"/>
              <a:gd name="connsiteX65" fmla="*/ 18633 w 7538114"/>
              <a:gd name="connsiteY65" fmla="*/ 5164842 h 6858000"/>
              <a:gd name="connsiteX66" fmla="*/ 18428 w 7538114"/>
              <a:gd name="connsiteY66" fmla="*/ 5164034 h 6858000"/>
              <a:gd name="connsiteX67" fmla="*/ 19854 w 7538114"/>
              <a:gd name="connsiteY67" fmla="*/ 5162388 h 6858000"/>
              <a:gd name="connsiteX68" fmla="*/ 20514 w 7538114"/>
              <a:gd name="connsiteY68" fmla="*/ 5158981 h 6858000"/>
              <a:gd name="connsiteX69" fmla="*/ 20089 w 7538114"/>
              <a:gd name="connsiteY69" fmla="*/ 5149681 h 6858000"/>
              <a:gd name="connsiteX70" fmla="*/ 19561 w 7538114"/>
              <a:gd name="connsiteY70" fmla="*/ 5146183 h 6858000"/>
              <a:gd name="connsiteX71" fmla="*/ 19571 w 7538114"/>
              <a:gd name="connsiteY71" fmla="*/ 5141065 h 6858000"/>
              <a:gd name="connsiteX72" fmla="*/ 19690 w 7538114"/>
              <a:gd name="connsiteY72" fmla="*/ 5140937 h 6858000"/>
              <a:gd name="connsiteX73" fmla="*/ 19471 w 7538114"/>
              <a:gd name="connsiteY73" fmla="*/ 5136144 h 6858000"/>
              <a:gd name="connsiteX74" fmla="*/ 16918 w 7538114"/>
              <a:gd name="connsiteY74" fmla="*/ 5112689 h 6858000"/>
              <a:gd name="connsiteX75" fmla="*/ 28071 w 7538114"/>
              <a:gd name="connsiteY75" fmla="*/ 5081696 h 6858000"/>
              <a:gd name="connsiteX76" fmla="*/ 30005 w 7538114"/>
              <a:gd name="connsiteY76" fmla="*/ 5068879 h 6858000"/>
              <a:gd name="connsiteX77" fmla="*/ 31661 w 7538114"/>
              <a:gd name="connsiteY77" fmla="*/ 5062033 h 6858000"/>
              <a:gd name="connsiteX78" fmla="*/ 32169 w 7538114"/>
              <a:gd name="connsiteY78" fmla="*/ 5061608 h 6858000"/>
              <a:gd name="connsiteX79" fmla="*/ 27436 w 7538114"/>
              <a:gd name="connsiteY79" fmla="*/ 5021480 h 6858000"/>
              <a:gd name="connsiteX80" fmla="*/ 26614 w 7538114"/>
              <a:gd name="connsiteY80" fmla="*/ 5013906 h 6858000"/>
              <a:gd name="connsiteX81" fmla="*/ 25056 w 7538114"/>
              <a:gd name="connsiteY81" fmla="*/ 5011767 h 6858000"/>
              <a:gd name="connsiteX82" fmla="*/ 24513 w 7538114"/>
              <a:gd name="connsiteY82" fmla="*/ 5000592 h 6858000"/>
              <a:gd name="connsiteX83" fmla="*/ 24951 w 7538114"/>
              <a:gd name="connsiteY83" fmla="*/ 4999307 h 6858000"/>
              <a:gd name="connsiteX84" fmla="*/ 22644 w 7538114"/>
              <a:gd name="connsiteY84" fmla="*/ 4990090 h 6858000"/>
              <a:gd name="connsiteX85" fmla="*/ 18465 w 7538114"/>
              <a:gd name="connsiteY85" fmla="*/ 4982366 h 6858000"/>
              <a:gd name="connsiteX86" fmla="*/ 20888 w 7538114"/>
              <a:gd name="connsiteY86" fmla="*/ 4887310 h 6858000"/>
              <a:gd name="connsiteX87" fmla="*/ 15781 w 7538114"/>
              <a:gd name="connsiteY87" fmla="*/ 4807298 h 6858000"/>
              <a:gd name="connsiteX88" fmla="*/ 19649 w 7538114"/>
              <a:gd name="connsiteY88" fmla="*/ 4779990 h 6858000"/>
              <a:gd name="connsiteX89" fmla="*/ 21858 w 7538114"/>
              <a:gd name="connsiteY89" fmla="*/ 4664237 h 6858000"/>
              <a:gd name="connsiteX90" fmla="*/ 13583 w 7538114"/>
              <a:gd name="connsiteY90" fmla="*/ 4598607 h 6858000"/>
              <a:gd name="connsiteX91" fmla="*/ 7118 w 7538114"/>
              <a:gd name="connsiteY91" fmla="*/ 4546768 h 6858000"/>
              <a:gd name="connsiteX92" fmla="*/ 14555 w 7538114"/>
              <a:gd name="connsiteY92" fmla="*/ 4522182 h 6858000"/>
              <a:gd name="connsiteX93" fmla="*/ 17290 w 7538114"/>
              <a:gd name="connsiteY93" fmla="*/ 4509768 h 6858000"/>
              <a:gd name="connsiteX94" fmla="*/ 17421 w 7538114"/>
              <a:gd name="connsiteY94" fmla="*/ 4494586 h 6858000"/>
              <a:gd name="connsiteX95" fmla="*/ 18193 w 7538114"/>
              <a:gd name="connsiteY95" fmla="*/ 4440649 h 6858000"/>
              <a:gd name="connsiteX96" fmla="*/ 16616 w 7538114"/>
              <a:gd name="connsiteY96" fmla="*/ 4431853 h 6858000"/>
              <a:gd name="connsiteX97" fmla="*/ 19246 w 7538114"/>
              <a:gd name="connsiteY97" fmla="*/ 4403141 h 6858000"/>
              <a:gd name="connsiteX98" fmla="*/ 19623 w 7538114"/>
              <a:gd name="connsiteY98" fmla="*/ 4356631 h 6858000"/>
              <a:gd name="connsiteX99" fmla="*/ 20293 w 7538114"/>
              <a:gd name="connsiteY99" fmla="*/ 4339937 h 6858000"/>
              <a:gd name="connsiteX100" fmla="*/ 18752 w 7538114"/>
              <a:gd name="connsiteY100" fmla="*/ 4331435 h 6858000"/>
              <a:gd name="connsiteX101" fmla="*/ 24901 w 7538114"/>
              <a:gd name="connsiteY101" fmla="*/ 4320990 h 6858000"/>
              <a:gd name="connsiteX102" fmla="*/ 23734 w 7538114"/>
              <a:gd name="connsiteY102" fmla="*/ 4309111 h 6858000"/>
              <a:gd name="connsiteX103" fmla="*/ 29040 w 7538114"/>
              <a:gd name="connsiteY103" fmla="*/ 4263489 h 6858000"/>
              <a:gd name="connsiteX104" fmla="*/ 29429 w 7538114"/>
              <a:gd name="connsiteY104" fmla="*/ 4258775 h 6858000"/>
              <a:gd name="connsiteX105" fmla="*/ 33702 w 7538114"/>
              <a:gd name="connsiteY105" fmla="*/ 4248512 h 6858000"/>
              <a:gd name="connsiteX106" fmla="*/ 37356 w 7538114"/>
              <a:gd name="connsiteY106" fmla="*/ 4228644 h 6858000"/>
              <a:gd name="connsiteX107" fmla="*/ 50107 w 7538114"/>
              <a:gd name="connsiteY107" fmla="*/ 4193665 h 6858000"/>
              <a:gd name="connsiteX108" fmla="*/ 56192 w 7538114"/>
              <a:gd name="connsiteY108" fmla="*/ 4173105 h 6858000"/>
              <a:gd name="connsiteX109" fmla="*/ 61800 w 7538114"/>
              <a:gd name="connsiteY109" fmla="*/ 4159194 h 6858000"/>
              <a:gd name="connsiteX110" fmla="*/ 69720 w 7538114"/>
              <a:gd name="connsiteY110" fmla="*/ 4118135 h 6858000"/>
              <a:gd name="connsiteX111" fmla="*/ 80190 w 7538114"/>
              <a:gd name="connsiteY111" fmla="*/ 4047713 h 6858000"/>
              <a:gd name="connsiteX112" fmla="*/ 96666 w 7538114"/>
              <a:gd name="connsiteY112" fmla="*/ 3980780 h 6858000"/>
              <a:gd name="connsiteX113" fmla="*/ 107651 w 7538114"/>
              <a:gd name="connsiteY113" fmla="*/ 3941872 h 6858000"/>
              <a:gd name="connsiteX114" fmla="*/ 118444 w 7538114"/>
              <a:gd name="connsiteY114" fmla="*/ 3897465 h 6858000"/>
              <a:gd name="connsiteX115" fmla="*/ 134545 w 7538114"/>
              <a:gd name="connsiteY115" fmla="*/ 3811132 h 6858000"/>
              <a:gd name="connsiteX116" fmla="*/ 145381 w 7538114"/>
              <a:gd name="connsiteY116" fmla="*/ 3746540 h 6858000"/>
              <a:gd name="connsiteX117" fmla="*/ 146587 w 7538114"/>
              <a:gd name="connsiteY117" fmla="*/ 3670275 h 6858000"/>
              <a:gd name="connsiteX118" fmla="*/ 165690 w 7538114"/>
              <a:gd name="connsiteY118" fmla="*/ 3580981 h 6858000"/>
              <a:gd name="connsiteX119" fmla="*/ 163175 w 7538114"/>
              <a:gd name="connsiteY119" fmla="*/ 3570960 h 6858000"/>
              <a:gd name="connsiteX120" fmla="*/ 162665 w 7538114"/>
              <a:gd name="connsiteY120" fmla="*/ 3560693 h 6858000"/>
              <a:gd name="connsiteX121" fmla="*/ 163299 w 7538114"/>
              <a:gd name="connsiteY121" fmla="*/ 3559743 h 6858000"/>
              <a:gd name="connsiteX122" fmla="*/ 164777 w 7538114"/>
              <a:gd name="connsiteY122" fmla="*/ 3548721 h 6858000"/>
              <a:gd name="connsiteX123" fmla="*/ 163708 w 7538114"/>
              <a:gd name="connsiteY123" fmla="*/ 3545693 h 6858000"/>
              <a:gd name="connsiteX124" fmla="*/ 164286 w 7538114"/>
              <a:gd name="connsiteY124" fmla="*/ 3537938 h 6858000"/>
              <a:gd name="connsiteX125" fmla="*/ 164247 w 7538114"/>
              <a:gd name="connsiteY125" fmla="*/ 3522141 h 6858000"/>
              <a:gd name="connsiteX126" fmla="*/ 165343 w 7538114"/>
              <a:gd name="connsiteY126" fmla="*/ 3519672 h 6858000"/>
              <a:gd name="connsiteX127" fmla="*/ 167001 w 7538114"/>
              <a:gd name="connsiteY127" fmla="*/ 3496604 h 6858000"/>
              <a:gd name="connsiteX128" fmla="*/ 167547 w 7538114"/>
              <a:gd name="connsiteY128" fmla="*/ 3496517 h 6858000"/>
              <a:gd name="connsiteX129" fmla="*/ 170301 w 7538114"/>
              <a:gd name="connsiteY129" fmla="*/ 3491023 h 6858000"/>
              <a:gd name="connsiteX130" fmla="*/ 174371 w 7538114"/>
              <a:gd name="connsiteY130" fmla="*/ 3479998 h 6858000"/>
              <a:gd name="connsiteX131" fmla="*/ 190228 w 7538114"/>
              <a:gd name="connsiteY131" fmla="*/ 3457434 h 6858000"/>
              <a:gd name="connsiteX132" fmla="*/ 192016 w 7538114"/>
              <a:gd name="connsiteY132" fmla="*/ 3433411 h 6858000"/>
              <a:gd name="connsiteX133" fmla="*/ 192663 w 7538114"/>
              <a:gd name="connsiteY133" fmla="*/ 3428691 h 6858000"/>
              <a:gd name="connsiteX134" fmla="*/ 192793 w 7538114"/>
              <a:gd name="connsiteY134" fmla="*/ 3428643 h 6858000"/>
              <a:gd name="connsiteX135" fmla="*/ 193710 w 7538114"/>
              <a:gd name="connsiteY135" fmla="*/ 3423760 h 6858000"/>
              <a:gd name="connsiteX136" fmla="*/ 193839 w 7538114"/>
              <a:gd name="connsiteY136" fmla="*/ 3420085 h 6858000"/>
              <a:gd name="connsiteX137" fmla="*/ 195094 w 7538114"/>
              <a:gd name="connsiteY137" fmla="*/ 3410930 h 6858000"/>
              <a:gd name="connsiteX138" fmla="*/ 196311 w 7538114"/>
              <a:gd name="connsiteY138" fmla="*/ 3408092 h 6858000"/>
              <a:gd name="connsiteX139" fmla="*/ 197928 w 7538114"/>
              <a:gd name="connsiteY139" fmla="*/ 3407419 h 6858000"/>
              <a:gd name="connsiteX140" fmla="*/ 197881 w 7538114"/>
              <a:gd name="connsiteY140" fmla="*/ 3406520 h 6858000"/>
              <a:gd name="connsiteX141" fmla="*/ 204222 w 7538114"/>
              <a:gd name="connsiteY141" fmla="*/ 3391015 h 6858000"/>
              <a:gd name="connsiteX142" fmla="*/ 213950 w 7538114"/>
              <a:gd name="connsiteY142" fmla="*/ 3354361 h 6858000"/>
              <a:gd name="connsiteX143" fmla="*/ 217699 w 7538114"/>
              <a:gd name="connsiteY143" fmla="*/ 3332639 h 6858000"/>
              <a:gd name="connsiteX144" fmla="*/ 229963 w 7538114"/>
              <a:gd name="connsiteY144" fmla="*/ 3273935 h 6858000"/>
              <a:gd name="connsiteX145" fmla="*/ 243785 w 7538114"/>
              <a:gd name="connsiteY145" fmla="*/ 3215621 h 6858000"/>
              <a:gd name="connsiteX146" fmla="*/ 259175 w 7538114"/>
              <a:gd name="connsiteY146" fmla="*/ 3189909 h 6858000"/>
              <a:gd name="connsiteX147" fmla="*/ 259988 w 7538114"/>
              <a:gd name="connsiteY147" fmla="*/ 3186579 h 6858000"/>
              <a:gd name="connsiteX148" fmla="*/ 259980 w 7538114"/>
              <a:gd name="connsiteY148" fmla="*/ 3177264 h 6858000"/>
              <a:gd name="connsiteX149" fmla="*/ 259609 w 7538114"/>
              <a:gd name="connsiteY149" fmla="*/ 3173723 h 6858000"/>
              <a:gd name="connsiteX150" fmla="*/ 259848 w 7538114"/>
              <a:gd name="connsiteY150" fmla="*/ 3168622 h 6858000"/>
              <a:gd name="connsiteX151" fmla="*/ 259971 w 7538114"/>
              <a:gd name="connsiteY151" fmla="*/ 3168508 h 6858000"/>
              <a:gd name="connsiteX152" fmla="*/ 259966 w 7538114"/>
              <a:gd name="connsiteY152" fmla="*/ 3163706 h 6858000"/>
              <a:gd name="connsiteX153" fmla="*/ 258467 w 7538114"/>
              <a:gd name="connsiteY153" fmla="*/ 3140064 h 6858000"/>
              <a:gd name="connsiteX154" fmla="*/ 270990 w 7538114"/>
              <a:gd name="connsiteY154" fmla="*/ 3110288 h 6858000"/>
              <a:gd name="connsiteX155" fmla="*/ 273494 w 7538114"/>
              <a:gd name="connsiteY155" fmla="*/ 3097704 h 6858000"/>
              <a:gd name="connsiteX156" fmla="*/ 275456 w 7538114"/>
              <a:gd name="connsiteY156" fmla="*/ 3091047 h 6858000"/>
              <a:gd name="connsiteX157" fmla="*/ 275980 w 7538114"/>
              <a:gd name="connsiteY157" fmla="*/ 3090672 h 6858000"/>
              <a:gd name="connsiteX158" fmla="*/ 274486 w 7538114"/>
              <a:gd name="connsiteY158" fmla="*/ 3068004 h 6858000"/>
              <a:gd name="connsiteX159" fmla="*/ 275226 w 7538114"/>
              <a:gd name="connsiteY159" fmla="*/ 3065087 h 6858000"/>
              <a:gd name="connsiteX160" fmla="*/ 273050 w 7538114"/>
              <a:gd name="connsiteY160" fmla="*/ 3050191 h 6858000"/>
              <a:gd name="connsiteX161" fmla="*/ 272566 w 7538114"/>
              <a:gd name="connsiteY161" fmla="*/ 3042559 h 6858000"/>
              <a:gd name="connsiteX162" fmla="*/ 271107 w 7538114"/>
              <a:gd name="connsiteY162" fmla="*/ 3040271 h 6858000"/>
              <a:gd name="connsiteX163" fmla="*/ 271065 w 7538114"/>
              <a:gd name="connsiteY163" fmla="*/ 3029072 h 6858000"/>
              <a:gd name="connsiteX164" fmla="*/ 271558 w 7538114"/>
              <a:gd name="connsiteY164" fmla="*/ 3027835 h 6858000"/>
              <a:gd name="connsiteX165" fmla="*/ 268717 w 7538114"/>
              <a:gd name="connsiteY165" fmla="*/ 2964245 h 6858000"/>
              <a:gd name="connsiteX166" fmla="*/ 272511 w 7538114"/>
              <a:gd name="connsiteY166" fmla="*/ 2915772 h 6858000"/>
              <a:gd name="connsiteX167" fmla="*/ 270356 w 7538114"/>
              <a:gd name="connsiteY167" fmla="*/ 2825842 h 6858000"/>
              <a:gd name="connsiteX168" fmla="*/ 273897 w 7538114"/>
              <a:gd name="connsiteY168" fmla="*/ 2734957 h 6858000"/>
              <a:gd name="connsiteX169" fmla="*/ 274458 w 7538114"/>
              <a:gd name="connsiteY169" fmla="*/ 2636572 h 6858000"/>
              <a:gd name="connsiteX170" fmla="*/ 279157 w 7538114"/>
              <a:gd name="connsiteY170" fmla="*/ 2604260 h 6858000"/>
              <a:gd name="connsiteX171" fmla="*/ 288131 w 7538114"/>
              <a:gd name="connsiteY171" fmla="*/ 2582747 h 6858000"/>
              <a:gd name="connsiteX172" fmla="*/ 282516 w 7538114"/>
              <a:gd name="connsiteY172" fmla="*/ 2478755 h 6858000"/>
              <a:gd name="connsiteX173" fmla="*/ 287359 w 7538114"/>
              <a:gd name="connsiteY173" fmla="*/ 2451804 h 6858000"/>
              <a:gd name="connsiteX174" fmla="*/ 289577 w 7538114"/>
              <a:gd name="connsiteY174" fmla="*/ 2408801 h 6858000"/>
              <a:gd name="connsiteX175" fmla="*/ 293203 w 7538114"/>
              <a:gd name="connsiteY175" fmla="*/ 2392670 h 6858000"/>
              <a:gd name="connsiteX176" fmla="*/ 304183 w 7538114"/>
              <a:gd name="connsiteY176" fmla="*/ 2330165 h 6858000"/>
              <a:gd name="connsiteX177" fmla="*/ 310900 w 7538114"/>
              <a:gd name="connsiteY177" fmla="*/ 2276363 h 6858000"/>
              <a:gd name="connsiteX178" fmla="*/ 303909 w 7538114"/>
              <a:gd name="connsiteY178" fmla="*/ 2236310 h 6858000"/>
              <a:gd name="connsiteX179" fmla="*/ 306187 w 7538114"/>
              <a:gd name="connsiteY179" fmla="*/ 2232984 h 6858000"/>
              <a:gd name="connsiteX180" fmla="*/ 307158 w 7538114"/>
              <a:gd name="connsiteY180" fmla="*/ 2205763 h 6858000"/>
              <a:gd name="connsiteX181" fmla="*/ 304860 w 7538114"/>
              <a:gd name="connsiteY181" fmla="*/ 2145703 h 6858000"/>
              <a:gd name="connsiteX182" fmla="*/ 304273 w 7538114"/>
              <a:gd name="connsiteY182" fmla="*/ 2092533 h 6858000"/>
              <a:gd name="connsiteX183" fmla="*/ 301642 w 7538114"/>
              <a:gd name="connsiteY183" fmla="*/ 2057359 h 6858000"/>
              <a:gd name="connsiteX184" fmla="*/ 306736 w 7538114"/>
              <a:gd name="connsiteY184" fmla="*/ 2016105 h 6858000"/>
              <a:gd name="connsiteX185" fmla="*/ 316234 w 7538114"/>
              <a:gd name="connsiteY185" fmla="*/ 1983129 h 6858000"/>
              <a:gd name="connsiteX186" fmla="*/ 318238 w 7538114"/>
              <a:gd name="connsiteY186" fmla="*/ 1956745 h 6858000"/>
              <a:gd name="connsiteX187" fmla="*/ 311341 w 7538114"/>
              <a:gd name="connsiteY187" fmla="*/ 1950160 h 6858000"/>
              <a:gd name="connsiteX188" fmla="*/ 323556 w 7538114"/>
              <a:gd name="connsiteY188" fmla="*/ 1879546 h 6858000"/>
              <a:gd name="connsiteX189" fmla="*/ 326085 w 7538114"/>
              <a:gd name="connsiteY189" fmla="*/ 1854893 h 6858000"/>
              <a:gd name="connsiteX190" fmla="*/ 335058 w 7538114"/>
              <a:gd name="connsiteY190" fmla="*/ 1787684 h 6858000"/>
              <a:gd name="connsiteX191" fmla="*/ 345620 w 7538114"/>
              <a:gd name="connsiteY191" fmla="*/ 1720464 h 6858000"/>
              <a:gd name="connsiteX192" fmla="*/ 360760 w 7538114"/>
              <a:gd name="connsiteY192" fmla="*/ 1681196 h 6858000"/>
              <a:gd name="connsiteX193" fmla="*/ 368483 w 7538114"/>
              <a:gd name="connsiteY193" fmla="*/ 1625881 h 6858000"/>
              <a:gd name="connsiteX194" fmla="*/ 371077 w 7538114"/>
              <a:gd name="connsiteY194" fmla="*/ 1616704 h 6858000"/>
              <a:gd name="connsiteX195" fmla="*/ 383008 w 7538114"/>
              <a:gd name="connsiteY195" fmla="*/ 1551493 h 6858000"/>
              <a:gd name="connsiteX196" fmla="*/ 384834 w 7538114"/>
              <a:gd name="connsiteY196" fmla="*/ 1475233 h 6858000"/>
              <a:gd name="connsiteX197" fmla="*/ 418371 w 7538114"/>
              <a:gd name="connsiteY197" fmla="*/ 1380155 h 6858000"/>
              <a:gd name="connsiteX198" fmla="*/ 469641 w 7538114"/>
              <a:gd name="connsiteY198" fmla="*/ 1210871 h 6858000"/>
              <a:gd name="connsiteX199" fmla="*/ 489701 w 7538114"/>
              <a:gd name="connsiteY199" fmla="*/ 1028427 h 6858000"/>
              <a:gd name="connsiteX200" fmla="*/ 486354 w 7538114"/>
              <a:gd name="connsiteY200" fmla="*/ 980383 h 6858000"/>
              <a:gd name="connsiteX201" fmla="*/ 479762 w 7538114"/>
              <a:gd name="connsiteY201" fmla="*/ 839699 h 6858000"/>
              <a:gd name="connsiteX202" fmla="*/ 445664 w 7538114"/>
              <a:gd name="connsiteY202" fmla="*/ 696545 h 6858000"/>
              <a:gd name="connsiteX203" fmla="*/ 440047 w 7538114"/>
              <a:gd name="connsiteY203" fmla="*/ 606615 h 6858000"/>
              <a:gd name="connsiteX204" fmla="*/ 431225 w 7538114"/>
              <a:gd name="connsiteY204" fmla="*/ 563889 h 6858000"/>
              <a:gd name="connsiteX205" fmla="*/ 430803 w 7538114"/>
              <a:gd name="connsiteY205" fmla="*/ 534294 h 6858000"/>
              <a:gd name="connsiteX206" fmla="*/ 429777 w 7538114"/>
              <a:gd name="connsiteY206" fmla="*/ 516548 h 6858000"/>
              <a:gd name="connsiteX207" fmla="*/ 415090 w 7538114"/>
              <a:gd name="connsiteY207" fmla="*/ 485808 h 6858000"/>
              <a:gd name="connsiteX208" fmla="*/ 410499 w 7538114"/>
              <a:gd name="connsiteY208" fmla="*/ 369873 h 6858000"/>
              <a:gd name="connsiteX209" fmla="*/ 425314 w 7538114"/>
              <a:gd name="connsiteY209" fmla="*/ 259180 h 6858000"/>
              <a:gd name="connsiteX210" fmla="*/ 383240 w 7538114"/>
              <a:gd name="connsiteY210" fmla="*/ 94173 h 6858000"/>
              <a:gd name="connsiteX211" fmla="*/ 379938 w 7538114"/>
              <a:gd name="connsiteY211" fmla="*/ 77267 h 6858000"/>
              <a:gd name="connsiteX212" fmla="*/ 373430 w 7538114"/>
              <a:gd name="connsiteY212" fmla="*/ 388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7538114" h="6858000">
                <a:moveTo>
                  <a:pt x="366246" y="0"/>
                </a:moveTo>
                <a:lnTo>
                  <a:pt x="2830292" y="0"/>
                </a:lnTo>
                <a:lnTo>
                  <a:pt x="3903260" y="0"/>
                </a:lnTo>
                <a:lnTo>
                  <a:pt x="4597266" y="0"/>
                </a:lnTo>
                <a:lnTo>
                  <a:pt x="7192370" y="0"/>
                </a:lnTo>
                <a:lnTo>
                  <a:pt x="7538114" y="0"/>
                </a:lnTo>
                <a:lnTo>
                  <a:pt x="7538114" y="6858000"/>
                </a:lnTo>
                <a:lnTo>
                  <a:pt x="7192370" y="6858000"/>
                </a:lnTo>
                <a:lnTo>
                  <a:pt x="4597266" y="6858000"/>
                </a:lnTo>
                <a:lnTo>
                  <a:pt x="3903260" y="6858000"/>
                </a:lnTo>
                <a:lnTo>
                  <a:pt x="2830292" y="6858000"/>
                </a:lnTo>
                <a:lnTo>
                  <a:pt x="170314" y="6858000"/>
                </a:lnTo>
                <a:cubicBezTo>
                  <a:pt x="170323" y="6857920"/>
                  <a:pt x="170332" y="6857839"/>
                  <a:pt x="170341" y="6857759"/>
                </a:cubicBezTo>
                <a:lnTo>
                  <a:pt x="173485" y="6852129"/>
                </a:lnTo>
                <a:lnTo>
                  <a:pt x="167544" y="6830335"/>
                </a:lnTo>
                <a:cubicBezTo>
                  <a:pt x="165474" y="6819600"/>
                  <a:pt x="164100" y="6808301"/>
                  <a:pt x="163472" y="6796707"/>
                </a:cubicBezTo>
                <a:cubicBezTo>
                  <a:pt x="167658" y="6794106"/>
                  <a:pt x="161711" y="6785006"/>
                  <a:pt x="160535" y="6780725"/>
                </a:cubicBezTo>
                <a:cubicBezTo>
                  <a:pt x="163268" y="6780680"/>
                  <a:pt x="164578" y="6771195"/>
                  <a:pt x="162318" y="6767829"/>
                </a:cubicBezTo>
                <a:cubicBezTo>
                  <a:pt x="152545" y="6697090"/>
                  <a:pt x="178083" y="6736894"/>
                  <a:pt x="162771" y="6694444"/>
                </a:cubicBezTo>
                <a:cubicBezTo>
                  <a:pt x="161971" y="6687342"/>
                  <a:pt x="163342" y="6682014"/>
                  <a:pt x="165604" y="6677569"/>
                </a:cubicBezTo>
                <a:lnTo>
                  <a:pt x="171255" y="6669571"/>
                </a:lnTo>
                <a:lnTo>
                  <a:pt x="169240" y="6663304"/>
                </a:lnTo>
                <a:cubicBezTo>
                  <a:pt x="169082" y="6639651"/>
                  <a:pt x="174873" y="6632678"/>
                  <a:pt x="169039" y="6618916"/>
                </a:cubicBezTo>
                <a:cubicBezTo>
                  <a:pt x="181164" y="6598580"/>
                  <a:pt x="170248" y="6605428"/>
                  <a:pt x="168392" y="6589960"/>
                </a:cubicBezTo>
                <a:cubicBezTo>
                  <a:pt x="165975" y="6577758"/>
                  <a:pt x="161323" y="6600160"/>
                  <a:pt x="160636" y="6588200"/>
                </a:cubicBezTo>
                <a:cubicBezTo>
                  <a:pt x="163766" y="6575263"/>
                  <a:pt x="154044" y="6575871"/>
                  <a:pt x="157872" y="6562416"/>
                </a:cubicBezTo>
                <a:cubicBezTo>
                  <a:pt x="165196" y="6565685"/>
                  <a:pt x="156453" y="6535866"/>
                  <a:pt x="162851" y="6534939"/>
                </a:cubicBezTo>
                <a:cubicBezTo>
                  <a:pt x="153702" y="6523511"/>
                  <a:pt x="164973" y="6517769"/>
                  <a:pt x="162153" y="6502552"/>
                </a:cubicBezTo>
                <a:cubicBezTo>
                  <a:pt x="158692" y="6495386"/>
                  <a:pt x="158098" y="6490216"/>
                  <a:pt x="161821" y="6483172"/>
                </a:cubicBezTo>
                <a:cubicBezTo>
                  <a:pt x="144969" y="6450162"/>
                  <a:pt x="161066" y="6463202"/>
                  <a:pt x="154586" y="6432309"/>
                </a:cubicBezTo>
                <a:cubicBezTo>
                  <a:pt x="147771" y="6405695"/>
                  <a:pt x="143349" y="6375524"/>
                  <a:pt x="127078" y="6349783"/>
                </a:cubicBezTo>
                <a:cubicBezTo>
                  <a:pt x="122468" y="6345058"/>
                  <a:pt x="120723" y="6333456"/>
                  <a:pt x="123181" y="6323872"/>
                </a:cubicBezTo>
                <a:cubicBezTo>
                  <a:pt x="123604" y="6322225"/>
                  <a:pt x="124138" y="6320698"/>
                  <a:pt x="124767" y="6319343"/>
                </a:cubicBezTo>
                <a:cubicBezTo>
                  <a:pt x="122278" y="6297089"/>
                  <a:pt x="111161" y="6215694"/>
                  <a:pt x="108246" y="6190348"/>
                </a:cubicBezTo>
                <a:cubicBezTo>
                  <a:pt x="114169" y="6188296"/>
                  <a:pt x="103482" y="6175479"/>
                  <a:pt x="107279" y="6167269"/>
                </a:cubicBezTo>
                <a:cubicBezTo>
                  <a:pt x="110610" y="6161389"/>
                  <a:pt x="108145" y="6156128"/>
                  <a:pt x="107883" y="6149986"/>
                </a:cubicBezTo>
                <a:cubicBezTo>
                  <a:pt x="110502" y="6141894"/>
                  <a:pt x="105773" y="6115502"/>
                  <a:pt x="102380" y="6108622"/>
                </a:cubicBezTo>
                <a:cubicBezTo>
                  <a:pt x="90593" y="6092179"/>
                  <a:pt x="99346" y="6054816"/>
                  <a:pt x="90314" y="6041155"/>
                </a:cubicBezTo>
                <a:cubicBezTo>
                  <a:pt x="88990" y="6036198"/>
                  <a:pt x="88454" y="6031348"/>
                  <a:pt x="88409" y="6026587"/>
                </a:cubicBezTo>
                <a:lnTo>
                  <a:pt x="89403" y="6013265"/>
                </a:lnTo>
                <a:lnTo>
                  <a:pt x="91927" y="6009478"/>
                </a:lnTo>
                <a:lnTo>
                  <a:pt x="91302" y="6001336"/>
                </a:lnTo>
                <a:cubicBezTo>
                  <a:pt x="91431" y="6000558"/>
                  <a:pt x="91559" y="5999781"/>
                  <a:pt x="91687" y="5999003"/>
                </a:cubicBezTo>
                <a:cubicBezTo>
                  <a:pt x="92431" y="5994547"/>
                  <a:pt x="93080" y="5990148"/>
                  <a:pt x="93336" y="5985795"/>
                </a:cubicBezTo>
                <a:cubicBezTo>
                  <a:pt x="80676" y="5991520"/>
                  <a:pt x="93430" y="5949705"/>
                  <a:pt x="83190" y="5961758"/>
                </a:cubicBezTo>
                <a:cubicBezTo>
                  <a:pt x="82399" y="5938832"/>
                  <a:pt x="72862" y="5956319"/>
                  <a:pt x="81952" y="5928761"/>
                </a:cubicBezTo>
                <a:cubicBezTo>
                  <a:pt x="79324" y="5899676"/>
                  <a:pt x="72619" y="5823590"/>
                  <a:pt x="67420" y="5787247"/>
                </a:cubicBezTo>
                <a:cubicBezTo>
                  <a:pt x="53530" y="5750058"/>
                  <a:pt x="57730" y="5736292"/>
                  <a:pt x="50760" y="5710700"/>
                </a:cubicBezTo>
                <a:cubicBezTo>
                  <a:pt x="47368" y="5660911"/>
                  <a:pt x="30723" y="5663675"/>
                  <a:pt x="42956" y="5641754"/>
                </a:cubicBezTo>
                <a:cubicBezTo>
                  <a:pt x="39970" y="5608358"/>
                  <a:pt x="24769" y="5637338"/>
                  <a:pt x="29695" y="5602326"/>
                </a:cubicBezTo>
                <a:cubicBezTo>
                  <a:pt x="27700" y="5601239"/>
                  <a:pt x="20274" y="5573144"/>
                  <a:pt x="18841" y="5570885"/>
                </a:cubicBezTo>
                <a:lnTo>
                  <a:pt x="9977" y="5543492"/>
                </a:lnTo>
                <a:lnTo>
                  <a:pt x="5255" y="5531024"/>
                </a:lnTo>
                <a:lnTo>
                  <a:pt x="5447" y="5527845"/>
                </a:lnTo>
                <a:lnTo>
                  <a:pt x="0" y="5507724"/>
                </a:lnTo>
                <a:lnTo>
                  <a:pt x="435" y="5507045"/>
                </a:lnTo>
                <a:cubicBezTo>
                  <a:pt x="1286" y="5505065"/>
                  <a:pt x="1681" y="5502734"/>
                  <a:pt x="1128" y="5499619"/>
                </a:cubicBezTo>
                <a:cubicBezTo>
                  <a:pt x="9450" y="5498516"/>
                  <a:pt x="3652" y="5495435"/>
                  <a:pt x="1291" y="5486342"/>
                </a:cubicBezTo>
                <a:cubicBezTo>
                  <a:pt x="13688" y="5482600"/>
                  <a:pt x="2464" y="5460320"/>
                  <a:pt x="7976" y="5450755"/>
                </a:cubicBezTo>
                <a:cubicBezTo>
                  <a:pt x="5962" y="5444157"/>
                  <a:pt x="4058" y="5437113"/>
                  <a:pt x="2355" y="5429732"/>
                </a:cubicBezTo>
                <a:lnTo>
                  <a:pt x="1499" y="5370432"/>
                </a:lnTo>
                <a:lnTo>
                  <a:pt x="11483" y="5308330"/>
                </a:lnTo>
                <a:cubicBezTo>
                  <a:pt x="11701" y="5285359"/>
                  <a:pt x="15408" y="5265468"/>
                  <a:pt x="12793" y="5246026"/>
                </a:cubicBezTo>
                <a:cubicBezTo>
                  <a:pt x="15678" y="5238129"/>
                  <a:pt x="16842" y="5230685"/>
                  <a:pt x="12525" y="5223468"/>
                </a:cubicBezTo>
                <a:cubicBezTo>
                  <a:pt x="13966" y="5202031"/>
                  <a:pt x="20131" y="5196842"/>
                  <a:pt x="15322" y="5183258"/>
                </a:cubicBezTo>
                <a:cubicBezTo>
                  <a:pt x="25294" y="5171214"/>
                  <a:pt x="21488" y="5170502"/>
                  <a:pt x="18633" y="5164842"/>
                </a:cubicBezTo>
                <a:cubicBezTo>
                  <a:pt x="18565" y="5164573"/>
                  <a:pt x="18496" y="5164303"/>
                  <a:pt x="18428" y="5164034"/>
                </a:cubicBezTo>
                <a:lnTo>
                  <a:pt x="19854" y="5162388"/>
                </a:lnTo>
                <a:lnTo>
                  <a:pt x="20514" y="5158981"/>
                </a:lnTo>
                <a:lnTo>
                  <a:pt x="20089" y="5149681"/>
                </a:lnTo>
                <a:lnTo>
                  <a:pt x="19561" y="5146183"/>
                </a:lnTo>
                <a:cubicBezTo>
                  <a:pt x="19336" y="5143774"/>
                  <a:pt x="19361" y="5142173"/>
                  <a:pt x="19571" y="5141065"/>
                </a:cubicBezTo>
                <a:lnTo>
                  <a:pt x="19690" y="5140937"/>
                </a:lnTo>
                <a:cubicBezTo>
                  <a:pt x="19617" y="5139339"/>
                  <a:pt x="19544" y="5137742"/>
                  <a:pt x="19471" y="5136144"/>
                </a:cubicBezTo>
                <a:cubicBezTo>
                  <a:pt x="18832" y="5128055"/>
                  <a:pt x="17958" y="5120182"/>
                  <a:pt x="16918" y="5112689"/>
                </a:cubicBezTo>
                <a:cubicBezTo>
                  <a:pt x="23464" y="5106353"/>
                  <a:pt x="15733" y="5078666"/>
                  <a:pt x="28071" y="5081696"/>
                </a:cubicBezTo>
                <a:cubicBezTo>
                  <a:pt x="27036" y="5071588"/>
                  <a:pt x="21912" y="5065475"/>
                  <a:pt x="30005" y="5068879"/>
                </a:cubicBezTo>
                <a:cubicBezTo>
                  <a:pt x="29897" y="5065551"/>
                  <a:pt x="30585" y="5063501"/>
                  <a:pt x="31661" y="5062033"/>
                </a:cubicBezTo>
                <a:lnTo>
                  <a:pt x="32169" y="5061608"/>
                </a:lnTo>
                <a:lnTo>
                  <a:pt x="27436" y="5021480"/>
                </a:lnTo>
                <a:lnTo>
                  <a:pt x="26614" y="5013906"/>
                </a:lnTo>
                <a:lnTo>
                  <a:pt x="25056" y="5011767"/>
                </a:lnTo>
                <a:cubicBezTo>
                  <a:pt x="24110" y="5009457"/>
                  <a:pt x="23701" y="5006147"/>
                  <a:pt x="24513" y="5000592"/>
                </a:cubicBezTo>
                <a:lnTo>
                  <a:pt x="24951" y="4999307"/>
                </a:lnTo>
                <a:lnTo>
                  <a:pt x="22644" y="4990090"/>
                </a:lnTo>
                <a:cubicBezTo>
                  <a:pt x="21579" y="4987122"/>
                  <a:pt x="20222" y="4984494"/>
                  <a:pt x="18465" y="4982366"/>
                </a:cubicBezTo>
                <a:cubicBezTo>
                  <a:pt x="27858" y="4950984"/>
                  <a:pt x="19264" y="4921373"/>
                  <a:pt x="20888" y="4887310"/>
                </a:cubicBezTo>
                <a:cubicBezTo>
                  <a:pt x="17563" y="4848813"/>
                  <a:pt x="18386" y="4829570"/>
                  <a:pt x="15781" y="4807298"/>
                </a:cubicBezTo>
                <a:cubicBezTo>
                  <a:pt x="15634" y="4803627"/>
                  <a:pt x="14440" y="4773874"/>
                  <a:pt x="19649" y="4779990"/>
                </a:cubicBezTo>
                <a:cubicBezTo>
                  <a:pt x="18744" y="4746827"/>
                  <a:pt x="22869" y="4698305"/>
                  <a:pt x="21858" y="4664237"/>
                </a:cubicBezTo>
                <a:cubicBezTo>
                  <a:pt x="34232" y="4642340"/>
                  <a:pt x="11268" y="4621318"/>
                  <a:pt x="13583" y="4598607"/>
                </a:cubicBezTo>
                <a:cubicBezTo>
                  <a:pt x="2193" y="4604819"/>
                  <a:pt x="19974" y="4548010"/>
                  <a:pt x="7118" y="4546768"/>
                </a:cubicBezTo>
                <a:lnTo>
                  <a:pt x="14555" y="4522182"/>
                </a:lnTo>
                <a:lnTo>
                  <a:pt x="17290" y="4509768"/>
                </a:lnTo>
                <a:cubicBezTo>
                  <a:pt x="17884" y="4505118"/>
                  <a:pt x="18021" y="4500115"/>
                  <a:pt x="17421" y="4494586"/>
                </a:cubicBezTo>
                <a:cubicBezTo>
                  <a:pt x="12327" y="4480984"/>
                  <a:pt x="18571" y="4459805"/>
                  <a:pt x="18193" y="4440649"/>
                </a:cubicBezTo>
                <a:lnTo>
                  <a:pt x="16616" y="4431853"/>
                </a:lnTo>
                <a:lnTo>
                  <a:pt x="19246" y="4403141"/>
                </a:lnTo>
                <a:cubicBezTo>
                  <a:pt x="19372" y="4387638"/>
                  <a:pt x="19497" y="4372134"/>
                  <a:pt x="19623" y="4356631"/>
                </a:cubicBezTo>
                <a:cubicBezTo>
                  <a:pt x="19508" y="4349062"/>
                  <a:pt x="15847" y="4339045"/>
                  <a:pt x="20293" y="4339937"/>
                </a:cubicBezTo>
                <a:lnTo>
                  <a:pt x="18752" y="4331435"/>
                </a:lnTo>
                <a:cubicBezTo>
                  <a:pt x="19520" y="4328277"/>
                  <a:pt x="24070" y="4324711"/>
                  <a:pt x="24901" y="4320990"/>
                </a:cubicBezTo>
                <a:lnTo>
                  <a:pt x="23734" y="4309111"/>
                </a:lnTo>
                <a:cubicBezTo>
                  <a:pt x="24423" y="4299527"/>
                  <a:pt x="28090" y="4271878"/>
                  <a:pt x="29040" y="4263489"/>
                </a:cubicBezTo>
                <a:cubicBezTo>
                  <a:pt x="29169" y="4261918"/>
                  <a:pt x="29300" y="4260346"/>
                  <a:pt x="29429" y="4258775"/>
                </a:cubicBezTo>
                <a:lnTo>
                  <a:pt x="33702" y="4248512"/>
                </a:lnTo>
                <a:cubicBezTo>
                  <a:pt x="36933" y="4241044"/>
                  <a:pt x="39109" y="4235167"/>
                  <a:pt x="37356" y="4228644"/>
                </a:cubicBezTo>
                <a:cubicBezTo>
                  <a:pt x="41530" y="4217526"/>
                  <a:pt x="53227" y="4209759"/>
                  <a:pt x="50107" y="4193665"/>
                </a:cubicBezTo>
                <a:cubicBezTo>
                  <a:pt x="55406" y="4198550"/>
                  <a:pt x="50749" y="4175793"/>
                  <a:pt x="56192" y="4173105"/>
                </a:cubicBezTo>
                <a:cubicBezTo>
                  <a:pt x="60575" y="4171863"/>
                  <a:pt x="60184" y="4164671"/>
                  <a:pt x="61800" y="4159194"/>
                </a:cubicBezTo>
                <a:cubicBezTo>
                  <a:pt x="66276" y="4155290"/>
                  <a:pt x="70363" y="4127730"/>
                  <a:pt x="69720" y="4118135"/>
                </a:cubicBezTo>
                <a:cubicBezTo>
                  <a:pt x="65265" y="4091091"/>
                  <a:pt x="83289" y="4069336"/>
                  <a:pt x="80190" y="4047713"/>
                </a:cubicBezTo>
                <a:cubicBezTo>
                  <a:pt x="84682" y="4020435"/>
                  <a:pt x="92089" y="3998420"/>
                  <a:pt x="96666" y="3980780"/>
                </a:cubicBezTo>
                <a:cubicBezTo>
                  <a:pt x="98580" y="3977851"/>
                  <a:pt x="106155" y="3945259"/>
                  <a:pt x="107651" y="3941872"/>
                </a:cubicBezTo>
                <a:cubicBezTo>
                  <a:pt x="111761" y="3922504"/>
                  <a:pt x="112043" y="3930219"/>
                  <a:pt x="118444" y="3897465"/>
                </a:cubicBezTo>
                <a:cubicBezTo>
                  <a:pt x="124996" y="3869981"/>
                  <a:pt x="127657" y="3841768"/>
                  <a:pt x="134545" y="3811132"/>
                </a:cubicBezTo>
                <a:cubicBezTo>
                  <a:pt x="143817" y="3778601"/>
                  <a:pt x="141464" y="3759343"/>
                  <a:pt x="145381" y="3746540"/>
                </a:cubicBezTo>
                <a:cubicBezTo>
                  <a:pt x="156739" y="3719637"/>
                  <a:pt x="147664" y="3711291"/>
                  <a:pt x="146587" y="3670275"/>
                </a:cubicBezTo>
                <a:cubicBezTo>
                  <a:pt x="154134" y="3638754"/>
                  <a:pt x="151397" y="3605028"/>
                  <a:pt x="165690" y="3580981"/>
                </a:cubicBezTo>
                <a:cubicBezTo>
                  <a:pt x="164433" y="3577837"/>
                  <a:pt x="163639" y="3574469"/>
                  <a:pt x="163175" y="3570960"/>
                </a:cubicBezTo>
                <a:lnTo>
                  <a:pt x="162665" y="3560693"/>
                </a:lnTo>
                <a:lnTo>
                  <a:pt x="163299" y="3559743"/>
                </a:lnTo>
                <a:cubicBezTo>
                  <a:pt x="165039" y="3554949"/>
                  <a:pt x="165246" y="3551528"/>
                  <a:pt x="164777" y="3548721"/>
                </a:cubicBezTo>
                <a:lnTo>
                  <a:pt x="163708" y="3545693"/>
                </a:lnTo>
                <a:lnTo>
                  <a:pt x="164286" y="3537938"/>
                </a:lnTo>
                <a:cubicBezTo>
                  <a:pt x="164273" y="3532672"/>
                  <a:pt x="164261" y="3527407"/>
                  <a:pt x="164247" y="3522141"/>
                </a:cubicBezTo>
                <a:lnTo>
                  <a:pt x="165343" y="3519672"/>
                </a:lnTo>
                <a:lnTo>
                  <a:pt x="167001" y="3496604"/>
                </a:lnTo>
                <a:lnTo>
                  <a:pt x="167547" y="3496517"/>
                </a:lnTo>
                <a:cubicBezTo>
                  <a:pt x="168811" y="3495796"/>
                  <a:pt x="169814" y="3494272"/>
                  <a:pt x="170301" y="3491023"/>
                </a:cubicBezTo>
                <a:cubicBezTo>
                  <a:pt x="177219" y="3499391"/>
                  <a:pt x="173541" y="3490314"/>
                  <a:pt x="174371" y="3479998"/>
                </a:cubicBezTo>
                <a:cubicBezTo>
                  <a:pt x="185299" y="3490692"/>
                  <a:pt x="183023" y="3459350"/>
                  <a:pt x="190228" y="3457434"/>
                </a:cubicBezTo>
                <a:cubicBezTo>
                  <a:pt x="190591" y="3449617"/>
                  <a:pt x="191174" y="3441542"/>
                  <a:pt x="192016" y="3433411"/>
                </a:cubicBezTo>
                <a:lnTo>
                  <a:pt x="192663" y="3428691"/>
                </a:lnTo>
                <a:cubicBezTo>
                  <a:pt x="192706" y="3428676"/>
                  <a:pt x="192750" y="3428659"/>
                  <a:pt x="192793" y="3428643"/>
                </a:cubicBezTo>
                <a:cubicBezTo>
                  <a:pt x="193186" y="3427720"/>
                  <a:pt x="193494" y="3426206"/>
                  <a:pt x="193710" y="3423760"/>
                </a:cubicBezTo>
                <a:cubicBezTo>
                  <a:pt x="193753" y="3422535"/>
                  <a:pt x="193797" y="3421310"/>
                  <a:pt x="193839" y="3420085"/>
                </a:cubicBezTo>
                <a:lnTo>
                  <a:pt x="195094" y="3410930"/>
                </a:lnTo>
                <a:lnTo>
                  <a:pt x="196311" y="3408092"/>
                </a:lnTo>
                <a:lnTo>
                  <a:pt x="197928" y="3407419"/>
                </a:lnTo>
                <a:cubicBezTo>
                  <a:pt x="197912" y="3407119"/>
                  <a:pt x="197897" y="3406820"/>
                  <a:pt x="197881" y="3406520"/>
                </a:cubicBezTo>
                <a:cubicBezTo>
                  <a:pt x="196231" y="3399306"/>
                  <a:pt x="192821" y="3396220"/>
                  <a:pt x="204222" y="3391015"/>
                </a:cubicBezTo>
                <a:cubicBezTo>
                  <a:pt x="202162" y="3374996"/>
                  <a:pt x="208811" y="3373934"/>
                  <a:pt x="213950" y="3354361"/>
                </a:cubicBezTo>
                <a:cubicBezTo>
                  <a:pt x="211218" y="3344737"/>
                  <a:pt x="213619" y="3338360"/>
                  <a:pt x="217699" y="3332639"/>
                </a:cubicBezTo>
                <a:cubicBezTo>
                  <a:pt x="218717" y="3312409"/>
                  <a:pt x="225688" y="3295747"/>
                  <a:pt x="229963" y="3273935"/>
                </a:cubicBezTo>
                <a:cubicBezTo>
                  <a:pt x="228293" y="3248488"/>
                  <a:pt x="239257" y="3238943"/>
                  <a:pt x="243785" y="3215621"/>
                </a:cubicBezTo>
                <a:cubicBezTo>
                  <a:pt x="237893" y="3192522"/>
                  <a:pt x="253940" y="3201000"/>
                  <a:pt x="259175" y="3189909"/>
                </a:cubicBezTo>
                <a:lnTo>
                  <a:pt x="259988" y="3186579"/>
                </a:lnTo>
                <a:lnTo>
                  <a:pt x="259980" y="3177264"/>
                </a:lnTo>
                <a:lnTo>
                  <a:pt x="259609" y="3173723"/>
                </a:lnTo>
                <a:cubicBezTo>
                  <a:pt x="259490" y="3171299"/>
                  <a:pt x="259588" y="3169704"/>
                  <a:pt x="259848" y="3168622"/>
                </a:cubicBezTo>
                <a:lnTo>
                  <a:pt x="259971" y="3168508"/>
                </a:lnTo>
                <a:cubicBezTo>
                  <a:pt x="259969" y="3166907"/>
                  <a:pt x="259968" y="3165307"/>
                  <a:pt x="259966" y="3163706"/>
                </a:cubicBezTo>
                <a:cubicBezTo>
                  <a:pt x="259691" y="3155577"/>
                  <a:pt x="259171" y="3147642"/>
                  <a:pt x="258467" y="3140064"/>
                </a:cubicBezTo>
                <a:cubicBezTo>
                  <a:pt x="265286" y="3134408"/>
                  <a:pt x="258805" y="3106027"/>
                  <a:pt x="270990" y="3110288"/>
                </a:cubicBezTo>
                <a:cubicBezTo>
                  <a:pt x="270407" y="3100106"/>
                  <a:pt x="265565" y="3093497"/>
                  <a:pt x="273494" y="3097704"/>
                </a:cubicBezTo>
                <a:cubicBezTo>
                  <a:pt x="273534" y="3094376"/>
                  <a:pt x="274313" y="3092401"/>
                  <a:pt x="275456" y="3091047"/>
                </a:cubicBezTo>
                <a:lnTo>
                  <a:pt x="275980" y="3090672"/>
                </a:lnTo>
                <a:lnTo>
                  <a:pt x="274486" y="3068004"/>
                </a:lnTo>
                <a:lnTo>
                  <a:pt x="275226" y="3065087"/>
                </a:lnTo>
                <a:lnTo>
                  <a:pt x="273050" y="3050191"/>
                </a:lnTo>
                <a:cubicBezTo>
                  <a:pt x="272889" y="3047647"/>
                  <a:pt x="272728" y="3045103"/>
                  <a:pt x="272566" y="3042559"/>
                </a:cubicBezTo>
                <a:lnTo>
                  <a:pt x="271107" y="3040271"/>
                </a:lnTo>
                <a:cubicBezTo>
                  <a:pt x="270265" y="3037872"/>
                  <a:pt x="270006" y="3034528"/>
                  <a:pt x="271065" y="3029072"/>
                </a:cubicBezTo>
                <a:lnTo>
                  <a:pt x="271558" y="3027835"/>
                </a:lnTo>
                <a:cubicBezTo>
                  <a:pt x="270688" y="3024705"/>
                  <a:pt x="268559" y="2982922"/>
                  <a:pt x="268717" y="2964245"/>
                </a:cubicBezTo>
                <a:cubicBezTo>
                  <a:pt x="279502" y="2933904"/>
                  <a:pt x="269365" y="2949568"/>
                  <a:pt x="272511" y="2915772"/>
                </a:cubicBezTo>
                <a:cubicBezTo>
                  <a:pt x="272017" y="2877552"/>
                  <a:pt x="270125" y="2850992"/>
                  <a:pt x="270356" y="2825842"/>
                </a:cubicBezTo>
                <a:cubicBezTo>
                  <a:pt x="269433" y="2814032"/>
                  <a:pt x="268938" y="2727859"/>
                  <a:pt x="273897" y="2734957"/>
                </a:cubicBezTo>
                <a:cubicBezTo>
                  <a:pt x="264242" y="2698391"/>
                  <a:pt x="277769" y="2677127"/>
                  <a:pt x="274458" y="2636572"/>
                </a:cubicBezTo>
                <a:cubicBezTo>
                  <a:pt x="287792" y="2615986"/>
                  <a:pt x="275829" y="2626668"/>
                  <a:pt x="279157" y="2604260"/>
                </a:cubicBezTo>
                <a:cubicBezTo>
                  <a:pt x="279270" y="2587221"/>
                  <a:pt x="288019" y="2599786"/>
                  <a:pt x="288131" y="2582747"/>
                </a:cubicBezTo>
                <a:cubicBezTo>
                  <a:pt x="260352" y="2545890"/>
                  <a:pt x="290145" y="2525479"/>
                  <a:pt x="282516" y="2478755"/>
                </a:cubicBezTo>
                <a:lnTo>
                  <a:pt x="287359" y="2451804"/>
                </a:lnTo>
                <a:cubicBezTo>
                  <a:pt x="285426" y="2443087"/>
                  <a:pt x="285710" y="2414879"/>
                  <a:pt x="289577" y="2408801"/>
                </a:cubicBezTo>
                <a:cubicBezTo>
                  <a:pt x="290424" y="2402768"/>
                  <a:pt x="289064" y="2396183"/>
                  <a:pt x="293203" y="2392670"/>
                </a:cubicBezTo>
                <a:cubicBezTo>
                  <a:pt x="295637" y="2379564"/>
                  <a:pt x="301233" y="2349549"/>
                  <a:pt x="304183" y="2330165"/>
                </a:cubicBezTo>
                <a:cubicBezTo>
                  <a:pt x="298973" y="2319718"/>
                  <a:pt x="309550" y="2303314"/>
                  <a:pt x="310900" y="2276363"/>
                </a:cubicBezTo>
                <a:cubicBezTo>
                  <a:pt x="304874" y="2264930"/>
                  <a:pt x="311891" y="2258198"/>
                  <a:pt x="303909" y="2236310"/>
                </a:cubicBezTo>
                <a:cubicBezTo>
                  <a:pt x="304734" y="2235412"/>
                  <a:pt x="305502" y="2234293"/>
                  <a:pt x="306187" y="2232984"/>
                </a:cubicBezTo>
                <a:cubicBezTo>
                  <a:pt x="310170" y="2225381"/>
                  <a:pt x="310605" y="2213194"/>
                  <a:pt x="307158" y="2205763"/>
                </a:cubicBezTo>
                <a:cubicBezTo>
                  <a:pt x="296601" y="2170883"/>
                  <a:pt x="306474" y="2175442"/>
                  <a:pt x="304860" y="2145703"/>
                </a:cubicBezTo>
                <a:cubicBezTo>
                  <a:pt x="304314" y="2112090"/>
                  <a:pt x="314083" y="2134724"/>
                  <a:pt x="304273" y="2092533"/>
                </a:cubicBezTo>
                <a:cubicBezTo>
                  <a:pt x="308983" y="2088154"/>
                  <a:pt x="303590" y="2066396"/>
                  <a:pt x="301642" y="2057359"/>
                </a:cubicBezTo>
                <a:cubicBezTo>
                  <a:pt x="301720" y="2041038"/>
                  <a:pt x="313213" y="2032807"/>
                  <a:pt x="306736" y="2016105"/>
                </a:cubicBezTo>
                <a:cubicBezTo>
                  <a:pt x="312847" y="2019262"/>
                  <a:pt x="310007" y="1975377"/>
                  <a:pt x="316234" y="1983129"/>
                </a:cubicBezTo>
                <a:cubicBezTo>
                  <a:pt x="322177" y="1972692"/>
                  <a:pt x="313034" y="1967129"/>
                  <a:pt x="318238" y="1956745"/>
                </a:cubicBezTo>
                <a:cubicBezTo>
                  <a:pt x="319718" y="1944884"/>
                  <a:pt x="311423" y="1963350"/>
                  <a:pt x="311341" y="1950160"/>
                </a:cubicBezTo>
                <a:lnTo>
                  <a:pt x="323556" y="1879546"/>
                </a:lnTo>
                <a:cubicBezTo>
                  <a:pt x="320263" y="1869846"/>
                  <a:pt x="322312" y="1862247"/>
                  <a:pt x="326085" y="1854893"/>
                </a:cubicBezTo>
                <a:cubicBezTo>
                  <a:pt x="325955" y="1832625"/>
                  <a:pt x="332007" y="1812578"/>
                  <a:pt x="335058" y="1787684"/>
                </a:cubicBezTo>
                <a:cubicBezTo>
                  <a:pt x="331933" y="1760490"/>
                  <a:pt x="342400" y="1747069"/>
                  <a:pt x="345620" y="1720464"/>
                </a:cubicBezTo>
                <a:cubicBezTo>
                  <a:pt x="337355" y="1693643"/>
                  <a:pt x="360215" y="1703686"/>
                  <a:pt x="360760" y="1681196"/>
                </a:cubicBezTo>
                <a:cubicBezTo>
                  <a:pt x="353923" y="1644243"/>
                  <a:pt x="368449" y="1682451"/>
                  <a:pt x="368483" y="1625881"/>
                </a:cubicBezTo>
                <a:cubicBezTo>
                  <a:pt x="367181" y="1622619"/>
                  <a:pt x="369088" y="1615868"/>
                  <a:pt x="371077" y="1616704"/>
                </a:cubicBezTo>
                <a:cubicBezTo>
                  <a:pt x="371005" y="1604306"/>
                  <a:pt x="384453" y="1569256"/>
                  <a:pt x="383008" y="1551493"/>
                </a:cubicBezTo>
                <a:cubicBezTo>
                  <a:pt x="390598" y="1517303"/>
                  <a:pt x="381821" y="1500132"/>
                  <a:pt x="384834" y="1475233"/>
                </a:cubicBezTo>
                <a:cubicBezTo>
                  <a:pt x="393221" y="1446677"/>
                  <a:pt x="400498" y="1430031"/>
                  <a:pt x="418371" y="1380155"/>
                </a:cubicBezTo>
                <a:lnTo>
                  <a:pt x="469641" y="1210871"/>
                </a:lnTo>
                <a:cubicBezTo>
                  <a:pt x="507460" y="1148093"/>
                  <a:pt x="486915" y="1066841"/>
                  <a:pt x="489701" y="1028427"/>
                </a:cubicBezTo>
                <a:cubicBezTo>
                  <a:pt x="478454" y="1012506"/>
                  <a:pt x="490925" y="999600"/>
                  <a:pt x="486354" y="980383"/>
                </a:cubicBezTo>
                <a:cubicBezTo>
                  <a:pt x="483880" y="937629"/>
                  <a:pt x="471099" y="895192"/>
                  <a:pt x="479762" y="839699"/>
                </a:cubicBezTo>
                <a:cubicBezTo>
                  <a:pt x="444550" y="814685"/>
                  <a:pt x="465776" y="749644"/>
                  <a:pt x="445664" y="696545"/>
                </a:cubicBezTo>
                <a:cubicBezTo>
                  <a:pt x="441558" y="665722"/>
                  <a:pt x="459046" y="617297"/>
                  <a:pt x="440047" y="606615"/>
                </a:cubicBezTo>
                <a:cubicBezTo>
                  <a:pt x="451675" y="592509"/>
                  <a:pt x="432892" y="579307"/>
                  <a:pt x="431225" y="563889"/>
                </a:cubicBezTo>
                <a:cubicBezTo>
                  <a:pt x="438618" y="551582"/>
                  <a:pt x="432225" y="545475"/>
                  <a:pt x="430803" y="534294"/>
                </a:cubicBezTo>
                <a:cubicBezTo>
                  <a:pt x="435364" y="529230"/>
                  <a:pt x="435126" y="519767"/>
                  <a:pt x="429777" y="516548"/>
                </a:cubicBezTo>
                <a:cubicBezTo>
                  <a:pt x="417444" y="521116"/>
                  <a:pt x="423596" y="488251"/>
                  <a:pt x="415090" y="485808"/>
                </a:cubicBezTo>
                <a:cubicBezTo>
                  <a:pt x="413316" y="466733"/>
                  <a:pt x="424116" y="383903"/>
                  <a:pt x="410499" y="369873"/>
                </a:cubicBezTo>
                <a:cubicBezTo>
                  <a:pt x="404034" y="331308"/>
                  <a:pt x="425696" y="275570"/>
                  <a:pt x="425314" y="259180"/>
                </a:cubicBezTo>
                <a:cubicBezTo>
                  <a:pt x="450188" y="242918"/>
                  <a:pt x="384634" y="163766"/>
                  <a:pt x="383240" y="94173"/>
                </a:cubicBezTo>
                <a:cubicBezTo>
                  <a:pt x="385641" y="84795"/>
                  <a:pt x="385609" y="79782"/>
                  <a:pt x="379938" y="77267"/>
                </a:cubicBezTo>
                <a:cubicBezTo>
                  <a:pt x="378301" y="68220"/>
                  <a:pt x="376144" y="54774"/>
                  <a:pt x="373430" y="3885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256CA82-52FE-7EA7-4A3A-94554EE0D2B7}"/>
              </a:ext>
            </a:extLst>
          </p:cNvPr>
          <p:cNvSpPr>
            <a:spLocks noGrp="1"/>
          </p:cNvSpPr>
          <p:nvPr>
            <p:ph type="title"/>
          </p:nvPr>
        </p:nvSpPr>
        <p:spPr>
          <a:xfrm>
            <a:off x="5867400" y="609600"/>
            <a:ext cx="5310116" cy="1322887"/>
          </a:xfrm>
        </p:spPr>
        <p:txBody>
          <a:bodyPr>
            <a:normAutofit/>
          </a:bodyPr>
          <a:lstStyle/>
          <a:p>
            <a:r>
              <a:rPr lang="en-US" b="1"/>
              <a:t>The "Two Eras" of NLP</a:t>
            </a:r>
            <a:endParaRPr lang="en-US"/>
          </a:p>
        </p:txBody>
      </p:sp>
      <p:pic>
        <p:nvPicPr>
          <p:cNvPr id="1026" name="Picture 2" descr="Diagram illustrating transformer architecture with encoder on left and decoder on right. Encoder processes inputs through positional encoding, input embedding, multi-head attention, and feed forward layers repeated N times; decoder uses similar layers plus masked multi-head attention before linear and softmax layers for output probabilities.">
            <a:extLst>
              <a:ext uri="{FF2B5EF4-FFF2-40B4-BE49-F238E27FC236}">
                <a16:creationId xmlns:a16="http://schemas.microsoft.com/office/drawing/2014/main" id="{A93714B9-027A-D6C6-D681-A0878AB1B17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4427" y="748017"/>
            <a:ext cx="3720152" cy="537206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A0F160CE-5EFA-14DF-F0F0-0CFA42120CBD}"/>
              </a:ext>
            </a:extLst>
          </p:cNvPr>
          <p:cNvSpPr>
            <a:spLocks noGrp="1"/>
          </p:cNvSpPr>
          <p:nvPr>
            <p:ph idx="1"/>
          </p:nvPr>
        </p:nvSpPr>
        <p:spPr>
          <a:xfrm>
            <a:off x="5867400" y="2194102"/>
            <a:ext cx="5310116" cy="3908585"/>
          </a:xfrm>
        </p:spPr>
        <p:txBody>
          <a:bodyPr>
            <a:normAutofit/>
          </a:bodyPr>
          <a:lstStyle/>
          <a:p>
            <a:r>
              <a:rPr lang="en-US" sz="2000" b="1"/>
              <a:t>Era 1: Pre-Transformer (1950s - 2017)</a:t>
            </a:r>
            <a:endParaRPr lang="en-US" sz="2000"/>
          </a:p>
          <a:p>
            <a:pPr lvl="1"/>
            <a:r>
              <a:rPr lang="en-US" sz="2000"/>
              <a:t>Rule-based systems, Statistical models, and Recurrent Neural Networks (RNNs).</a:t>
            </a:r>
          </a:p>
          <a:p>
            <a:pPr lvl="1"/>
            <a:r>
              <a:rPr lang="en-US" sz="2000" i="1"/>
              <a:t>Characteristics:</a:t>
            </a:r>
            <a:r>
              <a:rPr lang="en-US" sz="2000"/>
              <a:t> Task-specific models (one model for translation, a different one for sentiment). Hard to scale.</a:t>
            </a:r>
          </a:p>
          <a:p>
            <a:r>
              <a:rPr lang="en-US" sz="2000" b="1"/>
              <a:t>Era 2: Post-Transformer (2017 - Present)</a:t>
            </a:r>
            <a:endParaRPr lang="en-US" sz="2000"/>
          </a:p>
          <a:p>
            <a:pPr lvl="1"/>
            <a:r>
              <a:rPr lang="en-US" sz="2000"/>
              <a:t>The rise of the </a:t>
            </a:r>
            <a:r>
              <a:rPr lang="en-US" sz="2000" b="1"/>
              <a:t>Transformer</a:t>
            </a:r>
            <a:r>
              <a:rPr lang="en-US" sz="2000"/>
              <a:t> architecture and </a:t>
            </a:r>
            <a:r>
              <a:rPr lang="en-US" sz="2000" b="1"/>
              <a:t>LLMs</a:t>
            </a:r>
            <a:r>
              <a:rPr lang="en-US" sz="2000"/>
              <a:t> (GPT, BERT, Llama).</a:t>
            </a:r>
          </a:p>
          <a:p>
            <a:pPr lvl="1"/>
            <a:r>
              <a:rPr lang="en-US" sz="2000" i="1"/>
              <a:t>Characteristics:</a:t>
            </a:r>
            <a:r>
              <a:rPr lang="en-US" sz="2000"/>
              <a:t> General-purpose models. One model can translate, summarize, and code.</a:t>
            </a:r>
          </a:p>
          <a:p>
            <a:endParaRPr lang="en-US" sz="2000"/>
          </a:p>
        </p:txBody>
      </p:sp>
    </p:spTree>
    <p:extLst>
      <p:ext uri="{BB962C8B-B14F-4D97-AF65-F5344CB8AC3E}">
        <p14:creationId xmlns:p14="http://schemas.microsoft.com/office/powerpoint/2010/main" val="2186495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descr="Diagram illustrating how a transformer large language model (LLM) generates text from an input prompt through tokenization, embedding, and multiple transformer decoder layers. Key components include token IDs, word vectors, multi-head self-attention with attention weights, feed-forward neural network blocks, and final output layers producing a probability distribution over vocabulary for the output token &quot;mat.&quot;">
            <a:extLst>
              <a:ext uri="{FF2B5EF4-FFF2-40B4-BE49-F238E27FC236}">
                <a16:creationId xmlns:a16="http://schemas.microsoft.com/office/drawing/2014/main" id="{0F1CDD74-A1E4-5466-30D6-CDCB809F87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094" b="1"/>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952142A-E9B4-1721-4055-0B3C858EECEB}"/>
              </a:ext>
            </a:extLst>
          </p:cNvPr>
          <p:cNvSpPr txBox="1"/>
          <p:nvPr/>
        </p:nvSpPr>
        <p:spPr>
          <a:xfrm>
            <a:off x="2674374" y="6558116"/>
            <a:ext cx="8010206" cy="369332"/>
          </a:xfrm>
          <a:prstGeom prst="rect">
            <a:avLst/>
          </a:prstGeom>
          <a:noFill/>
        </p:spPr>
        <p:txBody>
          <a:bodyPr wrap="none" rtlCol="0">
            <a:spAutoFit/>
          </a:bodyPr>
          <a:lstStyle/>
          <a:p>
            <a:r>
              <a:rPr lang="en-US" dirty="0">
                <a:solidFill>
                  <a:schemeClr val="bg1">
                    <a:lumMod val="65000"/>
                  </a:schemeClr>
                </a:solidFill>
              </a:rPr>
              <a:t>Image Credit: https://x.com/NanoBanana/status/1991619646185963938?s=20</a:t>
            </a:r>
          </a:p>
        </p:txBody>
      </p:sp>
    </p:spTree>
    <p:extLst>
      <p:ext uri="{BB962C8B-B14F-4D97-AF65-F5344CB8AC3E}">
        <p14:creationId xmlns:p14="http://schemas.microsoft.com/office/powerpoint/2010/main" val="1030197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descr="Diagram comparing neural network structure with postal delivery system, illustrating parallel information flow. It uses colored arrows and labeled layers to show input, hidden processing, weights, and output in neural networks alongside letters, sorting centers, routing decisions, and delivery in postal systems.&#10;&#10;AI-generated content may be incorrect.">
            <a:extLst>
              <a:ext uri="{FF2B5EF4-FFF2-40B4-BE49-F238E27FC236}">
                <a16:creationId xmlns:a16="http://schemas.microsoft.com/office/drawing/2014/main" id="{E1756142-FDAA-063F-14BF-FE23B95F1E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094" b="1"/>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hlinkClick r:id="rId4"/>
            <a:extLst>
              <a:ext uri="{FF2B5EF4-FFF2-40B4-BE49-F238E27FC236}">
                <a16:creationId xmlns:a16="http://schemas.microsoft.com/office/drawing/2014/main" id="{4DA53479-2E3C-7BB6-5C68-BC2741F21FFC}"/>
              </a:ext>
            </a:extLst>
          </p:cNvPr>
          <p:cNvSpPr txBox="1"/>
          <p:nvPr/>
        </p:nvSpPr>
        <p:spPr>
          <a:xfrm>
            <a:off x="7549979" y="6598509"/>
            <a:ext cx="4640498" cy="307777"/>
          </a:xfrm>
          <a:prstGeom prst="rect">
            <a:avLst/>
          </a:prstGeom>
          <a:noFill/>
        </p:spPr>
        <p:txBody>
          <a:bodyPr wrap="square" rtlCol="0">
            <a:spAutoFit/>
          </a:bodyPr>
          <a:lstStyle/>
          <a:p>
            <a:pPr algn="r"/>
            <a:r>
              <a:rPr lang="en-US" sz="1400" dirty="0">
                <a:solidFill>
                  <a:schemeClr val="bg1">
                    <a:lumMod val="65000"/>
                  </a:schemeClr>
                </a:solidFill>
              </a:rPr>
              <a:t>Source: https://substack.com/home/post/p-180681487</a:t>
            </a:r>
          </a:p>
        </p:txBody>
      </p:sp>
    </p:spTree>
    <p:extLst>
      <p:ext uri="{BB962C8B-B14F-4D97-AF65-F5344CB8AC3E}">
        <p14:creationId xmlns:p14="http://schemas.microsoft.com/office/powerpoint/2010/main" val="1310730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illustrating transformer architecture with labeled components and data flow. It shows input embedding, positional encoding, repeated stacks of encoder and decoder layers with multi-head attention, feed-forward networks, residual connections, and output probabilities generated via softmax for next token prediction.">
            <a:extLst>
              <a:ext uri="{FF2B5EF4-FFF2-40B4-BE49-F238E27FC236}">
                <a16:creationId xmlns:a16="http://schemas.microsoft.com/office/drawing/2014/main" id="{5522DF7A-DA51-DAF9-DE13-6153F576869E}"/>
              </a:ext>
            </a:extLst>
          </p:cNvPr>
          <p:cNvPicPr>
            <a:picLocks noChangeAspect="1"/>
          </p:cNvPicPr>
          <p:nvPr/>
        </p:nvPicPr>
        <p:blipFill>
          <a:blip r:embed="rId3"/>
          <a:stretch>
            <a:fillRect/>
          </a:stretch>
        </p:blipFill>
        <p:spPr>
          <a:xfrm>
            <a:off x="2687719" y="0"/>
            <a:ext cx="6816562" cy="6858000"/>
          </a:xfrm>
          <a:prstGeom prst="rect">
            <a:avLst/>
          </a:prstGeom>
        </p:spPr>
      </p:pic>
      <p:sp>
        <p:nvSpPr>
          <p:cNvPr id="4" name="TextBox 3">
            <a:extLst>
              <a:ext uri="{FF2B5EF4-FFF2-40B4-BE49-F238E27FC236}">
                <a16:creationId xmlns:a16="http://schemas.microsoft.com/office/drawing/2014/main" id="{4FE56580-6A9D-EAD0-AB19-F0C4182BA5E8}"/>
              </a:ext>
            </a:extLst>
          </p:cNvPr>
          <p:cNvSpPr txBox="1"/>
          <p:nvPr/>
        </p:nvSpPr>
        <p:spPr>
          <a:xfrm>
            <a:off x="68826" y="6558116"/>
            <a:ext cx="12044516" cy="369332"/>
          </a:xfrm>
          <a:prstGeom prst="rect">
            <a:avLst/>
          </a:prstGeom>
          <a:noFill/>
        </p:spPr>
        <p:txBody>
          <a:bodyPr wrap="square" rtlCol="0">
            <a:spAutoFit/>
          </a:bodyPr>
          <a:lstStyle/>
          <a:p>
            <a:pPr algn="ctr"/>
            <a:r>
              <a:rPr lang="en-US" dirty="0">
                <a:solidFill>
                  <a:schemeClr val="bg1">
                    <a:lumMod val="65000"/>
                  </a:schemeClr>
                </a:solidFill>
              </a:rPr>
              <a:t>Image Credit – Nano Banana - https://x.com/omarsar0/status/1991919404435820768?s=20</a:t>
            </a:r>
          </a:p>
        </p:txBody>
      </p:sp>
    </p:spTree>
    <p:extLst>
      <p:ext uri="{BB962C8B-B14F-4D97-AF65-F5344CB8AC3E}">
        <p14:creationId xmlns:p14="http://schemas.microsoft.com/office/powerpoint/2010/main" val="1831796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illustrating the attention mechanism formula used in machine learning, showing how queries, keys, and values interact through dot product similarity scores, scaling factor, and softmax function to produce context-aware output. Color-coded boxes and arrows highlight components such as queries (blue), keys (red), values (green), attention weights (purple), scaling factor (orange), and final weighted sum output (teal).">
            <a:extLst>
              <a:ext uri="{FF2B5EF4-FFF2-40B4-BE49-F238E27FC236}">
                <a16:creationId xmlns:a16="http://schemas.microsoft.com/office/drawing/2014/main" id="{562B8B64-7171-5E68-05FA-1E80EC2997C9}"/>
              </a:ext>
            </a:extLst>
          </p:cNvPr>
          <p:cNvPicPr>
            <a:picLocks noChangeAspect="1"/>
          </p:cNvPicPr>
          <p:nvPr/>
        </p:nvPicPr>
        <p:blipFill>
          <a:blip r:embed="rId3"/>
          <a:stretch>
            <a:fillRect/>
          </a:stretch>
        </p:blipFill>
        <p:spPr>
          <a:xfrm>
            <a:off x="2720578" y="0"/>
            <a:ext cx="6750844" cy="68580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974709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illustrating the attention mechanism formula in machine learning, showing components Queries, Keys, and Values with corresponding layman explanations in color-coded text boxes. Key elements include similarity scores (dot product), scaling factor for gradient stability, attention weights as probability distribution, and context-aware output as weighted sum, highlighting how search terms match source content and importance weighting.">
            <a:extLst>
              <a:ext uri="{FF2B5EF4-FFF2-40B4-BE49-F238E27FC236}">
                <a16:creationId xmlns:a16="http://schemas.microsoft.com/office/drawing/2014/main" id="{8B618505-E9F9-CCA4-5BFF-149D3AFBFCE8}"/>
              </a:ext>
            </a:extLst>
          </p:cNvPr>
          <p:cNvPicPr>
            <a:picLocks noChangeAspect="1"/>
          </p:cNvPicPr>
          <p:nvPr/>
        </p:nvPicPr>
        <p:blipFill>
          <a:blip r:embed="rId3"/>
          <a:stretch>
            <a:fillRect/>
          </a:stretch>
        </p:blipFill>
        <p:spPr>
          <a:xfrm>
            <a:off x="2687740" y="0"/>
            <a:ext cx="6816520" cy="6858000"/>
          </a:xfrm>
          <a:prstGeom prst="rect">
            <a:avLst/>
          </a:prstGeom>
        </p:spPr>
      </p:pic>
      <p:sp>
        <p:nvSpPr>
          <p:cNvPr id="4" name="TextBox 3">
            <a:extLst>
              <a:ext uri="{FF2B5EF4-FFF2-40B4-BE49-F238E27FC236}">
                <a16:creationId xmlns:a16="http://schemas.microsoft.com/office/drawing/2014/main" id="{3C24C163-2A7E-779F-B76D-7F6A62850418}"/>
              </a:ext>
            </a:extLst>
          </p:cNvPr>
          <p:cNvSpPr txBox="1"/>
          <p:nvPr/>
        </p:nvSpPr>
        <p:spPr>
          <a:xfrm>
            <a:off x="68826" y="6558116"/>
            <a:ext cx="12044516" cy="369332"/>
          </a:xfrm>
          <a:prstGeom prst="rect">
            <a:avLst/>
          </a:prstGeom>
          <a:noFill/>
        </p:spPr>
        <p:txBody>
          <a:bodyPr wrap="square" rtlCol="0">
            <a:spAutoFit/>
          </a:bodyPr>
          <a:lstStyle/>
          <a:p>
            <a:pPr algn="ctr"/>
            <a:r>
              <a:rPr lang="en-US" dirty="0">
                <a:solidFill>
                  <a:schemeClr val="bg1">
                    <a:lumMod val="65000"/>
                  </a:schemeClr>
                </a:solidFill>
              </a:rPr>
              <a:t>Image Credit – Nano Banana - https://x.com/omarsar0/status/1991911424868970662?s=20</a:t>
            </a:r>
          </a:p>
        </p:txBody>
      </p:sp>
    </p:spTree>
    <p:extLst>
      <p:ext uri="{BB962C8B-B14F-4D97-AF65-F5344CB8AC3E}">
        <p14:creationId xmlns:p14="http://schemas.microsoft.com/office/powerpoint/2010/main" val="567246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EB3B28-4630-6105-6234-35A7C314EB27}"/>
              </a:ext>
            </a:extLst>
          </p:cNvPr>
          <p:cNvSpPr>
            <a:spLocks noGrp="1"/>
          </p:cNvSpPr>
          <p:nvPr>
            <p:ph type="title"/>
          </p:nvPr>
        </p:nvSpPr>
        <p:spPr>
          <a:xfrm>
            <a:off x="586478" y="1683756"/>
            <a:ext cx="3115265" cy="2396359"/>
          </a:xfrm>
        </p:spPr>
        <p:txBody>
          <a:bodyPr anchor="b">
            <a:normAutofit/>
          </a:bodyPr>
          <a:lstStyle/>
          <a:p>
            <a:pPr algn="r"/>
            <a:r>
              <a:rPr lang="en-US" sz="4000" b="1">
                <a:solidFill>
                  <a:srgbClr val="FFFFFF"/>
                </a:solidFill>
              </a:rPr>
              <a:t>The Evolution Timeline</a:t>
            </a:r>
            <a:endParaRPr lang="en-US" sz="4000">
              <a:solidFill>
                <a:srgbClr val="FFFFFF"/>
              </a:solidFill>
            </a:endParaRPr>
          </a:p>
        </p:txBody>
      </p:sp>
      <p:graphicFrame>
        <p:nvGraphicFramePr>
          <p:cNvPr id="27" name="Content Placeholder 2">
            <a:extLst>
              <a:ext uri="{FF2B5EF4-FFF2-40B4-BE49-F238E27FC236}">
                <a16:creationId xmlns:a16="http://schemas.microsoft.com/office/drawing/2014/main" id="{11F38019-389D-FEE9-8D19-31D6E2D2D63F}"/>
              </a:ext>
            </a:extLst>
          </p:cNvPr>
          <p:cNvGraphicFramePr>
            <a:graphicFrameLocks noGrp="1"/>
          </p:cNvGraphicFramePr>
          <p:nvPr>
            <p:ph idx="1"/>
            <p:extLst>
              <p:ext uri="{D42A27DB-BD31-4B8C-83A1-F6EECF244321}">
                <p14:modId xmlns:p14="http://schemas.microsoft.com/office/powerpoint/2010/main" val="373702082"/>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273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5B0A4B-0997-8613-DC49-C07387C94034}"/>
              </a:ext>
            </a:extLst>
          </p:cNvPr>
          <p:cNvSpPr>
            <a:spLocks noGrp="1"/>
          </p:cNvSpPr>
          <p:nvPr>
            <p:ph type="title"/>
          </p:nvPr>
        </p:nvSpPr>
        <p:spPr>
          <a:xfrm>
            <a:off x="586478" y="1683756"/>
            <a:ext cx="3115265" cy="2396359"/>
          </a:xfrm>
        </p:spPr>
        <p:txBody>
          <a:bodyPr anchor="b">
            <a:normAutofit/>
          </a:bodyPr>
          <a:lstStyle/>
          <a:p>
            <a:pPr algn="r"/>
            <a:r>
              <a:rPr lang="en-US" sz="4000" b="1">
                <a:solidFill>
                  <a:srgbClr val="FFFFFF"/>
                </a:solidFill>
              </a:rPr>
              <a:t>The Paradigm Shift: Computing</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9377F0F1-44CD-6941-0142-82CAF76BC29D}"/>
              </a:ext>
            </a:extLst>
          </p:cNvPr>
          <p:cNvGraphicFramePr>
            <a:graphicFrameLocks noGrp="1"/>
          </p:cNvGraphicFramePr>
          <p:nvPr>
            <p:ph idx="1"/>
            <p:extLst>
              <p:ext uri="{D42A27DB-BD31-4B8C-83A1-F6EECF244321}">
                <p14:modId xmlns:p14="http://schemas.microsoft.com/office/powerpoint/2010/main" val="55076394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12215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0DB69B-6A5D-D140-ECEA-2898E2BFB3EB}"/>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1D286E6-F405-5B02-BF80-D176CC5EB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DC894377-AAAA-A233-7241-18B3A19D0DAC}"/>
              </a:ext>
            </a:extLst>
          </p:cNvPr>
          <p:cNvSpPr/>
          <p:nvPr/>
        </p:nvSpPr>
        <p:spPr>
          <a:xfrm>
            <a:off x="838199" y="1093788"/>
            <a:ext cx="10506455" cy="296720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8000" b="0" kern="1200" cap="none" spc="0" dirty="0">
                <a:ln w="0"/>
                <a:solidFill>
                  <a:schemeClr val="tx1"/>
                </a:solidFill>
                <a:effectLst>
                  <a:outerShdw blurRad="38100" dist="19050" dir="2700000" algn="tl" rotWithShape="0">
                    <a:schemeClr val="dk1">
                      <a:alpha val="40000"/>
                    </a:schemeClr>
                  </a:outerShdw>
                </a:effectLst>
                <a:latin typeface="+mj-lt"/>
                <a:ea typeface="+mj-ea"/>
                <a:cs typeface="+mj-cs"/>
              </a:rPr>
              <a:t>Software behind Hardware</a:t>
            </a:r>
          </a:p>
        </p:txBody>
      </p:sp>
      <p:sp>
        <p:nvSpPr>
          <p:cNvPr id="23" name="Rectangle 22">
            <a:extLst>
              <a:ext uri="{FF2B5EF4-FFF2-40B4-BE49-F238E27FC236}">
                <a16:creationId xmlns:a16="http://schemas.microsoft.com/office/drawing/2014/main" id="{F8FB5570-3EE4-DCE0-983C-D71C5FDA3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E9965347-FD89-7119-467E-9B7B98C0EE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4670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Photograph of a large data center server room featuring multiple rows of black server racks filled with network cables and equipment. The room has a white tiled floor, overhead cable trays, and fluorescent lighting, highlighting a high-capacity, organized IT infrastructure setup.">
            <a:extLst>
              <a:ext uri="{FF2B5EF4-FFF2-40B4-BE49-F238E27FC236}">
                <a16:creationId xmlns:a16="http://schemas.microsoft.com/office/drawing/2014/main" id="{3FC91084-3D97-2ED7-D771-0FA7156EC1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693" b="-1"/>
          <a:stretch>
            <a:fillRect/>
          </a:stretch>
        </p:blipFill>
        <p:spPr bwMode="auto">
          <a:xfrm>
            <a:off x="307775" y="261437"/>
            <a:ext cx="11576450" cy="63351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81139F2-45C4-4BC0-BA12-3B444542FC23}"/>
              </a:ext>
            </a:extLst>
          </p:cNvPr>
          <p:cNvSpPr txBox="1"/>
          <p:nvPr/>
        </p:nvSpPr>
        <p:spPr>
          <a:xfrm>
            <a:off x="3322466" y="6542616"/>
            <a:ext cx="8633560" cy="369332"/>
          </a:xfrm>
          <a:prstGeom prst="rect">
            <a:avLst/>
          </a:prstGeom>
          <a:noFill/>
        </p:spPr>
        <p:txBody>
          <a:bodyPr wrap="square">
            <a:spAutoFit/>
          </a:bodyPr>
          <a:lstStyle/>
          <a:p>
            <a:r>
              <a:rPr lang="en-US" dirty="0"/>
              <a:t>https://resources.nvidia.com/en-us-blackwell-architecture/blackwell-ultra-datasheet</a:t>
            </a:r>
          </a:p>
        </p:txBody>
      </p:sp>
    </p:spTree>
    <p:extLst>
      <p:ext uri="{BB962C8B-B14F-4D97-AF65-F5344CB8AC3E}">
        <p14:creationId xmlns:p14="http://schemas.microsoft.com/office/powerpoint/2010/main" val="1027370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timeline chart illustrating NVIDIA's platform innovation from 2013 to 2028, highlighting continuous advancements in software, networking, NVLink, architecture, memory, compute, and FLOPS. Key milestones include Volta in 2013, Blackwell in 2024, Rubin in 2026, and Feynman in 2028, with a clear upward trend in technological capabilities.">
            <a:extLst>
              <a:ext uri="{FF2B5EF4-FFF2-40B4-BE49-F238E27FC236}">
                <a16:creationId xmlns:a16="http://schemas.microsoft.com/office/drawing/2014/main" id="{DBB76820-E98F-98AA-23CF-BAE6A159ED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88"/>
            <a:ext cx="12192000" cy="685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87891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761509-3B9A-49A6-A84B-C3D868116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91DE43FD-EB47-414A-B0AB-169B0FFFA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272922" cy="6858000"/>
          </a:xfrm>
          <a:custGeom>
            <a:avLst/>
            <a:gdLst>
              <a:gd name="connsiteX0" fmla="*/ 0 w 9272922"/>
              <a:gd name="connsiteY0" fmla="*/ 0 h 6858000"/>
              <a:gd name="connsiteX1" fmla="*/ 1733417 w 9272922"/>
              <a:gd name="connsiteY1" fmla="*/ 0 h 6858000"/>
              <a:gd name="connsiteX2" fmla="*/ 3307976 w 9272922"/>
              <a:gd name="connsiteY2" fmla="*/ 0 h 6858000"/>
              <a:gd name="connsiteX3" fmla="*/ 8126249 w 9272922"/>
              <a:gd name="connsiteY3" fmla="*/ 0 h 6858000"/>
              <a:gd name="connsiteX4" fmla="*/ 8138896 w 9272922"/>
              <a:gd name="connsiteY4" fmla="*/ 31774 h 6858000"/>
              <a:gd name="connsiteX5" fmla="*/ 9193904 w 9272922"/>
              <a:gd name="connsiteY5" fmla="*/ 2682457 h 6858000"/>
              <a:gd name="connsiteX6" fmla="*/ 9193904 w 9272922"/>
              <a:gd name="connsiteY6" fmla="*/ 3752208 h 6858000"/>
              <a:gd name="connsiteX7" fmla="*/ 8036400 w 9272922"/>
              <a:gd name="connsiteY7" fmla="*/ 6660411 h 6858000"/>
              <a:gd name="connsiteX8" fmla="*/ 7957938 w 9272922"/>
              <a:gd name="connsiteY8" fmla="*/ 6857542 h 6858000"/>
              <a:gd name="connsiteX9" fmla="*/ 3307976 w 9272922"/>
              <a:gd name="connsiteY9" fmla="*/ 6857542 h 6858000"/>
              <a:gd name="connsiteX10" fmla="*/ 3307976 w 9272922"/>
              <a:gd name="connsiteY10" fmla="*/ 6858000 h 6858000"/>
              <a:gd name="connsiteX11" fmla="*/ 0 w 9272922"/>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72922" h="6858000">
                <a:moveTo>
                  <a:pt x="0" y="0"/>
                </a:moveTo>
                <a:lnTo>
                  <a:pt x="1733417" y="0"/>
                </a:lnTo>
                <a:lnTo>
                  <a:pt x="3307976" y="0"/>
                </a:lnTo>
                <a:lnTo>
                  <a:pt x="8126249" y="0"/>
                </a:lnTo>
                <a:lnTo>
                  <a:pt x="8138896" y="31774"/>
                </a:lnTo>
                <a:cubicBezTo>
                  <a:pt x="9193904" y="2682457"/>
                  <a:pt x="9193904" y="2682457"/>
                  <a:pt x="9193904" y="2682457"/>
                </a:cubicBezTo>
                <a:cubicBezTo>
                  <a:pt x="9299262" y="2988100"/>
                  <a:pt x="9299262" y="3446565"/>
                  <a:pt x="9193904" y="3752208"/>
                </a:cubicBezTo>
                <a:cubicBezTo>
                  <a:pt x="8709916" y="4968215"/>
                  <a:pt x="8331802" y="5918220"/>
                  <a:pt x="8036400" y="6660411"/>
                </a:cubicBezTo>
                <a:lnTo>
                  <a:pt x="7957938" y="6857542"/>
                </a:lnTo>
                <a:lnTo>
                  <a:pt x="3307976" y="6857542"/>
                </a:lnTo>
                <a:lnTo>
                  <a:pt x="3307976"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Photograph showing disassembled components of a TPU v4 chip, including logic board, compute module tray, HBM stacks, main heatsink, VRM cooling plates, power distribution unit, optical interconnect cables, chassis frame, air baffle, assorted screws, retention clips, and management board. Components are neatly arranged and labeled on a gray background, highlighting key hardware elements and cooling solutions of the TPU v4 architecture.">
            <a:extLst>
              <a:ext uri="{FF2B5EF4-FFF2-40B4-BE49-F238E27FC236}">
                <a16:creationId xmlns:a16="http://schemas.microsoft.com/office/drawing/2014/main" id="{59BD97A0-39AC-DF01-A118-EF8F5617A6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4012" y="643466"/>
            <a:ext cx="5566833" cy="5566833"/>
          </a:xfrm>
          <a:prstGeom prst="rect">
            <a:avLst/>
          </a:prstGeom>
        </p:spPr>
      </p:pic>
      <p:grpSp>
        <p:nvGrpSpPr>
          <p:cNvPr id="13" name="Group 12">
            <a:extLst>
              <a:ext uri="{FF2B5EF4-FFF2-40B4-BE49-F238E27FC236}">
                <a16:creationId xmlns:a16="http://schemas.microsoft.com/office/drawing/2014/main" id="{58495BCC-CE77-4CC2-952E-846F41119F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160561" y="1075188"/>
            <a:ext cx="1562267" cy="1172973"/>
            <a:chOff x="9160561" y="1075188"/>
            <a:chExt cx="1562267" cy="1172973"/>
          </a:xfrm>
        </p:grpSpPr>
        <p:sp>
          <p:nvSpPr>
            <p:cNvPr id="14" name="Freeform 5">
              <a:extLst>
                <a:ext uri="{FF2B5EF4-FFF2-40B4-BE49-F238E27FC236}">
                  <a16:creationId xmlns:a16="http://schemas.microsoft.com/office/drawing/2014/main" id="{1B42538B-E30F-4967-A6C1-8EBA775F4D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60561" y="1423846"/>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15" name="Freeform 5">
              <a:extLst>
                <a:ext uri="{FF2B5EF4-FFF2-40B4-BE49-F238E27FC236}">
                  <a16:creationId xmlns:a16="http://schemas.microsoft.com/office/drawing/2014/main" id="{9A6BD9AC-4DE7-4B20-8547-4E3B375C2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60661" y="1075188"/>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sp>
        <p:nvSpPr>
          <p:cNvPr id="5" name="TextBox 4">
            <a:extLst>
              <a:ext uri="{FF2B5EF4-FFF2-40B4-BE49-F238E27FC236}">
                <a16:creationId xmlns:a16="http://schemas.microsoft.com/office/drawing/2014/main" id="{AEAC3809-8740-34A9-57C6-9A36E4ECF54F}"/>
              </a:ext>
            </a:extLst>
          </p:cNvPr>
          <p:cNvSpPr txBox="1"/>
          <p:nvPr/>
        </p:nvSpPr>
        <p:spPr>
          <a:xfrm>
            <a:off x="9270791" y="5671690"/>
            <a:ext cx="2903620" cy="1077218"/>
          </a:xfrm>
          <a:prstGeom prst="rect">
            <a:avLst/>
          </a:prstGeom>
          <a:noFill/>
        </p:spPr>
        <p:txBody>
          <a:bodyPr wrap="square" rtlCol="0">
            <a:spAutoFit/>
          </a:bodyPr>
          <a:lstStyle/>
          <a:p>
            <a:r>
              <a:rPr lang="en-US" sz="3200" dirty="0">
                <a:solidFill>
                  <a:schemeClr val="bg1"/>
                </a:solidFill>
              </a:rPr>
              <a:t>TPU Knolling by Nano Banana</a:t>
            </a:r>
          </a:p>
        </p:txBody>
      </p:sp>
      <p:sp>
        <p:nvSpPr>
          <p:cNvPr id="3" name="TextBox 2">
            <a:extLst>
              <a:ext uri="{FF2B5EF4-FFF2-40B4-BE49-F238E27FC236}">
                <a16:creationId xmlns:a16="http://schemas.microsoft.com/office/drawing/2014/main" id="{840517BB-1741-3B20-1A57-88F06140BDD1}"/>
              </a:ext>
            </a:extLst>
          </p:cNvPr>
          <p:cNvSpPr txBox="1"/>
          <p:nvPr/>
        </p:nvSpPr>
        <p:spPr>
          <a:xfrm>
            <a:off x="1680574" y="6488668"/>
            <a:ext cx="6190734" cy="369332"/>
          </a:xfrm>
          <a:prstGeom prst="rect">
            <a:avLst/>
          </a:prstGeom>
          <a:noFill/>
        </p:spPr>
        <p:txBody>
          <a:bodyPr wrap="square">
            <a:spAutoFit/>
          </a:bodyPr>
          <a:lstStyle/>
          <a:p>
            <a:pPr algn="r"/>
            <a:r>
              <a:rPr lang="en-US" dirty="0">
                <a:solidFill>
                  <a:schemeClr val="bg1">
                    <a:lumMod val="50000"/>
                  </a:schemeClr>
                </a:solidFill>
              </a:rPr>
              <a:t>https://cloud.google.com/tpu</a:t>
            </a:r>
          </a:p>
        </p:txBody>
      </p:sp>
    </p:spTree>
    <p:extLst>
      <p:ext uri="{BB962C8B-B14F-4D97-AF65-F5344CB8AC3E}">
        <p14:creationId xmlns:p14="http://schemas.microsoft.com/office/powerpoint/2010/main" val="1980522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AFD353-F989-8402-3F8F-DA865586E754}"/>
              </a:ext>
            </a:extLst>
          </p:cNvPr>
          <p:cNvSpPr txBox="1"/>
          <p:nvPr/>
        </p:nvSpPr>
        <p:spPr>
          <a:xfrm>
            <a:off x="7899924" y="6488668"/>
            <a:ext cx="4168877" cy="369332"/>
          </a:xfrm>
          <a:prstGeom prst="rect">
            <a:avLst/>
          </a:prstGeom>
          <a:noFill/>
        </p:spPr>
        <p:txBody>
          <a:bodyPr wrap="square">
            <a:spAutoFit/>
          </a:bodyPr>
          <a:lstStyle/>
          <a:p>
            <a:r>
              <a:rPr lang="en-US" dirty="0">
                <a:solidFill>
                  <a:schemeClr val="bg1">
                    <a:lumMod val="50000"/>
                  </a:schemeClr>
                </a:solidFill>
              </a:rPr>
              <a:t>https://openxla.org/xla/gpu_architecture</a:t>
            </a:r>
          </a:p>
        </p:txBody>
      </p:sp>
      <p:pic>
        <p:nvPicPr>
          <p:cNvPr id="1026" name="Picture 2" descr="Diagram illustrating OpenXLA architecture showing TensorFlow, JAX, and PyTorch feeding into OpenXLA via API StableHLO + PjRt. OpenXLA then connects to hardware targets including NVIDIA GPU, x86 CPU, ARM CPU, and Google TPU, with directional arrows indicating data flow.">
            <a:extLst>
              <a:ext uri="{FF2B5EF4-FFF2-40B4-BE49-F238E27FC236}">
                <a16:creationId xmlns:a16="http://schemas.microsoft.com/office/drawing/2014/main" id="{CBAA4F37-B442-1DA6-7028-5382BB5D24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99" y="1547544"/>
            <a:ext cx="11945602" cy="477296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4434D13-5FF9-0B8D-FB7C-B9AFF1B7F237}"/>
              </a:ext>
            </a:extLst>
          </p:cNvPr>
          <p:cNvSpPr txBox="1"/>
          <p:nvPr/>
        </p:nvSpPr>
        <p:spPr>
          <a:xfrm>
            <a:off x="235974" y="209393"/>
            <a:ext cx="11832827" cy="1169995"/>
          </a:xfrm>
          <a:prstGeom prst="rect">
            <a:avLst/>
          </a:prstGeom>
        </p:spPr>
        <p:txBody>
          <a:bodyPr vert="horz" lIns="91440" tIns="45720" rIns="91440" bIns="45720" rtlCol="0" anchor="b">
            <a:normAutofit/>
          </a:bodyPr>
          <a:lstStyle>
            <a:defPPr>
              <a:defRPr lang="en-US"/>
            </a:defPPr>
            <a:lvl1pPr>
              <a:lnSpc>
                <a:spcPct val="90000"/>
              </a:lnSpc>
              <a:spcBef>
                <a:spcPct val="0"/>
              </a:spcBef>
              <a:spcAft>
                <a:spcPts val="600"/>
              </a:spcAft>
              <a:defRPr sz="8000" b="0" cap="none" spc="0">
                <a:ln w="0"/>
                <a:effectLst>
                  <a:outerShdw blurRad="38100" dist="19050" dir="2700000" algn="tl" rotWithShape="0">
                    <a:schemeClr val="dk1">
                      <a:alpha val="40000"/>
                    </a:schemeClr>
                  </a:outerShdw>
                </a:effectLst>
                <a:latin typeface="+mj-lt"/>
                <a:ea typeface="+mj-ea"/>
                <a:cs typeface="+mj-cs"/>
              </a:defRPr>
            </a:lvl1pPr>
          </a:lstStyle>
          <a:p>
            <a:pPr algn="ctr"/>
            <a:r>
              <a:rPr lang="en-US" sz="6600" dirty="0"/>
              <a:t>XLA - Accelerated Linear Algebra</a:t>
            </a:r>
          </a:p>
        </p:txBody>
      </p:sp>
      <p:sp>
        <p:nvSpPr>
          <p:cNvPr id="6" name="TextBox 5">
            <a:extLst>
              <a:ext uri="{FF2B5EF4-FFF2-40B4-BE49-F238E27FC236}">
                <a16:creationId xmlns:a16="http://schemas.microsoft.com/office/drawing/2014/main" id="{7F6221E9-4BE1-9621-A0CC-0BC60E470933}"/>
              </a:ext>
            </a:extLst>
          </p:cNvPr>
          <p:cNvSpPr txBox="1"/>
          <p:nvPr/>
        </p:nvSpPr>
        <p:spPr>
          <a:xfrm>
            <a:off x="123199" y="6471623"/>
            <a:ext cx="6110748" cy="369332"/>
          </a:xfrm>
          <a:prstGeom prst="rect">
            <a:avLst/>
          </a:prstGeom>
          <a:noFill/>
        </p:spPr>
        <p:txBody>
          <a:bodyPr wrap="square">
            <a:spAutoFit/>
          </a:bodyPr>
          <a:lstStyle/>
          <a:p>
            <a:r>
              <a:rPr lang="en-US" dirty="0">
                <a:solidFill>
                  <a:schemeClr val="bg1">
                    <a:lumMod val="50000"/>
                  </a:schemeClr>
                </a:solidFill>
              </a:rPr>
              <a:t>https://github.com/jax-ml/jax</a:t>
            </a:r>
          </a:p>
        </p:txBody>
      </p:sp>
    </p:spTree>
    <p:extLst>
      <p:ext uri="{BB962C8B-B14F-4D97-AF65-F5344CB8AC3E}">
        <p14:creationId xmlns:p14="http://schemas.microsoft.com/office/powerpoint/2010/main" val="149850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0E6300-EA8E-A83C-2A93-40F7CC81230B}"/>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EEBDC2E8-311D-C19A-A72D-3A301103EF0A}"/>
              </a:ext>
            </a:extLst>
          </p:cNvPr>
          <p:cNvSpPr/>
          <p:nvPr/>
        </p:nvSpPr>
        <p:spPr>
          <a:xfrm>
            <a:off x="838199" y="1093788"/>
            <a:ext cx="10506455" cy="296720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8000" b="0" kern="1200" cap="none" spc="0" dirty="0">
                <a:ln w="0"/>
                <a:solidFill>
                  <a:schemeClr val="tx1"/>
                </a:solidFill>
                <a:effectLst>
                  <a:outerShdw blurRad="38100" dist="19050" dir="2700000" algn="tl" rotWithShape="0">
                    <a:schemeClr val="dk1">
                      <a:alpha val="40000"/>
                    </a:schemeClr>
                  </a:outerShdw>
                </a:effectLst>
                <a:latin typeface="+mj-lt"/>
                <a:ea typeface="+mj-ea"/>
                <a:cs typeface="+mj-cs"/>
              </a:rPr>
              <a:t>Deconstructing the Pipelines</a:t>
            </a:r>
          </a:p>
        </p:txBody>
      </p:sp>
      <p:sp>
        <p:nvSpPr>
          <p:cNvPr id="23" name="Rectangle 22">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3942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D9C3A-3152-C9FF-9D0B-1BB76258A553}"/>
              </a:ext>
            </a:extLst>
          </p:cNvPr>
          <p:cNvSpPr>
            <a:spLocks noGrp="1"/>
          </p:cNvSpPr>
          <p:nvPr>
            <p:ph type="title"/>
          </p:nvPr>
        </p:nvSpPr>
        <p:spPr>
          <a:xfrm>
            <a:off x="838200" y="365125"/>
            <a:ext cx="10901516" cy="1325563"/>
          </a:xfrm>
        </p:spPr>
        <p:txBody>
          <a:bodyPr/>
          <a:lstStyle/>
          <a:p>
            <a:r>
              <a:rPr lang="en-US" b="1" dirty="0"/>
              <a:t>The Traditional NLP Pipeline (The "Old" Way)</a:t>
            </a:r>
            <a:endParaRPr lang="en-US" dirty="0"/>
          </a:p>
        </p:txBody>
      </p:sp>
      <p:graphicFrame>
        <p:nvGraphicFramePr>
          <p:cNvPr id="5" name="Content Placeholder 2">
            <a:extLst>
              <a:ext uri="{FF2B5EF4-FFF2-40B4-BE49-F238E27FC236}">
                <a16:creationId xmlns:a16="http://schemas.microsoft.com/office/drawing/2014/main" id="{CDAA9CEC-B5E4-3187-B1F7-069267274387}"/>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1780A1FD-4626-4FAE-3CD5-0A0A6037E1EC}"/>
              </a:ext>
            </a:extLst>
          </p:cNvPr>
          <p:cNvSpPr txBox="1"/>
          <p:nvPr/>
        </p:nvSpPr>
        <p:spPr>
          <a:xfrm>
            <a:off x="2517058" y="6169709"/>
            <a:ext cx="7020232" cy="369332"/>
          </a:xfrm>
          <a:prstGeom prst="rect">
            <a:avLst/>
          </a:prstGeom>
          <a:noFill/>
        </p:spPr>
        <p:txBody>
          <a:bodyPr wrap="square">
            <a:spAutoFit/>
          </a:bodyPr>
          <a:lstStyle/>
          <a:p>
            <a:r>
              <a:rPr lang="en-US" dirty="0">
                <a:hlinkClick r:id="rId8"/>
              </a:rPr>
              <a:t>https://ai.studio/apps/drive/1xyTLooNlIVa5zHkI6id3yXmVLb9zuBMP</a:t>
            </a:r>
            <a:endParaRPr lang="en-US" dirty="0"/>
          </a:p>
        </p:txBody>
      </p:sp>
    </p:spTree>
    <p:extLst>
      <p:ext uri="{BB962C8B-B14F-4D97-AF65-F5344CB8AC3E}">
        <p14:creationId xmlns:p14="http://schemas.microsoft.com/office/powerpoint/2010/main" val="4212913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EC398A-0B5D-E19C-645E-0B60F9FA60DD}"/>
              </a:ext>
            </a:extLst>
          </p:cNvPr>
          <p:cNvSpPr>
            <a:spLocks noGrp="1"/>
          </p:cNvSpPr>
          <p:nvPr>
            <p:ph type="title"/>
          </p:nvPr>
        </p:nvSpPr>
        <p:spPr>
          <a:xfrm>
            <a:off x="838200" y="557188"/>
            <a:ext cx="10515600" cy="1133499"/>
          </a:xfrm>
        </p:spPr>
        <p:txBody>
          <a:bodyPr>
            <a:normAutofit/>
          </a:bodyPr>
          <a:lstStyle/>
          <a:p>
            <a:pPr algn="ctr"/>
            <a:r>
              <a:rPr lang="en-US" b="1"/>
              <a:t>The Modern NLP Pipeline (The "New" Way)</a:t>
            </a:r>
            <a:endParaRPr lang="en-US"/>
          </a:p>
        </p:txBody>
      </p:sp>
      <p:graphicFrame>
        <p:nvGraphicFramePr>
          <p:cNvPr id="5" name="Content Placeholder 2">
            <a:extLst>
              <a:ext uri="{FF2B5EF4-FFF2-40B4-BE49-F238E27FC236}">
                <a16:creationId xmlns:a16="http://schemas.microsoft.com/office/drawing/2014/main" id="{917F2F73-CB75-EB8F-0291-5DACA6114AE8}"/>
              </a:ext>
            </a:extLst>
          </p:cNvPr>
          <p:cNvGraphicFramePr>
            <a:graphicFrameLocks noGrp="1"/>
          </p:cNvGraphicFramePr>
          <p:nvPr>
            <p:ph idx="1"/>
            <p:extLst>
              <p:ext uri="{D42A27DB-BD31-4B8C-83A1-F6EECF244321}">
                <p14:modId xmlns:p14="http://schemas.microsoft.com/office/powerpoint/2010/main" val="1828241261"/>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7591DA79-FEC1-8EC8-A61F-5570B38F79C8}"/>
              </a:ext>
            </a:extLst>
          </p:cNvPr>
          <p:cNvSpPr txBox="1"/>
          <p:nvPr/>
        </p:nvSpPr>
        <p:spPr>
          <a:xfrm>
            <a:off x="2517058" y="6169709"/>
            <a:ext cx="7020232" cy="369332"/>
          </a:xfrm>
          <a:prstGeom prst="rect">
            <a:avLst/>
          </a:prstGeom>
          <a:noFill/>
        </p:spPr>
        <p:txBody>
          <a:bodyPr wrap="square">
            <a:spAutoFit/>
          </a:bodyPr>
          <a:lstStyle/>
          <a:p>
            <a:r>
              <a:rPr lang="en-US" dirty="0">
                <a:hlinkClick r:id="rId7"/>
              </a:rPr>
              <a:t>https://ai.studio/apps/drive/1xyTLooNlIVa5zHkI6id3yXmVLb9zuBMP</a:t>
            </a:r>
            <a:endParaRPr lang="en-US" dirty="0"/>
          </a:p>
        </p:txBody>
      </p:sp>
    </p:spTree>
    <p:extLst>
      <p:ext uri="{BB962C8B-B14F-4D97-AF65-F5344CB8AC3E}">
        <p14:creationId xmlns:p14="http://schemas.microsoft.com/office/powerpoint/2010/main" val="36894861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BB7F8-DF05-CF4B-4187-51BABB548DE9}"/>
              </a:ext>
            </a:extLst>
          </p:cNvPr>
          <p:cNvSpPr>
            <a:spLocks noGrp="1"/>
          </p:cNvSpPr>
          <p:nvPr>
            <p:ph type="title"/>
          </p:nvPr>
        </p:nvSpPr>
        <p:spPr/>
        <p:txBody>
          <a:bodyPr/>
          <a:lstStyle/>
          <a:p>
            <a:r>
              <a:rPr lang="en-US" b="1" dirty="0"/>
              <a:t>Anatomy of a Modern App (The RAG Architecture)</a:t>
            </a:r>
            <a:endParaRPr lang="en-US" dirty="0"/>
          </a:p>
        </p:txBody>
      </p:sp>
      <p:sp>
        <p:nvSpPr>
          <p:cNvPr id="3" name="Content Placeholder 2">
            <a:extLst>
              <a:ext uri="{FF2B5EF4-FFF2-40B4-BE49-F238E27FC236}">
                <a16:creationId xmlns:a16="http://schemas.microsoft.com/office/drawing/2014/main" id="{201068AB-130B-BB21-FB6D-84947CDD5D69}"/>
              </a:ext>
            </a:extLst>
          </p:cNvPr>
          <p:cNvSpPr>
            <a:spLocks noGrp="1"/>
          </p:cNvSpPr>
          <p:nvPr>
            <p:ph idx="1"/>
          </p:nvPr>
        </p:nvSpPr>
        <p:spPr/>
        <p:txBody>
          <a:bodyPr>
            <a:normAutofit lnSpcReduction="10000"/>
          </a:bodyPr>
          <a:lstStyle/>
          <a:p>
            <a:r>
              <a:rPr lang="en-US" i="1" dirty="0"/>
              <a:t>How do we combine the two?</a:t>
            </a:r>
            <a:endParaRPr lang="en-US" dirty="0"/>
          </a:p>
          <a:p>
            <a:r>
              <a:rPr lang="en-US" b="1" dirty="0"/>
              <a:t>Scenario:</a:t>
            </a:r>
            <a:r>
              <a:rPr lang="en-US" dirty="0"/>
              <a:t> A Chatbot that answers questions about our University Guidelines.</a:t>
            </a:r>
          </a:p>
          <a:p>
            <a:r>
              <a:rPr lang="en-US" b="1" dirty="0"/>
              <a:t>Visual Diagram:</a:t>
            </a:r>
            <a:endParaRPr lang="en-US" dirty="0"/>
          </a:p>
          <a:p>
            <a:pPr lvl="1"/>
            <a:r>
              <a:rPr lang="en-US" b="1" dirty="0"/>
              <a:t>User Question</a:t>
            </a:r>
            <a:r>
              <a:rPr lang="en-US" dirty="0"/>
              <a:t> -&gt;</a:t>
            </a:r>
          </a:p>
          <a:p>
            <a:pPr lvl="1"/>
            <a:r>
              <a:rPr lang="en-US" b="1" dirty="0"/>
              <a:t>Search</a:t>
            </a:r>
            <a:r>
              <a:rPr lang="en-US" dirty="0"/>
              <a:t> (Using Embeddings/Vectors) -&gt;</a:t>
            </a:r>
          </a:p>
          <a:p>
            <a:pPr lvl="1"/>
            <a:r>
              <a:rPr lang="en-US" b="1" dirty="0"/>
              <a:t>Retrieve</a:t>
            </a:r>
            <a:r>
              <a:rPr lang="en-US" dirty="0"/>
              <a:t> relevant pages -&gt;</a:t>
            </a:r>
          </a:p>
          <a:p>
            <a:pPr lvl="1"/>
            <a:r>
              <a:rPr lang="en-US" b="1" dirty="0"/>
              <a:t>Send</a:t>
            </a:r>
            <a:r>
              <a:rPr lang="en-US" dirty="0"/>
              <a:t> Question + Pages to LLM -&gt;</a:t>
            </a:r>
          </a:p>
          <a:p>
            <a:pPr lvl="1"/>
            <a:r>
              <a:rPr lang="en-US" b="1" dirty="0"/>
              <a:t>Answer.</a:t>
            </a:r>
            <a:endParaRPr lang="en-US" dirty="0"/>
          </a:p>
          <a:p>
            <a:r>
              <a:rPr lang="en-US" i="1" dirty="0">
                <a:solidFill>
                  <a:srgbClr val="0070C0"/>
                </a:solidFill>
              </a:rPr>
              <a:t>Note</a:t>
            </a:r>
            <a:r>
              <a:rPr lang="en-US" i="1" dirty="0"/>
              <a:t>:</a:t>
            </a:r>
            <a:r>
              <a:rPr lang="en-US" dirty="0"/>
              <a:t> To build this, you need to understand: </a:t>
            </a:r>
            <a:r>
              <a:rPr lang="en-US" b="1" dirty="0"/>
              <a:t>Tokenization</a:t>
            </a:r>
            <a:r>
              <a:rPr lang="en-US" dirty="0"/>
              <a:t> and </a:t>
            </a:r>
            <a:r>
              <a:rPr lang="en-US" b="1" dirty="0"/>
              <a:t>Embeddings</a:t>
            </a:r>
            <a:r>
              <a:rPr lang="en-US" dirty="0"/>
              <a:t> (Future Modules).</a:t>
            </a:r>
          </a:p>
          <a:p>
            <a:endParaRPr lang="en-US" dirty="0"/>
          </a:p>
        </p:txBody>
      </p:sp>
    </p:spTree>
    <p:extLst>
      <p:ext uri="{BB962C8B-B14F-4D97-AF65-F5344CB8AC3E}">
        <p14:creationId xmlns:p14="http://schemas.microsoft.com/office/powerpoint/2010/main" val="21784173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8CDA5D-4FB2-0A1D-008A-993AFEBFB163}"/>
              </a:ext>
            </a:extLst>
          </p:cNvPr>
          <p:cNvSpPr>
            <a:spLocks noGrp="1"/>
          </p:cNvSpPr>
          <p:nvPr>
            <p:ph type="title"/>
          </p:nvPr>
        </p:nvSpPr>
        <p:spPr>
          <a:xfrm>
            <a:off x="1629751" y="934327"/>
            <a:ext cx="8924392" cy="1058275"/>
          </a:xfrm>
        </p:spPr>
        <p:txBody>
          <a:bodyPr>
            <a:normAutofit/>
          </a:bodyPr>
          <a:lstStyle/>
          <a:p>
            <a:pPr algn="ctr"/>
            <a:r>
              <a:rPr lang="en-US" b="1" dirty="0"/>
              <a:t>Why Learn the Fundamentals?</a:t>
            </a:r>
            <a:endParaRPr lang="en-US"/>
          </a:p>
        </p:txBody>
      </p:sp>
      <p:sp>
        <p:nvSpPr>
          <p:cNvPr id="19" name="Freeform: Shape 18">
            <a:extLst>
              <a:ext uri="{FF2B5EF4-FFF2-40B4-BE49-F238E27FC236}">
                <a16:creationId xmlns:a16="http://schemas.microsoft.com/office/drawing/2014/main" id="{6295B176-FA0E-4B6A-A190-5E2E82BEA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3813" y="2337807"/>
            <a:ext cx="9604374" cy="3585866"/>
          </a:xfrm>
          <a:custGeom>
            <a:avLst/>
            <a:gdLst>
              <a:gd name="connsiteX0" fmla="*/ 0 w 9604374"/>
              <a:gd name="connsiteY0" fmla="*/ 0 h 3585866"/>
              <a:gd name="connsiteX1" fmla="*/ 9604374 w 9604374"/>
              <a:gd name="connsiteY1" fmla="*/ 0 h 3585866"/>
              <a:gd name="connsiteX2" fmla="*/ 9604374 w 9604374"/>
              <a:gd name="connsiteY2" fmla="*/ 3095088 h 3585866"/>
              <a:gd name="connsiteX3" fmla="*/ 9591455 w 9604374"/>
              <a:gd name="connsiteY3" fmla="*/ 3097044 h 3585866"/>
              <a:gd name="connsiteX4" fmla="*/ 9285147 w 9604374"/>
              <a:gd name="connsiteY4" fmla="*/ 3164182 h 3585866"/>
              <a:gd name="connsiteX5" fmla="*/ 9114078 w 9604374"/>
              <a:gd name="connsiteY5" fmla="*/ 3164299 h 3585866"/>
              <a:gd name="connsiteX6" fmla="*/ 8999665 w 9604374"/>
              <a:gd name="connsiteY6" fmla="*/ 3157864 h 3585866"/>
              <a:gd name="connsiteX7" fmla="*/ 8925240 w 9604374"/>
              <a:gd name="connsiteY7" fmla="*/ 3152135 h 3585866"/>
              <a:gd name="connsiteX8" fmla="*/ 8868257 w 9604374"/>
              <a:gd name="connsiteY8" fmla="*/ 3146819 h 3585866"/>
              <a:gd name="connsiteX9" fmla="*/ 8792363 w 9604374"/>
              <a:gd name="connsiteY9" fmla="*/ 3146856 h 3585866"/>
              <a:gd name="connsiteX10" fmla="*/ 8668399 w 9604374"/>
              <a:gd name="connsiteY10" fmla="*/ 3196893 h 3585866"/>
              <a:gd name="connsiteX11" fmla="*/ 8474043 w 9604374"/>
              <a:gd name="connsiteY11" fmla="*/ 3240734 h 3585866"/>
              <a:gd name="connsiteX12" fmla="*/ 8317555 w 9604374"/>
              <a:gd name="connsiteY12" fmla="*/ 3247156 h 3585866"/>
              <a:gd name="connsiteX13" fmla="*/ 8280111 w 9604374"/>
              <a:gd name="connsiteY13" fmla="*/ 3255812 h 3585866"/>
              <a:gd name="connsiteX14" fmla="*/ 8096088 w 9604374"/>
              <a:gd name="connsiteY14" fmla="*/ 3253903 h 3585866"/>
              <a:gd name="connsiteX15" fmla="*/ 7825642 w 9604374"/>
              <a:gd name="connsiteY15" fmla="*/ 3271628 h 3585866"/>
              <a:gd name="connsiteX16" fmla="*/ 7531820 w 9604374"/>
              <a:gd name="connsiteY16" fmla="*/ 3252671 h 3585866"/>
              <a:gd name="connsiteX17" fmla="*/ 7193751 w 9604374"/>
              <a:gd name="connsiteY17" fmla="*/ 3245192 h 3585866"/>
              <a:gd name="connsiteX18" fmla="*/ 6976768 w 9604374"/>
              <a:gd name="connsiteY18" fmla="*/ 3238559 h 3585866"/>
              <a:gd name="connsiteX19" fmla="*/ 6756462 w 9604374"/>
              <a:gd name="connsiteY19" fmla="*/ 3273268 h 3585866"/>
              <a:gd name="connsiteX20" fmla="*/ 6512214 w 9604374"/>
              <a:gd name="connsiteY20" fmla="*/ 3298845 h 3585866"/>
              <a:gd name="connsiteX21" fmla="*/ 6289569 w 9604374"/>
              <a:gd name="connsiteY21" fmla="*/ 3301118 h 3585866"/>
              <a:gd name="connsiteX22" fmla="*/ 6157816 w 9604374"/>
              <a:gd name="connsiteY22" fmla="*/ 3308643 h 3585866"/>
              <a:gd name="connsiteX23" fmla="*/ 6110062 w 9604374"/>
              <a:gd name="connsiteY23" fmla="*/ 3321185 h 3585866"/>
              <a:gd name="connsiteX24" fmla="*/ 6041832 w 9604374"/>
              <a:gd name="connsiteY24" fmla="*/ 3332190 h 3585866"/>
              <a:gd name="connsiteX25" fmla="*/ 5923195 w 9604374"/>
              <a:gd name="connsiteY25" fmla="*/ 3359104 h 3585866"/>
              <a:gd name="connsiteX26" fmla="*/ 5770972 w 9604374"/>
              <a:gd name="connsiteY26" fmla="*/ 3369893 h 3585866"/>
              <a:gd name="connsiteX27" fmla="*/ 5632583 w 9604374"/>
              <a:gd name="connsiteY27" fmla="*/ 3357730 h 3585866"/>
              <a:gd name="connsiteX28" fmla="*/ 5539996 w 9604374"/>
              <a:gd name="connsiteY28" fmla="*/ 3352890 h 3585866"/>
              <a:gd name="connsiteX29" fmla="*/ 5315460 w 9604374"/>
              <a:gd name="connsiteY29" fmla="*/ 3350411 h 3585866"/>
              <a:gd name="connsiteX30" fmla="*/ 5072455 w 9604374"/>
              <a:gd name="connsiteY30" fmla="*/ 3338147 h 3585866"/>
              <a:gd name="connsiteX31" fmla="*/ 5016364 w 9604374"/>
              <a:gd name="connsiteY31" fmla="*/ 3348937 h 3585866"/>
              <a:gd name="connsiteX32" fmla="*/ 4922276 w 9604374"/>
              <a:gd name="connsiteY32" fmla="*/ 3366515 h 3585866"/>
              <a:gd name="connsiteX33" fmla="*/ 4856444 w 9604374"/>
              <a:gd name="connsiteY33" fmla="*/ 3399463 h 3585866"/>
              <a:gd name="connsiteX34" fmla="*/ 4775993 w 9604374"/>
              <a:gd name="connsiteY34" fmla="*/ 3406312 h 3585866"/>
              <a:gd name="connsiteX35" fmla="*/ 4667320 w 9604374"/>
              <a:gd name="connsiteY35" fmla="*/ 3397926 h 3585866"/>
              <a:gd name="connsiteX36" fmla="*/ 4540268 w 9604374"/>
              <a:gd name="connsiteY36" fmla="*/ 3424464 h 3585866"/>
              <a:gd name="connsiteX37" fmla="*/ 4465491 w 9604374"/>
              <a:gd name="connsiteY37" fmla="*/ 3433154 h 3585866"/>
              <a:gd name="connsiteX38" fmla="*/ 4262864 w 9604374"/>
              <a:gd name="connsiteY38" fmla="*/ 3464075 h 3585866"/>
              <a:gd name="connsiteX39" fmla="*/ 4175005 w 9604374"/>
              <a:gd name="connsiteY39" fmla="*/ 3493545 h 3585866"/>
              <a:gd name="connsiteX40" fmla="*/ 4030100 w 9604374"/>
              <a:gd name="connsiteY40" fmla="*/ 3514212 h 3585866"/>
              <a:gd name="connsiteX41" fmla="*/ 3926631 w 9604374"/>
              <a:gd name="connsiteY41" fmla="*/ 3525304 h 3585866"/>
              <a:gd name="connsiteX42" fmla="*/ 3897306 w 9604374"/>
              <a:gd name="connsiteY42" fmla="*/ 3547095 h 3585866"/>
              <a:gd name="connsiteX43" fmla="*/ 3896886 w 9604374"/>
              <a:gd name="connsiteY43" fmla="*/ 3547500 h 3585866"/>
              <a:gd name="connsiteX44" fmla="*/ 3834004 w 9604374"/>
              <a:gd name="connsiteY44" fmla="*/ 3550510 h 3585866"/>
              <a:gd name="connsiteX45" fmla="*/ 3696227 w 9604374"/>
              <a:gd name="connsiteY45" fmla="*/ 3574175 h 3585866"/>
              <a:gd name="connsiteX46" fmla="*/ 3652821 w 9604374"/>
              <a:gd name="connsiteY46" fmla="*/ 3580368 h 3585866"/>
              <a:gd name="connsiteX47" fmla="*/ 3629691 w 9604374"/>
              <a:gd name="connsiteY47" fmla="*/ 3585866 h 3585866"/>
              <a:gd name="connsiteX48" fmla="*/ 3595018 w 9604374"/>
              <a:gd name="connsiteY48" fmla="*/ 3571623 h 3585866"/>
              <a:gd name="connsiteX49" fmla="*/ 3551656 w 9604374"/>
              <a:gd name="connsiteY49" fmla="*/ 3577800 h 3585866"/>
              <a:gd name="connsiteX50" fmla="*/ 3541558 w 9604374"/>
              <a:gd name="connsiteY50" fmla="*/ 3579797 h 3585866"/>
              <a:gd name="connsiteX51" fmla="*/ 3465708 w 9604374"/>
              <a:gd name="connsiteY51" fmla="*/ 3565931 h 3585866"/>
              <a:gd name="connsiteX52" fmla="*/ 3458313 w 9604374"/>
              <a:gd name="connsiteY52" fmla="*/ 3560366 h 3585866"/>
              <a:gd name="connsiteX53" fmla="*/ 3420278 w 9604374"/>
              <a:gd name="connsiteY53" fmla="*/ 3557947 h 3585866"/>
              <a:gd name="connsiteX54" fmla="*/ 3415952 w 9604374"/>
              <a:gd name="connsiteY54" fmla="*/ 3559424 h 3585866"/>
              <a:gd name="connsiteX55" fmla="*/ 3384432 w 9604374"/>
              <a:gd name="connsiteY55" fmla="*/ 3550905 h 3585866"/>
              <a:gd name="connsiteX56" fmla="*/ 3258039 w 9604374"/>
              <a:gd name="connsiteY56" fmla="*/ 3535884 h 3585866"/>
              <a:gd name="connsiteX57" fmla="*/ 3015008 w 9604374"/>
              <a:gd name="connsiteY57" fmla="*/ 3528000 h 3585866"/>
              <a:gd name="connsiteX58" fmla="*/ 2761910 w 9604374"/>
              <a:gd name="connsiteY58" fmla="*/ 3505496 h 3585866"/>
              <a:gd name="connsiteX59" fmla="*/ 2521923 w 9604374"/>
              <a:gd name="connsiteY59" fmla="*/ 3514208 h 3585866"/>
              <a:gd name="connsiteX60" fmla="*/ 2085894 w 9604374"/>
              <a:gd name="connsiteY60" fmla="*/ 3490122 h 3585866"/>
              <a:gd name="connsiteX61" fmla="*/ 1936305 w 9604374"/>
              <a:gd name="connsiteY61" fmla="*/ 3487966 h 3585866"/>
              <a:gd name="connsiteX62" fmla="*/ 1836080 w 9604374"/>
              <a:gd name="connsiteY62" fmla="*/ 3487150 h 3585866"/>
              <a:gd name="connsiteX63" fmla="*/ 1829133 w 9604374"/>
              <a:gd name="connsiteY63" fmla="*/ 3489437 h 3585866"/>
              <a:gd name="connsiteX64" fmla="*/ 1801140 w 9604374"/>
              <a:gd name="connsiteY64" fmla="*/ 3490787 h 3585866"/>
              <a:gd name="connsiteX65" fmla="*/ 1793476 w 9604374"/>
              <a:gd name="connsiteY65" fmla="*/ 3500921 h 3585866"/>
              <a:gd name="connsiteX66" fmla="*/ 1699923 w 9604374"/>
              <a:gd name="connsiteY66" fmla="*/ 3509706 h 3585866"/>
              <a:gd name="connsiteX67" fmla="*/ 1474760 w 9604374"/>
              <a:gd name="connsiteY67" fmla="*/ 3513685 h 3585866"/>
              <a:gd name="connsiteX68" fmla="*/ 1308130 w 9604374"/>
              <a:gd name="connsiteY68" fmla="*/ 3496703 h 3585866"/>
              <a:gd name="connsiteX69" fmla="*/ 1252381 w 9604374"/>
              <a:gd name="connsiteY69" fmla="*/ 3506093 h 3585866"/>
              <a:gd name="connsiteX70" fmla="*/ 1174550 w 9604374"/>
              <a:gd name="connsiteY70" fmla="*/ 3512642 h 3585866"/>
              <a:gd name="connsiteX71" fmla="*/ 924455 w 9604374"/>
              <a:gd name="connsiteY71" fmla="*/ 3507283 h 3585866"/>
              <a:gd name="connsiteX72" fmla="*/ 718373 w 9604374"/>
              <a:gd name="connsiteY72" fmla="*/ 3511753 h 3585866"/>
              <a:gd name="connsiteX73" fmla="*/ 600444 w 9604374"/>
              <a:gd name="connsiteY73" fmla="*/ 3520899 h 3585866"/>
              <a:gd name="connsiteX74" fmla="*/ 351173 w 9604374"/>
              <a:gd name="connsiteY74" fmla="*/ 3495843 h 3585866"/>
              <a:gd name="connsiteX75" fmla="*/ 108372 w 9604374"/>
              <a:gd name="connsiteY75" fmla="*/ 3484386 h 3585866"/>
              <a:gd name="connsiteX76" fmla="*/ 6467 w 9604374"/>
              <a:gd name="connsiteY76" fmla="*/ 3476532 h 3585866"/>
              <a:gd name="connsiteX77" fmla="*/ 0 w 9604374"/>
              <a:gd name="connsiteY77" fmla="*/ 3475412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Rectangle 6">
            <a:extLst>
              <a:ext uri="{FF2B5EF4-FFF2-40B4-BE49-F238E27FC236}">
                <a16:creationId xmlns:a16="http://schemas.microsoft.com/office/drawing/2014/main" id="{48F779DE-4744-42D6-9C74-33EC9446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2190741"/>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EBD04F6-1F85-640B-DAF4-DD4E2AFBC9E5}"/>
              </a:ext>
            </a:extLst>
          </p:cNvPr>
          <p:cNvSpPr>
            <a:spLocks noGrp="1"/>
          </p:cNvSpPr>
          <p:nvPr>
            <p:ph idx="1"/>
          </p:nvPr>
        </p:nvSpPr>
        <p:spPr>
          <a:xfrm>
            <a:off x="1941207" y="2752316"/>
            <a:ext cx="8309586" cy="2756848"/>
          </a:xfrm>
        </p:spPr>
        <p:txBody>
          <a:bodyPr>
            <a:normAutofit/>
          </a:bodyPr>
          <a:lstStyle/>
          <a:p>
            <a:r>
              <a:rPr lang="en-US" sz="1900"/>
              <a:t>If LLMs are so good, why learn Tokenization or Syntax?</a:t>
            </a:r>
          </a:p>
          <a:p>
            <a:r>
              <a:rPr lang="en-US" sz="1900" b="1"/>
              <a:t>1. Cost &amp; Latency:</a:t>
            </a:r>
            <a:r>
              <a:rPr lang="en-US" sz="1900"/>
              <a:t> You don't need GPT-4 to classify spam. A simple model is 1000x cheaper and faster.</a:t>
            </a:r>
          </a:p>
          <a:p>
            <a:r>
              <a:rPr lang="en-US" sz="1900" b="1"/>
              <a:t>2. Context Window:</a:t>
            </a:r>
            <a:r>
              <a:rPr lang="en-US" sz="1900"/>
              <a:t> LLMs have limits. You need efficient ways (cleaning/preprocessing) to feed them data.</a:t>
            </a:r>
          </a:p>
          <a:p>
            <a:r>
              <a:rPr lang="en-US" sz="1900" b="1"/>
              <a:t>3. Debugging:</a:t>
            </a:r>
            <a:r>
              <a:rPr lang="en-US" sz="1900"/>
              <a:t> When the LLM fails, you need to look under the hood.</a:t>
            </a:r>
          </a:p>
          <a:p>
            <a:r>
              <a:rPr lang="en-US" sz="1900" b="1"/>
              <a:t>4. Fine-Tuning:</a:t>
            </a:r>
            <a:r>
              <a:rPr lang="en-US" sz="1900"/>
              <a:t> To customize an LLM, you need to understand training loops and data preparation.</a:t>
            </a:r>
          </a:p>
          <a:p>
            <a:endParaRPr lang="en-US" sz="1900"/>
          </a:p>
        </p:txBody>
      </p:sp>
    </p:spTree>
    <p:extLst>
      <p:ext uri="{BB962C8B-B14F-4D97-AF65-F5344CB8AC3E}">
        <p14:creationId xmlns:p14="http://schemas.microsoft.com/office/powerpoint/2010/main" val="5181744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2E9DE4-8C10-B40A-9C19-DC8495820949}"/>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8D552B15-536A-00AB-46BA-B6863C8E265E}"/>
              </a:ext>
            </a:extLst>
          </p:cNvPr>
          <p:cNvSpPr/>
          <p:nvPr/>
        </p:nvSpPr>
        <p:spPr>
          <a:xfrm>
            <a:off x="838200" y="451381"/>
            <a:ext cx="10512552" cy="406654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0" kern="1200" cap="none" spc="0" dirty="0">
                <a:ln w="0"/>
                <a:solidFill>
                  <a:schemeClr val="tx1"/>
                </a:solidFill>
                <a:effectLst>
                  <a:outerShdw blurRad="38100" dist="19050" dir="2700000" algn="tl" rotWithShape="0">
                    <a:schemeClr val="dk1">
                      <a:alpha val="40000"/>
                    </a:schemeClr>
                  </a:outerShdw>
                </a:effectLst>
                <a:latin typeface="+mj-lt"/>
                <a:ea typeface="+mj-ea"/>
                <a:cs typeface="+mj-cs"/>
              </a:rPr>
              <a:t>Tools &amp; Lab Intro</a:t>
            </a:r>
          </a:p>
        </p:txBody>
      </p:sp>
      <p:sp>
        <p:nvSpPr>
          <p:cNvPr id="32"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4277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8D013-17A1-D602-1BF3-40B23DCE262A}"/>
              </a:ext>
            </a:extLst>
          </p:cNvPr>
          <p:cNvSpPr>
            <a:spLocks noGrp="1"/>
          </p:cNvSpPr>
          <p:nvPr>
            <p:ph type="title"/>
          </p:nvPr>
        </p:nvSpPr>
        <p:spPr/>
        <p:txBody>
          <a:bodyPr/>
          <a:lstStyle/>
          <a:p>
            <a:r>
              <a:rPr lang="en-US" b="1" dirty="0"/>
              <a:t>The Tool stack for this Course</a:t>
            </a:r>
            <a:endParaRPr lang="en-US" dirty="0"/>
          </a:p>
        </p:txBody>
      </p:sp>
      <p:graphicFrame>
        <p:nvGraphicFramePr>
          <p:cNvPr id="5" name="Content Placeholder 2">
            <a:extLst>
              <a:ext uri="{FF2B5EF4-FFF2-40B4-BE49-F238E27FC236}">
                <a16:creationId xmlns:a16="http://schemas.microsoft.com/office/drawing/2014/main" id="{9E4FD725-AE54-2A6B-1886-F9B7C3AFCA2B}"/>
              </a:ext>
            </a:extLst>
          </p:cNvPr>
          <p:cNvGraphicFramePr>
            <a:graphicFrameLocks noGrp="1"/>
          </p:cNvGraphicFramePr>
          <p:nvPr>
            <p:ph idx="1"/>
            <p:extLst>
              <p:ext uri="{D42A27DB-BD31-4B8C-83A1-F6EECF244321}">
                <p14:modId xmlns:p14="http://schemas.microsoft.com/office/powerpoint/2010/main" val="7158901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3018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lorful carved figures of humans">
            <a:extLst>
              <a:ext uri="{FF2B5EF4-FFF2-40B4-BE49-F238E27FC236}">
                <a16:creationId xmlns:a16="http://schemas.microsoft.com/office/drawing/2014/main" id="{EA43380D-9BA4-928A-20BB-AF3E092D1476}"/>
              </a:ext>
            </a:extLst>
          </p:cNvPr>
          <p:cNvPicPr>
            <a:picLocks noChangeAspect="1"/>
          </p:cNvPicPr>
          <p:nvPr/>
        </p:nvPicPr>
        <p:blipFill>
          <a:blip r:embed="rId2"/>
          <a:srcRect l="18487" r="18252" b="-1"/>
          <a:stretch>
            <a:fillRect/>
          </a:stretch>
        </p:blipFill>
        <p:spPr>
          <a:xfrm>
            <a:off x="6103027" y="10"/>
            <a:ext cx="6088971" cy="6857990"/>
          </a:xfrm>
          <a:prstGeom prst="rect">
            <a:avLst/>
          </a:prstGeom>
        </p:spPr>
      </p:pic>
      <p:sp useBgFill="1">
        <p:nvSpPr>
          <p:cNvPr id="16" name="Rectangle 15">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C5BC27-55AF-F88D-BC3F-DA3851F26C97}"/>
              </a:ext>
            </a:extLst>
          </p:cNvPr>
          <p:cNvSpPr>
            <a:spLocks noGrp="1"/>
          </p:cNvSpPr>
          <p:nvPr>
            <p:ph type="title"/>
          </p:nvPr>
        </p:nvSpPr>
        <p:spPr>
          <a:xfrm>
            <a:off x="761801" y="328512"/>
            <a:ext cx="4778387" cy="1628970"/>
          </a:xfrm>
        </p:spPr>
        <p:txBody>
          <a:bodyPr anchor="ctr">
            <a:normAutofit/>
          </a:bodyPr>
          <a:lstStyle/>
          <a:p>
            <a:r>
              <a:rPr lang="en-US" sz="4000" b="1" dirty="0"/>
              <a:t>Ethics First</a:t>
            </a:r>
            <a:endParaRPr lang="en-US" sz="4000" dirty="0"/>
          </a:p>
        </p:txBody>
      </p:sp>
      <p:sp>
        <p:nvSpPr>
          <p:cNvPr id="3" name="Content Placeholder 2">
            <a:extLst>
              <a:ext uri="{FF2B5EF4-FFF2-40B4-BE49-F238E27FC236}">
                <a16:creationId xmlns:a16="http://schemas.microsoft.com/office/drawing/2014/main" id="{E949E6A5-DFA1-3BF3-C692-42937E793DB1}"/>
              </a:ext>
            </a:extLst>
          </p:cNvPr>
          <p:cNvSpPr>
            <a:spLocks noGrp="1"/>
          </p:cNvSpPr>
          <p:nvPr>
            <p:ph idx="1"/>
          </p:nvPr>
        </p:nvSpPr>
        <p:spPr>
          <a:xfrm>
            <a:off x="761801" y="2884929"/>
            <a:ext cx="4659756" cy="3374137"/>
          </a:xfrm>
        </p:spPr>
        <p:txBody>
          <a:bodyPr anchor="ctr">
            <a:normAutofit/>
          </a:bodyPr>
          <a:lstStyle/>
          <a:p>
            <a:r>
              <a:rPr lang="en-US" sz="2000" b="1" dirty="0">
                <a:solidFill>
                  <a:srgbClr val="0070C0"/>
                </a:solidFill>
              </a:rPr>
              <a:t>Great Power = Great Responsibility</a:t>
            </a:r>
            <a:r>
              <a:rPr lang="en-US" sz="2000" b="1" dirty="0"/>
              <a:t>.</a:t>
            </a:r>
            <a:endParaRPr lang="en-US" sz="2000" dirty="0"/>
          </a:p>
          <a:p>
            <a:r>
              <a:rPr lang="en-US" sz="2400" b="1" dirty="0"/>
              <a:t>Bias:</a:t>
            </a:r>
            <a:r>
              <a:rPr lang="en-US" sz="2400" dirty="0"/>
              <a:t> Models learn from the internet. The internet is biased.</a:t>
            </a:r>
          </a:p>
          <a:p>
            <a:r>
              <a:rPr lang="en-US" sz="2400" b="1" dirty="0"/>
              <a:t>Hallucination:</a:t>
            </a:r>
            <a:r>
              <a:rPr lang="en-US" sz="2400" dirty="0"/>
              <a:t> Models can lie confidently.</a:t>
            </a:r>
          </a:p>
          <a:p>
            <a:r>
              <a:rPr lang="en-US" sz="2400" b="1" dirty="0"/>
              <a:t>Safety:</a:t>
            </a:r>
            <a:r>
              <a:rPr lang="en-US" sz="2400" dirty="0"/>
              <a:t> We will discuss how to prevent models from generating harmful content.</a:t>
            </a:r>
          </a:p>
          <a:p>
            <a:endParaRPr lang="en-US" sz="2000" dirty="0"/>
          </a:p>
        </p:txBody>
      </p:sp>
    </p:spTree>
    <p:extLst>
      <p:ext uri="{BB962C8B-B14F-4D97-AF65-F5344CB8AC3E}">
        <p14:creationId xmlns:p14="http://schemas.microsoft.com/office/powerpoint/2010/main" val="10904558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631C025-17CB-FF72-EEB9-833B538750F0}"/>
              </a:ext>
            </a:extLst>
          </p:cNvPr>
          <p:cNvSpPr>
            <a:spLocks noGrp="1"/>
          </p:cNvSpPr>
          <p:nvPr>
            <p:ph type="title"/>
          </p:nvPr>
        </p:nvSpPr>
        <p:spPr>
          <a:xfrm>
            <a:off x="1137036" y="548640"/>
            <a:ext cx="9543405" cy="1188720"/>
          </a:xfrm>
        </p:spPr>
        <p:txBody>
          <a:bodyPr>
            <a:normAutofit/>
          </a:bodyPr>
          <a:lstStyle/>
          <a:p>
            <a:r>
              <a:rPr lang="en-US" b="1" dirty="0">
                <a:solidFill>
                  <a:schemeClr val="tx1">
                    <a:lumMod val="85000"/>
                    <a:lumOff val="15000"/>
                  </a:schemeClr>
                </a:solidFill>
              </a:rPr>
              <a:t>Lab Preview: Today's Objective</a:t>
            </a:r>
            <a:endParaRPr lang="en-US"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14E91E73-3944-0B7B-237D-DB6059F30862}"/>
              </a:ext>
            </a:extLst>
          </p:cNvPr>
          <p:cNvSpPr>
            <a:spLocks noGrp="1"/>
          </p:cNvSpPr>
          <p:nvPr>
            <p:ph idx="1"/>
          </p:nvPr>
        </p:nvSpPr>
        <p:spPr>
          <a:xfrm>
            <a:off x="1589314" y="2192715"/>
            <a:ext cx="9013372" cy="3778181"/>
          </a:xfrm>
        </p:spPr>
        <p:txBody>
          <a:bodyPr anchor="ctr">
            <a:normAutofit/>
          </a:bodyPr>
          <a:lstStyle/>
          <a:p>
            <a:r>
              <a:rPr lang="en-US" b="1" dirty="0">
                <a:solidFill>
                  <a:schemeClr val="tx1">
                    <a:lumMod val="85000"/>
                    <a:lumOff val="15000"/>
                  </a:schemeClr>
                </a:solidFill>
              </a:rPr>
              <a:t>Goal 1: The "Wow" Factor.</a:t>
            </a:r>
            <a:endParaRPr lang="en-US" dirty="0">
              <a:solidFill>
                <a:schemeClr val="tx1">
                  <a:lumMod val="85000"/>
                  <a:lumOff val="15000"/>
                </a:schemeClr>
              </a:solidFill>
            </a:endParaRPr>
          </a:p>
          <a:p>
            <a:pPr lvl="1"/>
            <a:r>
              <a:rPr lang="en-US" sz="2800" dirty="0">
                <a:solidFill>
                  <a:schemeClr val="tx1">
                    <a:lumMod val="85000"/>
                    <a:lumOff val="15000"/>
                  </a:schemeClr>
                </a:solidFill>
              </a:rPr>
              <a:t>Download a Transformer model from Hugging Face.</a:t>
            </a:r>
          </a:p>
          <a:p>
            <a:pPr lvl="1"/>
            <a:r>
              <a:rPr lang="en-US" sz="2800" dirty="0">
                <a:solidFill>
                  <a:schemeClr val="tx1">
                    <a:lumMod val="85000"/>
                    <a:lumOff val="15000"/>
                  </a:schemeClr>
                </a:solidFill>
              </a:rPr>
              <a:t>Perform Sentiment Analysis and Translation in 3 lines of code.</a:t>
            </a:r>
          </a:p>
          <a:p>
            <a:r>
              <a:rPr lang="en-US" b="1" dirty="0">
                <a:solidFill>
                  <a:schemeClr val="tx1">
                    <a:lumMod val="85000"/>
                    <a:lumOff val="15000"/>
                  </a:schemeClr>
                </a:solidFill>
              </a:rPr>
              <a:t>Goal 2: The Mechanics.</a:t>
            </a:r>
            <a:endParaRPr lang="en-US" dirty="0">
              <a:solidFill>
                <a:schemeClr val="tx1">
                  <a:lumMod val="85000"/>
                  <a:lumOff val="15000"/>
                </a:schemeClr>
              </a:solidFill>
            </a:endParaRPr>
          </a:p>
          <a:p>
            <a:pPr lvl="1"/>
            <a:r>
              <a:rPr lang="en-US" sz="2800" dirty="0">
                <a:solidFill>
                  <a:schemeClr val="tx1">
                    <a:lumMod val="85000"/>
                    <a:lumOff val="15000"/>
                  </a:schemeClr>
                </a:solidFill>
              </a:rPr>
              <a:t>Use NLTK to break a sentence into "Tokens" (words).</a:t>
            </a:r>
          </a:p>
          <a:p>
            <a:pPr lvl="1"/>
            <a:r>
              <a:rPr lang="en-US" sz="2800" dirty="0">
                <a:solidFill>
                  <a:schemeClr val="tx1">
                    <a:lumMod val="85000"/>
                    <a:lumOff val="15000"/>
                  </a:schemeClr>
                </a:solidFill>
              </a:rPr>
              <a:t>Compare how an LLM sees text vs. how a human sees text.</a:t>
            </a:r>
          </a:p>
          <a:p>
            <a:endParaRPr lang="en-US" dirty="0">
              <a:solidFill>
                <a:schemeClr val="tx1">
                  <a:lumMod val="85000"/>
                  <a:lumOff val="15000"/>
                </a:schemeClr>
              </a:solidFill>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67215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6EC6F1-FFE5-984A-D25B-1414F2BA754A}"/>
              </a:ext>
            </a:extLst>
          </p:cNvPr>
          <p:cNvSpPr>
            <a:spLocks noGrp="1"/>
          </p:cNvSpPr>
          <p:nvPr>
            <p:ph type="title"/>
          </p:nvPr>
        </p:nvSpPr>
        <p:spPr>
          <a:xfrm>
            <a:off x="1629751" y="934327"/>
            <a:ext cx="8924392" cy="1058275"/>
          </a:xfrm>
        </p:spPr>
        <p:txBody>
          <a:bodyPr>
            <a:normAutofit/>
          </a:bodyPr>
          <a:lstStyle/>
          <a:p>
            <a:pPr algn="ctr"/>
            <a:r>
              <a:rPr lang="en-US" b="1" dirty="0"/>
              <a:t>Lab Setup</a:t>
            </a:r>
            <a:endParaRPr lang="en-US" dirty="0"/>
          </a:p>
        </p:txBody>
      </p:sp>
      <p:sp>
        <p:nvSpPr>
          <p:cNvPr id="10" name="Freeform: Shape 9">
            <a:extLst>
              <a:ext uri="{FF2B5EF4-FFF2-40B4-BE49-F238E27FC236}">
                <a16:creationId xmlns:a16="http://schemas.microsoft.com/office/drawing/2014/main" id="{6295B176-FA0E-4B6A-A190-5E2E82BEA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3813" y="2337807"/>
            <a:ext cx="9604374" cy="3585866"/>
          </a:xfrm>
          <a:custGeom>
            <a:avLst/>
            <a:gdLst>
              <a:gd name="connsiteX0" fmla="*/ 0 w 9604374"/>
              <a:gd name="connsiteY0" fmla="*/ 0 h 3585866"/>
              <a:gd name="connsiteX1" fmla="*/ 9604374 w 9604374"/>
              <a:gd name="connsiteY1" fmla="*/ 0 h 3585866"/>
              <a:gd name="connsiteX2" fmla="*/ 9604374 w 9604374"/>
              <a:gd name="connsiteY2" fmla="*/ 3095088 h 3585866"/>
              <a:gd name="connsiteX3" fmla="*/ 9591455 w 9604374"/>
              <a:gd name="connsiteY3" fmla="*/ 3097044 h 3585866"/>
              <a:gd name="connsiteX4" fmla="*/ 9285147 w 9604374"/>
              <a:gd name="connsiteY4" fmla="*/ 3164182 h 3585866"/>
              <a:gd name="connsiteX5" fmla="*/ 9114078 w 9604374"/>
              <a:gd name="connsiteY5" fmla="*/ 3164299 h 3585866"/>
              <a:gd name="connsiteX6" fmla="*/ 8999665 w 9604374"/>
              <a:gd name="connsiteY6" fmla="*/ 3157864 h 3585866"/>
              <a:gd name="connsiteX7" fmla="*/ 8925240 w 9604374"/>
              <a:gd name="connsiteY7" fmla="*/ 3152135 h 3585866"/>
              <a:gd name="connsiteX8" fmla="*/ 8868257 w 9604374"/>
              <a:gd name="connsiteY8" fmla="*/ 3146819 h 3585866"/>
              <a:gd name="connsiteX9" fmla="*/ 8792363 w 9604374"/>
              <a:gd name="connsiteY9" fmla="*/ 3146856 h 3585866"/>
              <a:gd name="connsiteX10" fmla="*/ 8668399 w 9604374"/>
              <a:gd name="connsiteY10" fmla="*/ 3196893 h 3585866"/>
              <a:gd name="connsiteX11" fmla="*/ 8474043 w 9604374"/>
              <a:gd name="connsiteY11" fmla="*/ 3240734 h 3585866"/>
              <a:gd name="connsiteX12" fmla="*/ 8317555 w 9604374"/>
              <a:gd name="connsiteY12" fmla="*/ 3247156 h 3585866"/>
              <a:gd name="connsiteX13" fmla="*/ 8280111 w 9604374"/>
              <a:gd name="connsiteY13" fmla="*/ 3255812 h 3585866"/>
              <a:gd name="connsiteX14" fmla="*/ 8096088 w 9604374"/>
              <a:gd name="connsiteY14" fmla="*/ 3253903 h 3585866"/>
              <a:gd name="connsiteX15" fmla="*/ 7825642 w 9604374"/>
              <a:gd name="connsiteY15" fmla="*/ 3271628 h 3585866"/>
              <a:gd name="connsiteX16" fmla="*/ 7531820 w 9604374"/>
              <a:gd name="connsiteY16" fmla="*/ 3252671 h 3585866"/>
              <a:gd name="connsiteX17" fmla="*/ 7193751 w 9604374"/>
              <a:gd name="connsiteY17" fmla="*/ 3245192 h 3585866"/>
              <a:gd name="connsiteX18" fmla="*/ 6976768 w 9604374"/>
              <a:gd name="connsiteY18" fmla="*/ 3238559 h 3585866"/>
              <a:gd name="connsiteX19" fmla="*/ 6756462 w 9604374"/>
              <a:gd name="connsiteY19" fmla="*/ 3273268 h 3585866"/>
              <a:gd name="connsiteX20" fmla="*/ 6512214 w 9604374"/>
              <a:gd name="connsiteY20" fmla="*/ 3298845 h 3585866"/>
              <a:gd name="connsiteX21" fmla="*/ 6289569 w 9604374"/>
              <a:gd name="connsiteY21" fmla="*/ 3301118 h 3585866"/>
              <a:gd name="connsiteX22" fmla="*/ 6157816 w 9604374"/>
              <a:gd name="connsiteY22" fmla="*/ 3308643 h 3585866"/>
              <a:gd name="connsiteX23" fmla="*/ 6110062 w 9604374"/>
              <a:gd name="connsiteY23" fmla="*/ 3321185 h 3585866"/>
              <a:gd name="connsiteX24" fmla="*/ 6041832 w 9604374"/>
              <a:gd name="connsiteY24" fmla="*/ 3332190 h 3585866"/>
              <a:gd name="connsiteX25" fmla="*/ 5923195 w 9604374"/>
              <a:gd name="connsiteY25" fmla="*/ 3359104 h 3585866"/>
              <a:gd name="connsiteX26" fmla="*/ 5770972 w 9604374"/>
              <a:gd name="connsiteY26" fmla="*/ 3369893 h 3585866"/>
              <a:gd name="connsiteX27" fmla="*/ 5632583 w 9604374"/>
              <a:gd name="connsiteY27" fmla="*/ 3357730 h 3585866"/>
              <a:gd name="connsiteX28" fmla="*/ 5539996 w 9604374"/>
              <a:gd name="connsiteY28" fmla="*/ 3352890 h 3585866"/>
              <a:gd name="connsiteX29" fmla="*/ 5315460 w 9604374"/>
              <a:gd name="connsiteY29" fmla="*/ 3350411 h 3585866"/>
              <a:gd name="connsiteX30" fmla="*/ 5072455 w 9604374"/>
              <a:gd name="connsiteY30" fmla="*/ 3338147 h 3585866"/>
              <a:gd name="connsiteX31" fmla="*/ 5016364 w 9604374"/>
              <a:gd name="connsiteY31" fmla="*/ 3348937 h 3585866"/>
              <a:gd name="connsiteX32" fmla="*/ 4922276 w 9604374"/>
              <a:gd name="connsiteY32" fmla="*/ 3366515 h 3585866"/>
              <a:gd name="connsiteX33" fmla="*/ 4856444 w 9604374"/>
              <a:gd name="connsiteY33" fmla="*/ 3399463 h 3585866"/>
              <a:gd name="connsiteX34" fmla="*/ 4775993 w 9604374"/>
              <a:gd name="connsiteY34" fmla="*/ 3406312 h 3585866"/>
              <a:gd name="connsiteX35" fmla="*/ 4667320 w 9604374"/>
              <a:gd name="connsiteY35" fmla="*/ 3397926 h 3585866"/>
              <a:gd name="connsiteX36" fmla="*/ 4540268 w 9604374"/>
              <a:gd name="connsiteY36" fmla="*/ 3424464 h 3585866"/>
              <a:gd name="connsiteX37" fmla="*/ 4465491 w 9604374"/>
              <a:gd name="connsiteY37" fmla="*/ 3433154 h 3585866"/>
              <a:gd name="connsiteX38" fmla="*/ 4262864 w 9604374"/>
              <a:gd name="connsiteY38" fmla="*/ 3464075 h 3585866"/>
              <a:gd name="connsiteX39" fmla="*/ 4175005 w 9604374"/>
              <a:gd name="connsiteY39" fmla="*/ 3493545 h 3585866"/>
              <a:gd name="connsiteX40" fmla="*/ 4030100 w 9604374"/>
              <a:gd name="connsiteY40" fmla="*/ 3514212 h 3585866"/>
              <a:gd name="connsiteX41" fmla="*/ 3926631 w 9604374"/>
              <a:gd name="connsiteY41" fmla="*/ 3525304 h 3585866"/>
              <a:gd name="connsiteX42" fmla="*/ 3897306 w 9604374"/>
              <a:gd name="connsiteY42" fmla="*/ 3547095 h 3585866"/>
              <a:gd name="connsiteX43" fmla="*/ 3896886 w 9604374"/>
              <a:gd name="connsiteY43" fmla="*/ 3547500 h 3585866"/>
              <a:gd name="connsiteX44" fmla="*/ 3834004 w 9604374"/>
              <a:gd name="connsiteY44" fmla="*/ 3550510 h 3585866"/>
              <a:gd name="connsiteX45" fmla="*/ 3696227 w 9604374"/>
              <a:gd name="connsiteY45" fmla="*/ 3574175 h 3585866"/>
              <a:gd name="connsiteX46" fmla="*/ 3652821 w 9604374"/>
              <a:gd name="connsiteY46" fmla="*/ 3580368 h 3585866"/>
              <a:gd name="connsiteX47" fmla="*/ 3629691 w 9604374"/>
              <a:gd name="connsiteY47" fmla="*/ 3585866 h 3585866"/>
              <a:gd name="connsiteX48" fmla="*/ 3595018 w 9604374"/>
              <a:gd name="connsiteY48" fmla="*/ 3571623 h 3585866"/>
              <a:gd name="connsiteX49" fmla="*/ 3551656 w 9604374"/>
              <a:gd name="connsiteY49" fmla="*/ 3577800 h 3585866"/>
              <a:gd name="connsiteX50" fmla="*/ 3541558 w 9604374"/>
              <a:gd name="connsiteY50" fmla="*/ 3579797 h 3585866"/>
              <a:gd name="connsiteX51" fmla="*/ 3465708 w 9604374"/>
              <a:gd name="connsiteY51" fmla="*/ 3565931 h 3585866"/>
              <a:gd name="connsiteX52" fmla="*/ 3458313 w 9604374"/>
              <a:gd name="connsiteY52" fmla="*/ 3560366 h 3585866"/>
              <a:gd name="connsiteX53" fmla="*/ 3420278 w 9604374"/>
              <a:gd name="connsiteY53" fmla="*/ 3557947 h 3585866"/>
              <a:gd name="connsiteX54" fmla="*/ 3415952 w 9604374"/>
              <a:gd name="connsiteY54" fmla="*/ 3559424 h 3585866"/>
              <a:gd name="connsiteX55" fmla="*/ 3384432 w 9604374"/>
              <a:gd name="connsiteY55" fmla="*/ 3550905 h 3585866"/>
              <a:gd name="connsiteX56" fmla="*/ 3258039 w 9604374"/>
              <a:gd name="connsiteY56" fmla="*/ 3535884 h 3585866"/>
              <a:gd name="connsiteX57" fmla="*/ 3015008 w 9604374"/>
              <a:gd name="connsiteY57" fmla="*/ 3528000 h 3585866"/>
              <a:gd name="connsiteX58" fmla="*/ 2761910 w 9604374"/>
              <a:gd name="connsiteY58" fmla="*/ 3505496 h 3585866"/>
              <a:gd name="connsiteX59" fmla="*/ 2521923 w 9604374"/>
              <a:gd name="connsiteY59" fmla="*/ 3514208 h 3585866"/>
              <a:gd name="connsiteX60" fmla="*/ 2085894 w 9604374"/>
              <a:gd name="connsiteY60" fmla="*/ 3490122 h 3585866"/>
              <a:gd name="connsiteX61" fmla="*/ 1936305 w 9604374"/>
              <a:gd name="connsiteY61" fmla="*/ 3487966 h 3585866"/>
              <a:gd name="connsiteX62" fmla="*/ 1836080 w 9604374"/>
              <a:gd name="connsiteY62" fmla="*/ 3487150 h 3585866"/>
              <a:gd name="connsiteX63" fmla="*/ 1829133 w 9604374"/>
              <a:gd name="connsiteY63" fmla="*/ 3489437 h 3585866"/>
              <a:gd name="connsiteX64" fmla="*/ 1801140 w 9604374"/>
              <a:gd name="connsiteY64" fmla="*/ 3490787 h 3585866"/>
              <a:gd name="connsiteX65" fmla="*/ 1793476 w 9604374"/>
              <a:gd name="connsiteY65" fmla="*/ 3500921 h 3585866"/>
              <a:gd name="connsiteX66" fmla="*/ 1699923 w 9604374"/>
              <a:gd name="connsiteY66" fmla="*/ 3509706 h 3585866"/>
              <a:gd name="connsiteX67" fmla="*/ 1474760 w 9604374"/>
              <a:gd name="connsiteY67" fmla="*/ 3513685 h 3585866"/>
              <a:gd name="connsiteX68" fmla="*/ 1308130 w 9604374"/>
              <a:gd name="connsiteY68" fmla="*/ 3496703 h 3585866"/>
              <a:gd name="connsiteX69" fmla="*/ 1252381 w 9604374"/>
              <a:gd name="connsiteY69" fmla="*/ 3506093 h 3585866"/>
              <a:gd name="connsiteX70" fmla="*/ 1174550 w 9604374"/>
              <a:gd name="connsiteY70" fmla="*/ 3512642 h 3585866"/>
              <a:gd name="connsiteX71" fmla="*/ 924455 w 9604374"/>
              <a:gd name="connsiteY71" fmla="*/ 3507283 h 3585866"/>
              <a:gd name="connsiteX72" fmla="*/ 718373 w 9604374"/>
              <a:gd name="connsiteY72" fmla="*/ 3511753 h 3585866"/>
              <a:gd name="connsiteX73" fmla="*/ 600444 w 9604374"/>
              <a:gd name="connsiteY73" fmla="*/ 3520899 h 3585866"/>
              <a:gd name="connsiteX74" fmla="*/ 351173 w 9604374"/>
              <a:gd name="connsiteY74" fmla="*/ 3495843 h 3585866"/>
              <a:gd name="connsiteX75" fmla="*/ 108372 w 9604374"/>
              <a:gd name="connsiteY75" fmla="*/ 3484386 h 3585866"/>
              <a:gd name="connsiteX76" fmla="*/ 6467 w 9604374"/>
              <a:gd name="connsiteY76" fmla="*/ 3476532 h 3585866"/>
              <a:gd name="connsiteX77" fmla="*/ 0 w 9604374"/>
              <a:gd name="connsiteY77" fmla="*/ 3475412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6">
            <a:extLst>
              <a:ext uri="{FF2B5EF4-FFF2-40B4-BE49-F238E27FC236}">
                <a16:creationId xmlns:a16="http://schemas.microsoft.com/office/drawing/2014/main" id="{48F779DE-4744-42D6-9C74-33EC9446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2190741"/>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32DC3F7-9DF3-2651-7E08-F335B25AAD81}"/>
              </a:ext>
            </a:extLst>
          </p:cNvPr>
          <p:cNvSpPr>
            <a:spLocks noGrp="1"/>
          </p:cNvSpPr>
          <p:nvPr>
            <p:ph idx="1"/>
          </p:nvPr>
        </p:nvSpPr>
        <p:spPr>
          <a:xfrm>
            <a:off x="1941207" y="2752316"/>
            <a:ext cx="8309586" cy="2756848"/>
          </a:xfrm>
        </p:spPr>
        <p:txBody>
          <a:bodyPr>
            <a:normAutofit fontScale="92500" lnSpcReduction="10000"/>
          </a:bodyPr>
          <a:lstStyle/>
          <a:p>
            <a:r>
              <a:rPr lang="en-US" b="1" dirty="0"/>
              <a:t>Environment:</a:t>
            </a:r>
            <a:r>
              <a:rPr lang="en-US" dirty="0"/>
              <a:t> Google Colab (Cloud) or Local Jupyter Notebook.</a:t>
            </a:r>
          </a:p>
          <a:p>
            <a:r>
              <a:rPr lang="en-US" b="1" dirty="0"/>
              <a:t>Account:</a:t>
            </a:r>
            <a:r>
              <a:rPr lang="en-US" dirty="0"/>
              <a:t> Sign up for Hugging Face (it's free).</a:t>
            </a:r>
          </a:p>
          <a:p>
            <a:r>
              <a:rPr lang="en-US" b="1" dirty="0"/>
              <a:t>Library Installation:</a:t>
            </a:r>
            <a:endParaRPr lang="en-US" dirty="0"/>
          </a:p>
          <a:p>
            <a:pPr lvl="1"/>
            <a:r>
              <a:rPr lang="en-US" sz="2800" dirty="0"/>
              <a:t>pip install transformers</a:t>
            </a:r>
          </a:p>
          <a:p>
            <a:pPr lvl="1"/>
            <a:r>
              <a:rPr lang="en-US" sz="2800" dirty="0"/>
              <a:t>pip install </a:t>
            </a:r>
            <a:r>
              <a:rPr lang="en-US" sz="2800" dirty="0" err="1"/>
              <a:t>nltk</a:t>
            </a:r>
            <a:endParaRPr lang="en-US" sz="2800" dirty="0"/>
          </a:p>
          <a:p>
            <a:pPr lvl="1"/>
            <a:r>
              <a:rPr lang="en-US" sz="2800" dirty="0"/>
              <a:t>pip install spacy</a:t>
            </a:r>
          </a:p>
          <a:p>
            <a:endParaRPr lang="en-US" dirty="0"/>
          </a:p>
        </p:txBody>
      </p:sp>
    </p:spTree>
    <p:extLst>
      <p:ext uri="{BB962C8B-B14F-4D97-AF65-F5344CB8AC3E}">
        <p14:creationId xmlns:p14="http://schemas.microsoft.com/office/powerpoint/2010/main" val="2333362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5"/>
            <a:ext cx="12193149"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3B06468-7E12-23CF-1C69-9FF7F5D578E4}"/>
              </a:ext>
            </a:extLst>
          </p:cNvPr>
          <p:cNvSpPr>
            <a:spLocks noGrp="1"/>
          </p:cNvSpPr>
          <p:nvPr>
            <p:ph type="title"/>
          </p:nvPr>
        </p:nvSpPr>
        <p:spPr>
          <a:xfrm>
            <a:off x="1137036" y="548640"/>
            <a:ext cx="9916632" cy="1188720"/>
          </a:xfrm>
        </p:spPr>
        <p:txBody>
          <a:bodyPr>
            <a:normAutofit/>
          </a:bodyPr>
          <a:lstStyle/>
          <a:p>
            <a:r>
              <a:rPr lang="en-US" b="1">
                <a:solidFill>
                  <a:schemeClr val="tx1">
                    <a:lumMod val="85000"/>
                    <a:lumOff val="15000"/>
                  </a:schemeClr>
                </a:solidFill>
              </a:rPr>
              <a:t>Example: The Hugging Face "Pipeline"</a:t>
            </a:r>
            <a:endParaRPr lang="en-US">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0794A63E-C59A-77A5-7D87-D8DFA64AE6DA}"/>
              </a:ext>
            </a:extLst>
          </p:cNvPr>
          <p:cNvSpPr>
            <a:spLocks noGrp="1"/>
          </p:cNvSpPr>
          <p:nvPr>
            <p:ph idx="1"/>
          </p:nvPr>
        </p:nvSpPr>
        <p:spPr>
          <a:xfrm>
            <a:off x="1957987" y="2431767"/>
            <a:ext cx="8276026" cy="3685156"/>
          </a:xfrm>
        </p:spPr>
        <p:txBody>
          <a:bodyPr anchor="ctr">
            <a:normAutofit/>
          </a:bodyPr>
          <a:lstStyle/>
          <a:p>
            <a:pPr marL="0" indent="0">
              <a:buNone/>
            </a:pPr>
            <a:r>
              <a:rPr lang="en-US" dirty="0">
                <a:solidFill>
                  <a:schemeClr val="tx1">
                    <a:lumMod val="85000"/>
                    <a:lumOff val="15000"/>
                  </a:schemeClr>
                </a:solidFill>
              </a:rPr>
              <a:t>from transformers import pipeline</a:t>
            </a:r>
          </a:p>
          <a:p>
            <a:pPr marL="0" indent="0">
              <a:buNone/>
            </a:pPr>
            <a:endParaRPr lang="en-US" dirty="0">
              <a:solidFill>
                <a:schemeClr val="tx1">
                  <a:lumMod val="85000"/>
                  <a:lumOff val="15000"/>
                </a:schemeClr>
              </a:solidFill>
            </a:endParaRPr>
          </a:p>
          <a:p>
            <a:pPr marL="0" indent="0">
              <a:buNone/>
            </a:pPr>
            <a:r>
              <a:rPr lang="en-US" dirty="0">
                <a:solidFill>
                  <a:schemeClr val="tx1">
                    <a:lumMod val="85000"/>
                    <a:lumOff val="15000"/>
                  </a:schemeClr>
                </a:solidFill>
              </a:rPr>
              <a:t>classifier = pipeline("sentiment-analysis")</a:t>
            </a:r>
          </a:p>
          <a:p>
            <a:pPr marL="0" indent="0">
              <a:buNone/>
            </a:pPr>
            <a:r>
              <a:rPr lang="en-US" dirty="0">
                <a:solidFill>
                  <a:schemeClr val="tx1">
                    <a:lumMod val="85000"/>
                    <a:lumOff val="15000"/>
                  </a:schemeClr>
                </a:solidFill>
              </a:rPr>
              <a:t>result = classifier("I love studying AI and NLP in 2025!")</a:t>
            </a:r>
          </a:p>
          <a:p>
            <a:pPr marL="0" indent="0">
              <a:buNone/>
            </a:pPr>
            <a:r>
              <a:rPr lang="en-US" dirty="0">
                <a:solidFill>
                  <a:schemeClr val="tx1">
                    <a:lumMod val="85000"/>
                    <a:lumOff val="15000"/>
                  </a:schemeClr>
                </a:solidFill>
              </a:rPr>
              <a:t>print(result)</a:t>
            </a:r>
          </a:p>
          <a:p>
            <a:pPr marL="0" indent="0">
              <a:buNone/>
            </a:pPr>
            <a:r>
              <a:rPr lang="en-US" dirty="0">
                <a:solidFill>
                  <a:schemeClr val="tx1">
                    <a:lumMod val="85000"/>
                    <a:lumOff val="15000"/>
                  </a:schemeClr>
                </a:solidFill>
              </a:rPr>
              <a:t># Output: [{'label': 'POSITIVE', 'score': 0.99}]</a:t>
            </a:r>
          </a:p>
          <a:p>
            <a:endParaRPr lang="en-US" dirty="0">
              <a:solidFill>
                <a:schemeClr val="tx1">
                  <a:lumMod val="85000"/>
                  <a:lumOff val="15000"/>
                </a:schemeClr>
              </a:solidFill>
            </a:endParaRPr>
          </a:p>
        </p:txBody>
      </p:sp>
    </p:spTree>
    <p:extLst>
      <p:ext uri="{BB962C8B-B14F-4D97-AF65-F5344CB8AC3E}">
        <p14:creationId xmlns:p14="http://schemas.microsoft.com/office/powerpoint/2010/main" val="27272187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948E5E38-C7C8-653E-770B-36B6108D2CE1}"/>
              </a:ext>
            </a:extLst>
          </p:cNvPr>
          <p:cNvSpPr>
            <a:spLocks noGrp="1"/>
          </p:cNvSpPr>
          <p:nvPr>
            <p:ph type="title"/>
          </p:nvPr>
        </p:nvSpPr>
        <p:spPr>
          <a:xfrm>
            <a:off x="479394" y="1070800"/>
            <a:ext cx="3939688" cy="5583126"/>
          </a:xfrm>
        </p:spPr>
        <p:txBody>
          <a:bodyPr>
            <a:normAutofit/>
          </a:bodyPr>
          <a:lstStyle/>
          <a:p>
            <a:pPr algn="r"/>
            <a:r>
              <a:rPr lang="en-US" sz="8000" b="1"/>
              <a:t> Before Next Week</a:t>
            </a:r>
            <a:endParaRPr lang="en-US" sz="8000"/>
          </a:p>
        </p:txBody>
      </p:sp>
      <p:cxnSp>
        <p:nvCxnSpPr>
          <p:cNvPr id="20" name="Straight Connector 19">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4" name="Content Placeholder 2">
            <a:extLst>
              <a:ext uri="{FF2B5EF4-FFF2-40B4-BE49-F238E27FC236}">
                <a16:creationId xmlns:a16="http://schemas.microsoft.com/office/drawing/2014/main" id="{EA25EB25-3B73-F165-B56D-8BEEBBB4A56B}"/>
              </a:ext>
            </a:extLst>
          </p:cNvPr>
          <p:cNvGraphicFramePr>
            <a:graphicFrameLocks noGrp="1"/>
          </p:cNvGraphicFramePr>
          <p:nvPr>
            <p:ph idx="1"/>
            <p:extLst>
              <p:ext uri="{D42A27DB-BD31-4B8C-83A1-F6EECF244321}">
                <p14:modId xmlns:p14="http://schemas.microsoft.com/office/powerpoint/2010/main" val="350368148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911782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DC0EC46-2230-4728-856D-F35311121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8" y="643467"/>
            <a:ext cx="10905066" cy="5562249"/>
          </a:xfrm>
          <a:custGeom>
            <a:avLst/>
            <a:gdLst>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8506 w 11243827"/>
              <a:gd name="connsiteY105" fmla="*/ 5632788 h 5641173"/>
              <a:gd name="connsiteX106" fmla="*/ 7912803 w 11243827"/>
              <a:gd name="connsiteY106" fmla="*/ 5629702 h 5641173"/>
              <a:gd name="connsiteX107" fmla="*/ 7890915 w 11243827"/>
              <a:gd name="connsiteY107" fmla="*/ 5612272 h 5641173"/>
              <a:gd name="connsiteX108" fmla="*/ 7727691 w 11243827"/>
              <a:gd name="connsiteY108" fmla="*/ 5621064 h 5641173"/>
              <a:gd name="connsiteX109" fmla="*/ 7685998 w 11243827"/>
              <a:gd name="connsiteY109" fmla="*/ 5615564 h 5641173"/>
              <a:gd name="connsiteX110" fmla="*/ 7649302 w 11243827"/>
              <a:gd name="connsiteY110" fmla="*/ 5626541 h 5641173"/>
              <a:gd name="connsiteX111" fmla="*/ 7634083 w 11243827"/>
              <a:gd name="connsiteY111" fmla="*/ 5620862 h 5641173"/>
              <a:gd name="connsiteX112" fmla="*/ 7631455 w 11243827"/>
              <a:gd name="connsiteY112" fmla="*/ 5619708 h 5641173"/>
              <a:gd name="connsiteX113" fmla="*/ 7620952 w 11243827"/>
              <a:gd name="connsiteY113" fmla="*/ 5618872 h 5641173"/>
              <a:gd name="connsiteX114" fmla="*/ 7617992 w 11243827"/>
              <a:gd name="connsiteY114" fmla="*/ 5613914 h 5641173"/>
              <a:gd name="connsiteX115" fmla="*/ 7602182 w 11243827"/>
              <a:gd name="connsiteY115" fmla="*/ 5609271 h 5641173"/>
              <a:gd name="connsiteX116" fmla="*/ 7582847 w 11243827"/>
              <a:gd name="connsiteY116" fmla="*/ 5609047 h 5641173"/>
              <a:gd name="connsiteX117" fmla="*/ 7514158 w 11243827"/>
              <a:gd name="connsiteY117" fmla="*/ 5607737 h 5641173"/>
              <a:gd name="connsiteX118" fmla="*/ 7502955 w 11243827"/>
              <a:gd name="connsiteY118" fmla="*/ 5610415 h 5641173"/>
              <a:gd name="connsiteX119" fmla="*/ 7466391 w 11243827"/>
              <a:gd name="connsiteY119" fmla="*/ 5605949 h 5641173"/>
              <a:gd name="connsiteX120" fmla="*/ 7433806 w 11243827"/>
              <a:gd name="connsiteY120" fmla="*/ 5604945 h 5641173"/>
              <a:gd name="connsiteX121" fmla="*/ 7412693 w 11243827"/>
              <a:gd name="connsiteY121" fmla="*/ 5607075 h 5641173"/>
              <a:gd name="connsiteX122" fmla="*/ 7407159 w 11243827"/>
              <a:gd name="connsiteY122" fmla="*/ 5605310 h 5641173"/>
              <a:gd name="connsiteX123" fmla="*/ 7385900 w 11243827"/>
              <a:gd name="connsiteY123" fmla="*/ 5604171 h 5641173"/>
              <a:gd name="connsiteX124" fmla="*/ 7375071 w 11243827"/>
              <a:gd name="connsiteY124" fmla="*/ 5606788 h 5641173"/>
              <a:gd name="connsiteX125" fmla="*/ 7364382 w 11243827"/>
              <a:gd name="connsiteY125" fmla="*/ 5600762 h 5641173"/>
              <a:gd name="connsiteX126" fmla="*/ 7361770 w 11243827"/>
              <a:gd name="connsiteY126" fmla="*/ 5596347 h 5641173"/>
              <a:gd name="connsiteX127" fmla="*/ 7346641 w 11243827"/>
              <a:gd name="connsiteY127" fmla="*/ 5598329 h 5641173"/>
              <a:gd name="connsiteX128" fmla="*/ 7334238 w 11243827"/>
              <a:gd name="connsiteY128" fmla="*/ 5594014 h 5641173"/>
              <a:gd name="connsiteX129" fmla="*/ 7323426 w 11243827"/>
              <a:gd name="connsiteY129" fmla="*/ 5596835 h 5641173"/>
              <a:gd name="connsiteX130" fmla="*/ 7318938 w 11243827"/>
              <a:gd name="connsiteY130" fmla="*/ 5596200 h 5641173"/>
              <a:gd name="connsiteX131" fmla="*/ 7307784 w 11243827"/>
              <a:gd name="connsiteY131" fmla="*/ 5594065 h 5641173"/>
              <a:gd name="connsiteX132" fmla="*/ 7288540 w 11243827"/>
              <a:gd name="connsiteY132" fmla="*/ 5589320 h 5641173"/>
              <a:gd name="connsiteX133" fmla="*/ 7282537 w 11243827"/>
              <a:gd name="connsiteY133" fmla="*/ 5588660 h 5641173"/>
              <a:gd name="connsiteX134" fmla="*/ 7269466 w 11243827"/>
              <a:gd name="connsiteY134" fmla="*/ 5581404 h 5641173"/>
              <a:gd name="connsiteX135" fmla="*/ 7244165 w 11243827"/>
              <a:gd name="connsiteY135" fmla="*/ 5575200 h 5641173"/>
              <a:gd name="connsiteX136" fmla="*/ 7199619 w 11243827"/>
              <a:gd name="connsiteY136" fmla="*/ 5553550 h 5641173"/>
              <a:gd name="connsiteX137" fmla="*/ 7173434 w 11243827"/>
              <a:gd name="connsiteY137" fmla="*/ 5543219 h 5641173"/>
              <a:gd name="connsiteX138" fmla="*/ 7155718 w 11243827"/>
              <a:gd name="connsiteY138" fmla="*/ 5533697 h 5641173"/>
              <a:gd name="connsiteX139" fmla="*/ 7103430 w 11243827"/>
              <a:gd name="connsiteY139" fmla="*/ 5520249 h 5641173"/>
              <a:gd name="connsiteX140" fmla="*/ 7013746 w 11243827"/>
              <a:gd name="connsiteY140" fmla="*/ 5502470 h 5641173"/>
              <a:gd name="connsiteX141" fmla="*/ 6995379 w 11243827"/>
              <a:gd name="connsiteY141" fmla="*/ 5497693 h 5641173"/>
              <a:gd name="connsiteX142" fmla="*/ 6982475 w 11243827"/>
              <a:gd name="connsiteY142" fmla="*/ 5489641 h 5641173"/>
              <a:gd name="connsiteX143" fmla="*/ 6981994 w 11243827"/>
              <a:gd name="connsiteY143" fmla="*/ 5484335 h 5641173"/>
              <a:gd name="connsiteX144" fmla="*/ 6972355 w 11243827"/>
              <a:gd name="connsiteY144" fmla="*/ 5481074 h 5641173"/>
              <a:gd name="connsiteX145" fmla="*/ 6970394 w 11243827"/>
              <a:gd name="connsiteY145" fmla="*/ 5479383 h 5641173"/>
              <a:gd name="connsiteX146" fmla="*/ 6958543 w 11243827"/>
              <a:gd name="connsiteY146" fmla="*/ 5470507 h 5641173"/>
              <a:gd name="connsiteX147" fmla="*/ 6918276 w 11243827"/>
              <a:gd name="connsiteY147" fmla="*/ 5472034 h 5641173"/>
              <a:gd name="connsiteX148" fmla="*/ 6881046 w 11243827"/>
              <a:gd name="connsiteY148" fmla="*/ 5457070 h 5641173"/>
              <a:gd name="connsiteX149" fmla="*/ 6720917 w 11243827"/>
              <a:gd name="connsiteY149" fmla="*/ 5426664 h 5641173"/>
              <a:gd name="connsiteX150" fmla="*/ 6724964 w 11243827"/>
              <a:gd name="connsiteY150" fmla="*/ 5414071 h 5641173"/>
              <a:gd name="connsiteX151" fmla="*/ 6717823 w 11243827"/>
              <a:gd name="connsiteY151" fmla="*/ 5410317 h 5641173"/>
              <a:gd name="connsiteX152" fmla="*/ 6660723 w 11243827"/>
              <a:gd name="connsiteY152" fmla="*/ 5408304 h 5641173"/>
              <a:gd name="connsiteX153" fmla="*/ 6532914 w 11243827"/>
              <a:gd name="connsiteY153" fmla="*/ 5431205 h 5641173"/>
              <a:gd name="connsiteX154" fmla="*/ 6317327 w 11243827"/>
              <a:gd name="connsiteY154" fmla="*/ 5481889 h 5641173"/>
              <a:gd name="connsiteX155" fmla="*/ 6196243 w 11243827"/>
              <a:gd name="connsiteY155" fmla="*/ 5515042 h 5641173"/>
              <a:gd name="connsiteX156" fmla="*/ 6099124 w 11243827"/>
              <a:gd name="connsiteY156" fmla="*/ 5516848 h 5641173"/>
              <a:gd name="connsiteX157" fmla="*/ 6016077 w 11243827"/>
              <a:gd name="connsiteY157" fmla="*/ 5528642 h 5641173"/>
              <a:gd name="connsiteX158" fmla="*/ 6004389 w 11243827"/>
              <a:gd name="connsiteY158" fmla="*/ 5531206 h 5641173"/>
              <a:gd name="connsiteX159" fmla="*/ 5933945 w 11243827"/>
              <a:gd name="connsiteY159" fmla="*/ 5538840 h 5641173"/>
              <a:gd name="connsiteX160" fmla="*/ 5883936 w 11243827"/>
              <a:gd name="connsiteY160" fmla="*/ 5553807 h 5641173"/>
              <a:gd name="connsiteX161" fmla="*/ 5798331 w 11243827"/>
              <a:gd name="connsiteY161" fmla="*/ 5564248 h 5641173"/>
              <a:gd name="connsiteX162" fmla="*/ 5712738 w 11243827"/>
              <a:gd name="connsiteY162" fmla="*/ 5573120 h 5641173"/>
              <a:gd name="connsiteX163" fmla="*/ 5681342 w 11243827"/>
              <a:gd name="connsiteY163" fmla="*/ 5575621 h 5641173"/>
              <a:gd name="connsiteX164" fmla="*/ 5627167 w 11243827"/>
              <a:gd name="connsiteY164" fmla="*/ 5583215 h 5641173"/>
              <a:gd name="connsiteX165" fmla="*/ 5591414 w 11243827"/>
              <a:gd name="connsiteY165" fmla="*/ 5587695 h 5641173"/>
              <a:gd name="connsiteX166" fmla="*/ 5583028 w 11243827"/>
              <a:gd name="connsiteY166" fmla="*/ 5580877 h 5641173"/>
              <a:gd name="connsiteX167" fmla="*/ 5549426 w 11243827"/>
              <a:gd name="connsiteY167" fmla="*/ 5582858 h 5641173"/>
              <a:gd name="connsiteX168" fmla="*/ 5519999 w 11243827"/>
              <a:gd name="connsiteY168" fmla="*/ 5592246 h 5641173"/>
              <a:gd name="connsiteX169" fmla="*/ 5480028 w 11243827"/>
              <a:gd name="connsiteY169" fmla="*/ 5597282 h 5641173"/>
              <a:gd name="connsiteX170" fmla="*/ 5456175 w 11243827"/>
              <a:gd name="connsiteY170" fmla="*/ 5600371 h 5641173"/>
              <a:gd name="connsiteX171" fmla="*/ 5388463 w 11243827"/>
              <a:gd name="connsiteY171" fmla="*/ 5602638 h 5641173"/>
              <a:gd name="connsiteX172" fmla="*/ 5265898 w 11243827"/>
              <a:gd name="connsiteY172" fmla="*/ 5591830 h 5641173"/>
              <a:gd name="connsiteX173" fmla="*/ 5231231 w 11243827"/>
              <a:gd name="connsiteY173" fmla="*/ 5592790 h 5641173"/>
              <a:gd name="connsiteX174" fmla="*/ 5226996 w 11243827"/>
              <a:gd name="connsiteY174" fmla="*/ 5595040 h 5641173"/>
              <a:gd name="connsiteX175" fmla="*/ 5175988 w 11243827"/>
              <a:gd name="connsiteY175" fmla="*/ 5588131 h 5641173"/>
              <a:gd name="connsiteX176" fmla="*/ 5107470 w 11243827"/>
              <a:gd name="connsiteY176" fmla="*/ 5594771 h 5641173"/>
              <a:gd name="connsiteX177" fmla="*/ 5027868 w 11243827"/>
              <a:gd name="connsiteY177" fmla="*/ 5605624 h 5641173"/>
              <a:gd name="connsiteX178" fmla="*/ 5007324 w 11243827"/>
              <a:gd name="connsiteY178" fmla="*/ 5609209 h 5641173"/>
              <a:gd name="connsiteX179" fmla="*/ 4952559 w 11243827"/>
              <a:gd name="connsiteY179" fmla="*/ 5611402 h 5641173"/>
              <a:gd name="connsiteX180" fmla="*/ 4826081 w 11243827"/>
              <a:gd name="connsiteY180" fmla="*/ 5616191 h 5641173"/>
              <a:gd name="connsiteX181" fmla="*/ 4823501 w 11243827"/>
              <a:gd name="connsiteY181" fmla="*/ 5619174 h 5641173"/>
              <a:gd name="connsiteX182" fmla="*/ 4813093 w 11243827"/>
              <a:gd name="connsiteY182" fmla="*/ 5620026 h 5641173"/>
              <a:gd name="connsiteX183" fmla="*/ 4810563 w 11243827"/>
              <a:gd name="connsiteY183" fmla="*/ 5620787 h 5641173"/>
              <a:gd name="connsiteX184" fmla="*/ 4795818 w 11243827"/>
              <a:gd name="connsiteY184" fmla="*/ 5624618 h 5641173"/>
              <a:gd name="connsiteX185" fmla="*/ 4758404 w 11243827"/>
              <a:gd name="connsiteY185" fmla="*/ 5619510 h 5641173"/>
              <a:gd name="connsiteX186" fmla="*/ 4717254 w 11243827"/>
              <a:gd name="connsiteY186" fmla="*/ 5624155 h 5641173"/>
              <a:gd name="connsiteX187" fmla="*/ 4591958 w 11243827"/>
              <a:gd name="connsiteY187" fmla="*/ 5624710 h 5641173"/>
              <a:gd name="connsiteX188" fmla="*/ 4476215 w 11243827"/>
              <a:gd name="connsiteY188" fmla="*/ 5628210 h 5641173"/>
              <a:gd name="connsiteX189" fmla="*/ 4425193 w 11243827"/>
              <a:gd name="connsiteY189" fmla="*/ 5627414 h 5641173"/>
              <a:gd name="connsiteX190" fmla="*/ 4383866 w 11243827"/>
              <a:gd name="connsiteY190" fmla="*/ 5626546 h 5641173"/>
              <a:gd name="connsiteX191" fmla="*/ 4385596 w 11243827"/>
              <a:gd name="connsiteY191" fmla="*/ 5634646 h 5641173"/>
              <a:gd name="connsiteX192" fmla="*/ 4360864 w 11243827"/>
              <a:gd name="connsiteY192" fmla="*/ 5641173 h 5641173"/>
              <a:gd name="connsiteX193" fmla="*/ 4328321 w 11243827"/>
              <a:gd name="connsiteY193" fmla="*/ 5626332 h 5641173"/>
              <a:gd name="connsiteX194" fmla="*/ 4309842 w 11243827"/>
              <a:gd name="connsiteY194" fmla="*/ 5626471 h 5641173"/>
              <a:gd name="connsiteX195" fmla="*/ 4277424 w 11243827"/>
              <a:gd name="connsiteY195" fmla="*/ 5631598 h 5641173"/>
              <a:gd name="connsiteX196" fmla="*/ 4266627 w 11243827"/>
              <a:gd name="connsiteY196" fmla="*/ 5633969 h 5641173"/>
              <a:gd name="connsiteX197" fmla="*/ 4185525 w 11243827"/>
              <a:gd name="connsiteY197" fmla="*/ 5617508 h 5641173"/>
              <a:gd name="connsiteX198" fmla="*/ 4177617 w 11243827"/>
              <a:gd name="connsiteY198" fmla="*/ 5610903 h 5641173"/>
              <a:gd name="connsiteX199" fmla="*/ 4136948 w 11243827"/>
              <a:gd name="connsiteY199" fmla="*/ 5608031 h 5641173"/>
              <a:gd name="connsiteX200" fmla="*/ 4132323 w 11243827"/>
              <a:gd name="connsiteY200" fmla="*/ 5609784 h 5641173"/>
              <a:gd name="connsiteX201" fmla="*/ 4098620 w 11243827"/>
              <a:gd name="connsiteY201" fmla="*/ 5599672 h 5641173"/>
              <a:gd name="connsiteX202" fmla="*/ 3963475 w 11243827"/>
              <a:gd name="connsiteY202" fmla="*/ 5581841 h 5641173"/>
              <a:gd name="connsiteX203" fmla="*/ 3703613 w 11243827"/>
              <a:gd name="connsiteY203" fmla="*/ 5572482 h 5641173"/>
              <a:gd name="connsiteX204" fmla="*/ 3432987 w 11243827"/>
              <a:gd name="connsiteY204" fmla="*/ 5545768 h 5641173"/>
              <a:gd name="connsiteX205" fmla="*/ 3176381 w 11243827"/>
              <a:gd name="connsiteY205" fmla="*/ 5556110 h 5641173"/>
              <a:gd name="connsiteX206" fmla="*/ 2710156 w 11243827"/>
              <a:gd name="connsiteY206" fmla="*/ 5527517 h 5641173"/>
              <a:gd name="connsiteX207" fmla="*/ 2550206 w 11243827"/>
              <a:gd name="connsiteY207" fmla="*/ 5524958 h 5641173"/>
              <a:gd name="connsiteX208" fmla="*/ 2443041 w 11243827"/>
              <a:gd name="connsiteY208" fmla="*/ 5523990 h 5641173"/>
              <a:gd name="connsiteX209" fmla="*/ 2435613 w 11243827"/>
              <a:gd name="connsiteY209" fmla="*/ 5526704 h 5641173"/>
              <a:gd name="connsiteX210" fmla="*/ 2405682 w 11243827"/>
              <a:gd name="connsiteY210" fmla="*/ 5528307 h 5641173"/>
              <a:gd name="connsiteX211" fmla="*/ 2397487 w 11243827"/>
              <a:gd name="connsiteY211" fmla="*/ 5540337 h 5641173"/>
              <a:gd name="connsiteX212" fmla="*/ 2297454 w 11243827"/>
              <a:gd name="connsiteY212" fmla="*/ 5550765 h 5641173"/>
              <a:gd name="connsiteX213" fmla="*/ 2056700 w 11243827"/>
              <a:gd name="connsiteY213" fmla="*/ 5555489 h 5641173"/>
              <a:gd name="connsiteX214" fmla="*/ 1878530 w 11243827"/>
              <a:gd name="connsiteY214" fmla="*/ 5535330 h 5641173"/>
              <a:gd name="connsiteX215" fmla="*/ 1859292 w 11243827"/>
              <a:gd name="connsiteY215" fmla="*/ 5535461 h 5641173"/>
              <a:gd name="connsiteX216" fmla="*/ 1835626 w 11243827"/>
              <a:gd name="connsiteY216" fmla="*/ 5533793 h 5641173"/>
              <a:gd name="connsiteX217" fmla="*/ 1798939 w 11243827"/>
              <a:gd name="connsiteY217" fmla="*/ 5540285 h 5641173"/>
              <a:gd name="connsiteX218" fmla="*/ 1779046 w 11243827"/>
              <a:gd name="connsiteY218" fmla="*/ 5549949 h 5641173"/>
              <a:gd name="connsiteX219" fmla="*/ 1772421 w 11243827"/>
              <a:gd name="connsiteY219" fmla="*/ 5549018 h 5641173"/>
              <a:gd name="connsiteX220" fmla="*/ 1772052 w 11243827"/>
              <a:gd name="connsiteY220" fmla="*/ 5545689 h 5641173"/>
              <a:gd name="connsiteX221" fmla="*/ 1711543 w 11243827"/>
              <a:gd name="connsiteY221" fmla="*/ 5534558 h 5641173"/>
              <a:gd name="connsiteX222" fmla="*/ 1698891 w 11243827"/>
              <a:gd name="connsiteY222" fmla="*/ 5513187 h 5641173"/>
              <a:gd name="connsiteX223" fmla="*/ 1538763 w 11243827"/>
              <a:gd name="connsiteY223" fmla="*/ 5482781 h 5641173"/>
              <a:gd name="connsiteX224" fmla="*/ 1501533 w 11243827"/>
              <a:gd name="connsiteY224" fmla="*/ 5467817 h 5641173"/>
              <a:gd name="connsiteX225" fmla="*/ 1461266 w 11243827"/>
              <a:gd name="connsiteY225" fmla="*/ 5469343 h 5641173"/>
              <a:gd name="connsiteX226" fmla="*/ 1449415 w 11243827"/>
              <a:gd name="connsiteY226" fmla="*/ 5460467 h 5641173"/>
              <a:gd name="connsiteX227" fmla="*/ 1447454 w 11243827"/>
              <a:gd name="connsiteY227" fmla="*/ 5458776 h 5641173"/>
              <a:gd name="connsiteX228" fmla="*/ 1437814 w 11243827"/>
              <a:gd name="connsiteY228" fmla="*/ 5455515 h 5641173"/>
              <a:gd name="connsiteX229" fmla="*/ 1437334 w 11243827"/>
              <a:gd name="connsiteY229" fmla="*/ 5450209 h 5641173"/>
              <a:gd name="connsiteX230" fmla="*/ 1424429 w 11243827"/>
              <a:gd name="connsiteY230" fmla="*/ 5442157 h 5641173"/>
              <a:gd name="connsiteX231" fmla="*/ 1406063 w 11243827"/>
              <a:gd name="connsiteY231" fmla="*/ 5437380 h 5641173"/>
              <a:gd name="connsiteX232" fmla="*/ 1316379 w 11243827"/>
              <a:gd name="connsiteY232" fmla="*/ 5419601 h 5641173"/>
              <a:gd name="connsiteX233" fmla="*/ 1264090 w 11243827"/>
              <a:gd name="connsiteY233" fmla="*/ 5406153 h 5641173"/>
              <a:gd name="connsiteX234" fmla="*/ 1246374 w 11243827"/>
              <a:gd name="connsiteY234" fmla="*/ 5396631 h 5641173"/>
              <a:gd name="connsiteX235" fmla="*/ 1220190 w 11243827"/>
              <a:gd name="connsiteY235" fmla="*/ 5386301 h 5641173"/>
              <a:gd name="connsiteX236" fmla="*/ 1175643 w 11243827"/>
              <a:gd name="connsiteY236" fmla="*/ 5364651 h 5641173"/>
              <a:gd name="connsiteX237" fmla="*/ 1150342 w 11243827"/>
              <a:gd name="connsiteY237" fmla="*/ 5358447 h 5641173"/>
              <a:gd name="connsiteX238" fmla="*/ 1137272 w 11243827"/>
              <a:gd name="connsiteY238" fmla="*/ 5351191 h 5641173"/>
              <a:gd name="connsiteX239" fmla="*/ 1131268 w 11243827"/>
              <a:gd name="connsiteY239" fmla="*/ 5350530 h 5641173"/>
              <a:gd name="connsiteX240" fmla="*/ 1112024 w 11243827"/>
              <a:gd name="connsiteY240" fmla="*/ 5345786 h 5641173"/>
              <a:gd name="connsiteX241" fmla="*/ 1100870 w 11243827"/>
              <a:gd name="connsiteY241" fmla="*/ 5343651 h 5641173"/>
              <a:gd name="connsiteX242" fmla="*/ 1096383 w 11243827"/>
              <a:gd name="connsiteY242" fmla="*/ 5343015 h 5641173"/>
              <a:gd name="connsiteX243" fmla="*/ 1085571 w 11243827"/>
              <a:gd name="connsiteY243" fmla="*/ 5345836 h 5641173"/>
              <a:gd name="connsiteX244" fmla="*/ 1073168 w 11243827"/>
              <a:gd name="connsiteY244" fmla="*/ 5341521 h 5641173"/>
              <a:gd name="connsiteX245" fmla="*/ 1058039 w 11243827"/>
              <a:gd name="connsiteY245" fmla="*/ 5343504 h 5641173"/>
              <a:gd name="connsiteX246" fmla="*/ 1055426 w 11243827"/>
              <a:gd name="connsiteY246" fmla="*/ 5339088 h 5641173"/>
              <a:gd name="connsiteX247" fmla="*/ 1044738 w 11243827"/>
              <a:gd name="connsiteY247" fmla="*/ 5333063 h 5641173"/>
              <a:gd name="connsiteX248" fmla="*/ 1033909 w 11243827"/>
              <a:gd name="connsiteY248" fmla="*/ 5335680 h 5641173"/>
              <a:gd name="connsiteX249" fmla="*/ 1012649 w 11243827"/>
              <a:gd name="connsiteY249" fmla="*/ 5334541 h 5641173"/>
              <a:gd name="connsiteX250" fmla="*/ 1007115 w 11243827"/>
              <a:gd name="connsiteY250" fmla="*/ 5332775 h 5641173"/>
              <a:gd name="connsiteX251" fmla="*/ 986002 w 11243827"/>
              <a:gd name="connsiteY251" fmla="*/ 5334906 h 5641173"/>
              <a:gd name="connsiteX252" fmla="*/ 953418 w 11243827"/>
              <a:gd name="connsiteY252" fmla="*/ 5333901 h 5641173"/>
              <a:gd name="connsiteX253" fmla="*/ 916854 w 11243827"/>
              <a:gd name="connsiteY253" fmla="*/ 5329435 h 5641173"/>
              <a:gd name="connsiteX254" fmla="*/ 905651 w 11243827"/>
              <a:gd name="connsiteY254" fmla="*/ 5332114 h 5641173"/>
              <a:gd name="connsiteX255" fmla="*/ 836961 w 11243827"/>
              <a:gd name="connsiteY255" fmla="*/ 5330803 h 5641173"/>
              <a:gd name="connsiteX256" fmla="*/ 817627 w 11243827"/>
              <a:gd name="connsiteY256" fmla="*/ 5330580 h 5641173"/>
              <a:gd name="connsiteX257" fmla="*/ 801817 w 11243827"/>
              <a:gd name="connsiteY257" fmla="*/ 5325937 h 5641173"/>
              <a:gd name="connsiteX258" fmla="*/ 798857 w 11243827"/>
              <a:gd name="connsiteY258" fmla="*/ 5320979 h 5641173"/>
              <a:gd name="connsiteX259" fmla="*/ 788354 w 11243827"/>
              <a:gd name="connsiteY259" fmla="*/ 5320143 h 5641173"/>
              <a:gd name="connsiteX260" fmla="*/ 785726 w 11243827"/>
              <a:gd name="connsiteY260" fmla="*/ 5318989 h 5641173"/>
              <a:gd name="connsiteX261" fmla="*/ 770507 w 11243827"/>
              <a:gd name="connsiteY261" fmla="*/ 5313309 h 5641173"/>
              <a:gd name="connsiteX262" fmla="*/ 733810 w 11243827"/>
              <a:gd name="connsiteY262" fmla="*/ 5324286 h 5641173"/>
              <a:gd name="connsiteX263" fmla="*/ 692117 w 11243827"/>
              <a:gd name="connsiteY263" fmla="*/ 5318786 h 5641173"/>
              <a:gd name="connsiteX264" fmla="*/ 528894 w 11243827"/>
              <a:gd name="connsiteY264" fmla="*/ 5327578 h 5641173"/>
              <a:gd name="connsiteX265" fmla="*/ 507005 w 11243827"/>
              <a:gd name="connsiteY265" fmla="*/ 5310149 h 5641173"/>
              <a:gd name="connsiteX266" fmla="*/ 441302 w 11243827"/>
              <a:gd name="connsiteY266" fmla="*/ 5307062 h 5641173"/>
              <a:gd name="connsiteX267" fmla="*/ 336819 w 11243827"/>
              <a:gd name="connsiteY267" fmla="*/ 5336690 h 5641173"/>
              <a:gd name="connsiteX268" fmla="*/ 215763 w 11243827"/>
              <a:gd name="connsiteY268" fmla="*/ 5332575 h 5641173"/>
              <a:gd name="connsiteX269" fmla="*/ 205927 w 11243827"/>
              <a:gd name="connsiteY269" fmla="*/ 5339672 h 5641173"/>
              <a:gd name="connsiteX270" fmla="*/ 194189 w 11243827"/>
              <a:gd name="connsiteY270" fmla="*/ 5343588 h 5641173"/>
              <a:gd name="connsiteX271" fmla="*/ 192552 w 11243827"/>
              <a:gd name="connsiteY271" fmla="*/ 5342845 h 5641173"/>
              <a:gd name="connsiteX272" fmla="*/ 178320 w 11243827"/>
              <a:gd name="connsiteY272" fmla="*/ 5343766 h 5641173"/>
              <a:gd name="connsiteX273" fmla="*/ 175596 w 11243827"/>
              <a:gd name="connsiteY273" fmla="*/ 5346411 h 5641173"/>
              <a:gd name="connsiteX274" fmla="*/ 165951 w 11243827"/>
              <a:gd name="connsiteY274" fmla="*/ 5347808 h 5641173"/>
              <a:gd name="connsiteX275" fmla="*/ 147287 w 11243827"/>
              <a:gd name="connsiteY275" fmla="*/ 5352625 h 5641173"/>
              <a:gd name="connsiteX276" fmla="*/ 143484 w 11243827"/>
              <a:gd name="connsiteY276" fmla="*/ 5351591 h 5641173"/>
              <a:gd name="connsiteX277" fmla="*/ 114847 w 11243827"/>
              <a:gd name="connsiteY277" fmla="*/ 5355844 h 5641173"/>
              <a:gd name="connsiteX278" fmla="*/ 114306 w 11243827"/>
              <a:gd name="connsiteY278" fmla="*/ 5354983 h 5641173"/>
              <a:gd name="connsiteX279" fmla="*/ 105588 w 11243827"/>
              <a:gd name="connsiteY279" fmla="*/ 5352169 h 5641173"/>
              <a:gd name="connsiteX280" fmla="*/ 89264 w 11243827"/>
              <a:gd name="connsiteY280" fmla="*/ 5348886 h 5641173"/>
              <a:gd name="connsiteX281" fmla="*/ 49794 w 11243827"/>
              <a:gd name="connsiteY281" fmla="*/ 5329950 h 5641173"/>
              <a:gd name="connsiteX282" fmla="*/ 19924 w 11243827"/>
              <a:gd name="connsiteY282" fmla="*/ 5334282 h 5641173"/>
              <a:gd name="connsiteX283" fmla="*/ 13819 w 11243827"/>
              <a:gd name="connsiteY283" fmla="*/ 5334653 h 5641173"/>
              <a:gd name="connsiteX284" fmla="*/ 13657 w 11243827"/>
              <a:gd name="connsiteY284" fmla="*/ 5334455 h 5641173"/>
              <a:gd name="connsiteX285" fmla="*/ 7139 w 11243827"/>
              <a:gd name="connsiteY285" fmla="*/ 5334438 h 5641173"/>
              <a:gd name="connsiteX286" fmla="*/ 2684 w 11243827"/>
              <a:gd name="connsiteY286" fmla="*/ 5335333 h 5641173"/>
              <a:gd name="connsiteX287" fmla="*/ 0 w 11243827"/>
              <a:gd name="connsiteY287" fmla="*/ 5335496 h 5641173"/>
              <a:gd name="connsiteX288" fmla="*/ 0 w 11243827"/>
              <a:gd name="connsiteY288" fmla="*/ 10592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717823 w 11243827"/>
              <a:gd name="connsiteY150" fmla="*/ 5410317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63717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87273"/>
              <a:gd name="connsiteX1" fmla="*/ 11243827 w 11243827"/>
              <a:gd name="connsiteY1" fmla="*/ 1470035 h 5687273"/>
              <a:gd name="connsiteX2" fmla="*/ 11243827 w 11243827"/>
              <a:gd name="connsiteY2" fmla="*/ 5001571 h 5687273"/>
              <a:gd name="connsiteX3" fmla="*/ 11243827 w 11243827"/>
              <a:gd name="connsiteY3" fmla="*/ 5209610 h 5687273"/>
              <a:gd name="connsiteX4" fmla="*/ 11240675 w 11243827"/>
              <a:gd name="connsiteY4" fmla="*/ 5210442 h 5687273"/>
              <a:gd name="connsiteX5" fmla="*/ 11179959 w 11243827"/>
              <a:gd name="connsiteY5" fmla="*/ 5221199 h 5687273"/>
              <a:gd name="connsiteX6" fmla="*/ 11105493 w 11243827"/>
              <a:gd name="connsiteY6" fmla="*/ 5259905 h 5687273"/>
              <a:gd name="connsiteX7" fmla="*/ 11078640 w 11243827"/>
              <a:gd name="connsiteY7" fmla="*/ 5263531 h 5687273"/>
              <a:gd name="connsiteX8" fmla="*/ 11079616 w 11243827"/>
              <a:gd name="connsiteY8" fmla="*/ 5270380 h 5687273"/>
              <a:gd name="connsiteX9" fmla="*/ 11069641 w 11243827"/>
              <a:gd name="connsiteY9" fmla="*/ 5270884 h 5687273"/>
              <a:gd name="connsiteX10" fmla="*/ 11047377 w 11243827"/>
              <a:gd name="connsiteY10" fmla="*/ 5271051 h 5687273"/>
              <a:gd name="connsiteX11" fmla="*/ 10980705 w 11243827"/>
              <a:gd name="connsiteY11" fmla="*/ 5272951 h 5687273"/>
              <a:gd name="connsiteX12" fmla="*/ 10962514 w 11243827"/>
              <a:gd name="connsiteY12" fmla="*/ 5286084 h 5687273"/>
              <a:gd name="connsiteX13" fmla="*/ 10945307 w 11243827"/>
              <a:gd name="connsiteY13" fmla="*/ 5286290 h 5687273"/>
              <a:gd name="connsiteX14" fmla="*/ 10845516 w 11243827"/>
              <a:gd name="connsiteY14" fmla="*/ 5303894 h 5687273"/>
              <a:gd name="connsiteX15" fmla="*/ 10831795 w 11243827"/>
              <a:gd name="connsiteY15" fmla="*/ 5305210 h 5687273"/>
              <a:gd name="connsiteX16" fmla="*/ 10824365 w 11243827"/>
              <a:gd name="connsiteY16" fmla="*/ 5311111 h 5687273"/>
              <a:gd name="connsiteX17" fmla="*/ 10797756 w 11243827"/>
              <a:gd name="connsiteY17" fmla="*/ 5312285 h 5687273"/>
              <a:gd name="connsiteX18" fmla="*/ 10796525 w 11243827"/>
              <a:gd name="connsiteY18" fmla="*/ 5315645 h 5687273"/>
              <a:gd name="connsiteX19" fmla="*/ 10709063 w 11243827"/>
              <a:gd name="connsiteY19" fmla="*/ 5344492 h 5687273"/>
              <a:gd name="connsiteX20" fmla="*/ 10694078 w 11243827"/>
              <a:gd name="connsiteY20" fmla="*/ 5349258 h 5687273"/>
              <a:gd name="connsiteX21" fmla="*/ 10681131 w 11243827"/>
              <a:gd name="connsiteY21" fmla="*/ 5347812 h 5687273"/>
              <a:gd name="connsiteX22" fmla="*/ 10609448 w 11243827"/>
              <a:gd name="connsiteY22" fmla="*/ 5351931 h 5687273"/>
              <a:gd name="connsiteX23" fmla="*/ 10592397 w 11243827"/>
              <a:gd name="connsiteY23" fmla="*/ 5349402 h 5687273"/>
              <a:gd name="connsiteX24" fmla="*/ 10585227 w 11243827"/>
              <a:gd name="connsiteY24" fmla="*/ 5344063 h 5687273"/>
              <a:gd name="connsiteX25" fmla="*/ 10557472 w 11243827"/>
              <a:gd name="connsiteY25" fmla="*/ 5354151 h 5687273"/>
              <a:gd name="connsiteX26" fmla="*/ 10514646 w 11243827"/>
              <a:gd name="connsiteY26" fmla="*/ 5361064 h 5687273"/>
              <a:gd name="connsiteX27" fmla="*/ 10494292 w 11243827"/>
              <a:gd name="connsiteY27" fmla="*/ 5366054 h 5687273"/>
              <a:gd name="connsiteX28" fmla="*/ 10477869 w 11243827"/>
              <a:gd name="connsiteY28" fmla="*/ 5363025 h 5687273"/>
              <a:gd name="connsiteX29" fmla="*/ 10384411 w 11243827"/>
              <a:gd name="connsiteY29" fmla="*/ 5362257 h 5687273"/>
              <a:gd name="connsiteX30" fmla="*/ 10362921 w 11243827"/>
              <a:gd name="connsiteY30" fmla="*/ 5357444 h 5687273"/>
              <a:gd name="connsiteX31" fmla="*/ 10352736 w 11243827"/>
              <a:gd name="connsiteY31" fmla="*/ 5347851 h 5687273"/>
              <a:gd name="connsiteX32" fmla="*/ 10344754 w 11243827"/>
              <a:gd name="connsiteY32" fmla="*/ 5351272 h 5687273"/>
              <a:gd name="connsiteX33" fmla="*/ 10288226 w 11243827"/>
              <a:gd name="connsiteY33" fmla="*/ 5351613 h 5687273"/>
              <a:gd name="connsiteX34" fmla="*/ 10251350 w 11243827"/>
              <a:gd name="connsiteY34" fmla="*/ 5352711 h 5687273"/>
              <a:gd name="connsiteX35" fmla="*/ 10249108 w 11243827"/>
              <a:gd name="connsiteY35" fmla="*/ 5365881 h 5687273"/>
              <a:gd name="connsiteX36" fmla="*/ 10216272 w 11243827"/>
              <a:gd name="connsiteY36" fmla="*/ 5370573 h 5687273"/>
              <a:gd name="connsiteX37" fmla="*/ 10181278 w 11243827"/>
              <a:gd name="connsiteY37" fmla="*/ 5362119 h 5687273"/>
              <a:gd name="connsiteX38" fmla="*/ 10140033 w 11243827"/>
              <a:gd name="connsiteY38" fmla="*/ 5363304 h 5687273"/>
              <a:gd name="connsiteX39" fmla="*/ 10115353 w 11243827"/>
              <a:gd name="connsiteY39" fmla="*/ 5363869 h 5687273"/>
              <a:gd name="connsiteX40" fmla="*/ 10050578 w 11243827"/>
              <a:gd name="connsiteY40" fmla="*/ 5376153 h 5687273"/>
              <a:gd name="connsiteX41" fmla="*/ 9945478 w 11243827"/>
              <a:gd name="connsiteY41" fmla="*/ 5422859 h 5687273"/>
              <a:gd name="connsiteX42" fmla="*/ 9912481 w 11243827"/>
              <a:gd name="connsiteY42" fmla="*/ 5429477 h 5687273"/>
              <a:gd name="connsiteX43" fmla="*/ 9906713 w 11243827"/>
              <a:gd name="connsiteY43" fmla="*/ 5426784 h 5687273"/>
              <a:gd name="connsiteX44" fmla="*/ 9742436 w 11243827"/>
              <a:gd name="connsiteY44" fmla="*/ 5454834 h 5687273"/>
              <a:gd name="connsiteX45" fmla="*/ 9713044 w 11243827"/>
              <a:gd name="connsiteY45" fmla="*/ 5456476 h 5687273"/>
              <a:gd name="connsiteX46" fmla="*/ 9691033 w 11243827"/>
              <a:gd name="connsiteY46" fmla="*/ 5455451 h 5687273"/>
              <a:gd name="connsiteX47" fmla="*/ 9638355 w 11243827"/>
              <a:gd name="connsiteY47" fmla="*/ 5464794 h 5687273"/>
              <a:gd name="connsiteX48" fmla="*/ 9552434 w 11243827"/>
              <a:gd name="connsiteY48" fmla="*/ 5485280 h 5687273"/>
              <a:gd name="connsiteX49" fmla="*/ 9533883 w 11243827"/>
              <a:gd name="connsiteY49" fmla="*/ 5488516 h 5687273"/>
              <a:gd name="connsiteX50" fmla="*/ 9516916 w 11243827"/>
              <a:gd name="connsiteY50" fmla="*/ 5486828 h 5687273"/>
              <a:gd name="connsiteX51" fmla="*/ 9512093 w 11243827"/>
              <a:gd name="connsiteY51" fmla="*/ 5482541 h 5687273"/>
              <a:gd name="connsiteX52" fmla="*/ 9501725 w 11243827"/>
              <a:gd name="connsiteY52" fmla="*/ 5483603 h 5687273"/>
              <a:gd name="connsiteX53" fmla="*/ 9498754 w 11243827"/>
              <a:gd name="connsiteY53" fmla="*/ 5482951 h 5687273"/>
              <a:gd name="connsiteX54" fmla="*/ 9481932 w 11243827"/>
              <a:gd name="connsiteY54" fmla="*/ 5480151 h 5687273"/>
              <a:gd name="connsiteX55" fmla="*/ 9451321 w 11243827"/>
              <a:gd name="connsiteY55" fmla="*/ 5497375 h 5687273"/>
              <a:gd name="connsiteX56" fmla="*/ 9409298 w 11243827"/>
              <a:gd name="connsiteY56" fmla="*/ 5499478 h 5687273"/>
              <a:gd name="connsiteX57" fmla="*/ 9257007 w 11243827"/>
              <a:gd name="connsiteY57" fmla="*/ 5537183 h 5687273"/>
              <a:gd name="connsiteX58" fmla="*/ 9229078 w 11243827"/>
              <a:gd name="connsiteY58" fmla="*/ 5524154 h 5687273"/>
              <a:gd name="connsiteX59" fmla="*/ 9165105 w 11243827"/>
              <a:gd name="connsiteY59" fmla="*/ 5532892 h 5687273"/>
              <a:gd name="connsiteX60" fmla="*/ 9077301 w 11243827"/>
              <a:gd name="connsiteY60" fmla="*/ 5580356 h 5687273"/>
              <a:gd name="connsiteX61" fmla="*/ 8960065 w 11243827"/>
              <a:gd name="connsiteY61" fmla="*/ 5597982 h 5687273"/>
              <a:gd name="connsiteX62" fmla="*/ 8953536 w 11243827"/>
              <a:gd name="connsiteY62" fmla="*/ 5606638 h 5687273"/>
              <a:gd name="connsiteX63" fmla="*/ 8943907 w 11243827"/>
              <a:gd name="connsiteY63" fmla="*/ 5612541 h 5687273"/>
              <a:gd name="connsiteX64" fmla="*/ 8942046 w 11243827"/>
              <a:gd name="connsiteY64" fmla="*/ 5612112 h 5687273"/>
              <a:gd name="connsiteX65" fmla="*/ 8928824 w 11243827"/>
              <a:gd name="connsiteY65" fmla="*/ 5615549 h 5687273"/>
              <a:gd name="connsiteX66" fmla="*/ 8927294 w 11243827"/>
              <a:gd name="connsiteY66" fmla="*/ 5618607 h 5687273"/>
              <a:gd name="connsiteX67" fmla="*/ 8918651 w 11243827"/>
              <a:gd name="connsiteY67" fmla="*/ 5621688 h 5687273"/>
              <a:gd name="connsiteX68" fmla="*/ 8902772 w 11243827"/>
              <a:gd name="connsiteY68" fmla="*/ 5629703 h 5687273"/>
              <a:gd name="connsiteX69" fmla="*/ 8898724 w 11243827"/>
              <a:gd name="connsiteY69" fmla="*/ 5629379 h 5687273"/>
              <a:gd name="connsiteX70" fmla="*/ 8873099 w 11243827"/>
              <a:gd name="connsiteY70" fmla="*/ 5638628 h 5687273"/>
              <a:gd name="connsiteX71" fmla="*/ 8872234 w 11243827"/>
              <a:gd name="connsiteY71" fmla="*/ 5637889 h 5687273"/>
              <a:gd name="connsiteX72" fmla="*/ 8862777 w 11243827"/>
              <a:gd name="connsiteY72" fmla="*/ 5636711 h 5687273"/>
              <a:gd name="connsiteX73" fmla="*/ 8845869 w 11243827"/>
              <a:gd name="connsiteY73" fmla="*/ 5636436 h 5687273"/>
              <a:gd name="connsiteX74" fmla="*/ 8800548 w 11243827"/>
              <a:gd name="connsiteY74" fmla="*/ 5625084 h 5687273"/>
              <a:gd name="connsiteX75" fmla="*/ 8773774 w 11243827"/>
              <a:gd name="connsiteY75" fmla="*/ 5634630 h 5687273"/>
              <a:gd name="connsiteX76" fmla="*/ 8698255 w 11243827"/>
              <a:gd name="connsiteY76" fmla="*/ 5636083 h 5687273"/>
              <a:gd name="connsiteX77" fmla="*/ 8619167 w 11243827"/>
              <a:gd name="connsiteY77" fmla="*/ 5619130 h 5687273"/>
              <a:gd name="connsiteX78" fmla="*/ 8539822 w 11243827"/>
              <a:gd name="connsiteY78" fmla="*/ 5616905 h 5687273"/>
              <a:gd name="connsiteX79" fmla="*/ 8511094 w 11243827"/>
              <a:gd name="connsiteY79" fmla="*/ 5617360 h 5687273"/>
              <a:gd name="connsiteX80" fmla="*/ 8459886 w 11243827"/>
              <a:gd name="connsiteY80" fmla="*/ 5612612 h 5687273"/>
              <a:gd name="connsiteX81" fmla="*/ 8436432 w 11243827"/>
              <a:gd name="connsiteY81" fmla="*/ 5606990 h 5687273"/>
              <a:gd name="connsiteX82" fmla="*/ 8435403 w 11243827"/>
              <a:gd name="connsiteY82" fmla="*/ 5607336 h 5687273"/>
              <a:gd name="connsiteX83" fmla="*/ 8433307 w 11243827"/>
              <a:gd name="connsiteY83" fmla="*/ 5604917 h 5687273"/>
              <a:gd name="connsiteX84" fmla="*/ 8428968 w 11243827"/>
              <a:gd name="connsiteY84" fmla="*/ 5603796 h 5687273"/>
              <a:gd name="connsiteX85" fmla="*/ 8417124 w 11243827"/>
              <a:gd name="connsiteY85" fmla="*/ 5604518 h 5687273"/>
              <a:gd name="connsiteX86" fmla="*/ 8412669 w 11243827"/>
              <a:gd name="connsiteY86" fmla="*/ 5605413 h 5687273"/>
              <a:gd name="connsiteX87" fmla="*/ 8406152 w 11243827"/>
              <a:gd name="connsiteY87" fmla="*/ 5605396 h 5687273"/>
              <a:gd name="connsiteX88" fmla="*/ 8405989 w 11243827"/>
              <a:gd name="connsiteY88" fmla="*/ 5605197 h 5687273"/>
              <a:gd name="connsiteX89" fmla="*/ 8399884 w 11243827"/>
              <a:gd name="connsiteY89" fmla="*/ 5605568 h 5687273"/>
              <a:gd name="connsiteX90" fmla="*/ 8370014 w 11243827"/>
              <a:gd name="connsiteY90" fmla="*/ 5609900 h 5687273"/>
              <a:gd name="connsiteX91" fmla="*/ 8330544 w 11243827"/>
              <a:gd name="connsiteY91" fmla="*/ 5590964 h 5687273"/>
              <a:gd name="connsiteX92" fmla="*/ 8314221 w 11243827"/>
              <a:gd name="connsiteY92" fmla="*/ 5587682 h 5687273"/>
              <a:gd name="connsiteX93" fmla="*/ 8305502 w 11243827"/>
              <a:gd name="connsiteY93" fmla="*/ 5584868 h 5687273"/>
              <a:gd name="connsiteX94" fmla="*/ 8304962 w 11243827"/>
              <a:gd name="connsiteY94" fmla="*/ 5584007 h 5687273"/>
              <a:gd name="connsiteX95" fmla="*/ 8276324 w 11243827"/>
              <a:gd name="connsiteY95" fmla="*/ 5588260 h 5687273"/>
              <a:gd name="connsiteX96" fmla="*/ 8272522 w 11243827"/>
              <a:gd name="connsiteY96" fmla="*/ 5587226 h 5687273"/>
              <a:gd name="connsiteX97" fmla="*/ 8253857 w 11243827"/>
              <a:gd name="connsiteY97" fmla="*/ 5592043 h 5687273"/>
              <a:gd name="connsiteX98" fmla="*/ 8244212 w 11243827"/>
              <a:gd name="connsiteY98" fmla="*/ 5593439 h 5687273"/>
              <a:gd name="connsiteX99" fmla="*/ 8241488 w 11243827"/>
              <a:gd name="connsiteY99" fmla="*/ 5596085 h 5687273"/>
              <a:gd name="connsiteX100" fmla="*/ 8227256 w 11243827"/>
              <a:gd name="connsiteY100" fmla="*/ 5597005 h 5687273"/>
              <a:gd name="connsiteX101" fmla="*/ 8225619 w 11243827"/>
              <a:gd name="connsiteY101" fmla="*/ 5596262 h 5687273"/>
              <a:gd name="connsiteX102" fmla="*/ 8213882 w 11243827"/>
              <a:gd name="connsiteY102" fmla="*/ 5600179 h 5687273"/>
              <a:gd name="connsiteX103" fmla="*/ 8204045 w 11243827"/>
              <a:gd name="connsiteY103" fmla="*/ 5607275 h 5687273"/>
              <a:gd name="connsiteX104" fmla="*/ 8082989 w 11243827"/>
              <a:gd name="connsiteY104" fmla="*/ 5603160 h 5687273"/>
              <a:gd name="connsiteX105" fmla="*/ 7976942 w 11243827"/>
              <a:gd name="connsiteY105" fmla="*/ 5598455 h 5687273"/>
              <a:gd name="connsiteX106" fmla="*/ 7915584 w 11243827"/>
              <a:gd name="connsiteY106" fmla="*/ 5684635 h 5687273"/>
              <a:gd name="connsiteX107" fmla="*/ 7727691 w 11243827"/>
              <a:gd name="connsiteY107" fmla="*/ 5621064 h 5687273"/>
              <a:gd name="connsiteX108" fmla="*/ 7685998 w 11243827"/>
              <a:gd name="connsiteY108" fmla="*/ 5615564 h 5687273"/>
              <a:gd name="connsiteX109" fmla="*/ 7649302 w 11243827"/>
              <a:gd name="connsiteY109" fmla="*/ 5626541 h 5687273"/>
              <a:gd name="connsiteX110" fmla="*/ 7634083 w 11243827"/>
              <a:gd name="connsiteY110" fmla="*/ 5620862 h 5687273"/>
              <a:gd name="connsiteX111" fmla="*/ 7631455 w 11243827"/>
              <a:gd name="connsiteY111" fmla="*/ 5619708 h 5687273"/>
              <a:gd name="connsiteX112" fmla="*/ 7620952 w 11243827"/>
              <a:gd name="connsiteY112" fmla="*/ 5618872 h 5687273"/>
              <a:gd name="connsiteX113" fmla="*/ 7617992 w 11243827"/>
              <a:gd name="connsiteY113" fmla="*/ 5613914 h 5687273"/>
              <a:gd name="connsiteX114" fmla="*/ 7602182 w 11243827"/>
              <a:gd name="connsiteY114" fmla="*/ 5609271 h 5687273"/>
              <a:gd name="connsiteX115" fmla="*/ 7582847 w 11243827"/>
              <a:gd name="connsiteY115" fmla="*/ 5609047 h 5687273"/>
              <a:gd name="connsiteX116" fmla="*/ 7514158 w 11243827"/>
              <a:gd name="connsiteY116" fmla="*/ 5607737 h 5687273"/>
              <a:gd name="connsiteX117" fmla="*/ 7502955 w 11243827"/>
              <a:gd name="connsiteY117" fmla="*/ 5610415 h 5687273"/>
              <a:gd name="connsiteX118" fmla="*/ 7466391 w 11243827"/>
              <a:gd name="connsiteY118" fmla="*/ 5605949 h 5687273"/>
              <a:gd name="connsiteX119" fmla="*/ 7433806 w 11243827"/>
              <a:gd name="connsiteY119" fmla="*/ 5604945 h 5687273"/>
              <a:gd name="connsiteX120" fmla="*/ 7412693 w 11243827"/>
              <a:gd name="connsiteY120" fmla="*/ 5607075 h 5687273"/>
              <a:gd name="connsiteX121" fmla="*/ 7407159 w 11243827"/>
              <a:gd name="connsiteY121" fmla="*/ 5605310 h 5687273"/>
              <a:gd name="connsiteX122" fmla="*/ 7385900 w 11243827"/>
              <a:gd name="connsiteY122" fmla="*/ 5604171 h 5687273"/>
              <a:gd name="connsiteX123" fmla="*/ 7375071 w 11243827"/>
              <a:gd name="connsiteY123" fmla="*/ 5606788 h 5687273"/>
              <a:gd name="connsiteX124" fmla="*/ 7364382 w 11243827"/>
              <a:gd name="connsiteY124" fmla="*/ 5600762 h 5687273"/>
              <a:gd name="connsiteX125" fmla="*/ 7361770 w 11243827"/>
              <a:gd name="connsiteY125" fmla="*/ 5596347 h 5687273"/>
              <a:gd name="connsiteX126" fmla="*/ 7346641 w 11243827"/>
              <a:gd name="connsiteY126" fmla="*/ 5598329 h 5687273"/>
              <a:gd name="connsiteX127" fmla="*/ 7334238 w 11243827"/>
              <a:gd name="connsiteY127" fmla="*/ 5594014 h 5687273"/>
              <a:gd name="connsiteX128" fmla="*/ 7323426 w 11243827"/>
              <a:gd name="connsiteY128" fmla="*/ 5596835 h 5687273"/>
              <a:gd name="connsiteX129" fmla="*/ 7318938 w 11243827"/>
              <a:gd name="connsiteY129" fmla="*/ 5596200 h 5687273"/>
              <a:gd name="connsiteX130" fmla="*/ 7307784 w 11243827"/>
              <a:gd name="connsiteY130" fmla="*/ 5594065 h 5687273"/>
              <a:gd name="connsiteX131" fmla="*/ 7288540 w 11243827"/>
              <a:gd name="connsiteY131" fmla="*/ 5589320 h 5687273"/>
              <a:gd name="connsiteX132" fmla="*/ 7282537 w 11243827"/>
              <a:gd name="connsiteY132" fmla="*/ 5588660 h 5687273"/>
              <a:gd name="connsiteX133" fmla="*/ 7269466 w 11243827"/>
              <a:gd name="connsiteY133" fmla="*/ 5581404 h 5687273"/>
              <a:gd name="connsiteX134" fmla="*/ 7244165 w 11243827"/>
              <a:gd name="connsiteY134" fmla="*/ 5575200 h 5687273"/>
              <a:gd name="connsiteX135" fmla="*/ 7199619 w 11243827"/>
              <a:gd name="connsiteY135" fmla="*/ 5553550 h 5687273"/>
              <a:gd name="connsiteX136" fmla="*/ 7173434 w 11243827"/>
              <a:gd name="connsiteY136" fmla="*/ 5543219 h 5687273"/>
              <a:gd name="connsiteX137" fmla="*/ 7155718 w 11243827"/>
              <a:gd name="connsiteY137" fmla="*/ 5533697 h 5687273"/>
              <a:gd name="connsiteX138" fmla="*/ 7103430 w 11243827"/>
              <a:gd name="connsiteY138" fmla="*/ 5520249 h 5687273"/>
              <a:gd name="connsiteX139" fmla="*/ 7013746 w 11243827"/>
              <a:gd name="connsiteY139" fmla="*/ 5502470 h 5687273"/>
              <a:gd name="connsiteX140" fmla="*/ 6995379 w 11243827"/>
              <a:gd name="connsiteY140" fmla="*/ 5497693 h 5687273"/>
              <a:gd name="connsiteX141" fmla="*/ 6982475 w 11243827"/>
              <a:gd name="connsiteY141" fmla="*/ 5489641 h 5687273"/>
              <a:gd name="connsiteX142" fmla="*/ 6981994 w 11243827"/>
              <a:gd name="connsiteY142" fmla="*/ 5484335 h 5687273"/>
              <a:gd name="connsiteX143" fmla="*/ 6972355 w 11243827"/>
              <a:gd name="connsiteY143" fmla="*/ 5481074 h 5687273"/>
              <a:gd name="connsiteX144" fmla="*/ 6970394 w 11243827"/>
              <a:gd name="connsiteY144" fmla="*/ 5479383 h 5687273"/>
              <a:gd name="connsiteX145" fmla="*/ 6958543 w 11243827"/>
              <a:gd name="connsiteY145" fmla="*/ 5470507 h 5687273"/>
              <a:gd name="connsiteX146" fmla="*/ 6918276 w 11243827"/>
              <a:gd name="connsiteY146" fmla="*/ 5472034 h 5687273"/>
              <a:gd name="connsiteX147" fmla="*/ 6881046 w 11243827"/>
              <a:gd name="connsiteY147" fmla="*/ 5457070 h 5687273"/>
              <a:gd name="connsiteX148" fmla="*/ 6752164 w 11243827"/>
              <a:gd name="connsiteY148" fmla="*/ 5425021 h 5687273"/>
              <a:gd name="connsiteX149" fmla="*/ 6724964 w 11243827"/>
              <a:gd name="connsiteY149" fmla="*/ 5414071 h 5687273"/>
              <a:gd name="connsiteX150" fmla="*/ 6683286 w 11243827"/>
              <a:gd name="connsiteY150" fmla="*/ 5405383 h 5687273"/>
              <a:gd name="connsiteX151" fmla="*/ 6644277 w 11243827"/>
              <a:gd name="connsiteY151" fmla="*/ 5429684 h 5687273"/>
              <a:gd name="connsiteX152" fmla="*/ 6532914 w 11243827"/>
              <a:gd name="connsiteY152" fmla="*/ 5431205 h 5687273"/>
              <a:gd name="connsiteX153" fmla="*/ 6307459 w 11243827"/>
              <a:gd name="connsiteY153" fmla="*/ 5467087 h 5687273"/>
              <a:gd name="connsiteX154" fmla="*/ 6196243 w 11243827"/>
              <a:gd name="connsiteY154" fmla="*/ 5515042 h 5687273"/>
              <a:gd name="connsiteX155" fmla="*/ 6099124 w 11243827"/>
              <a:gd name="connsiteY155" fmla="*/ 5516848 h 5687273"/>
              <a:gd name="connsiteX156" fmla="*/ 6016077 w 11243827"/>
              <a:gd name="connsiteY156" fmla="*/ 5528642 h 5687273"/>
              <a:gd name="connsiteX157" fmla="*/ 6004389 w 11243827"/>
              <a:gd name="connsiteY157" fmla="*/ 5531206 h 5687273"/>
              <a:gd name="connsiteX158" fmla="*/ 5933945 w 11243827"/>
              <a:gd name="connsiteY158" fmla="*/ 5538840 h 5687273"/>
              <a:gd name="connsiteX159" fmla="*/ 5883936 w 11243827"/>
              <a:gd name="connsiteY159" fmla="*/ 5553807 h 5687273"/>
              <a:gd name="connsiteX160" fmla="*/ 5798331 w 11243827"/>
              <a:gd name="connsiteY160" fmla="*/ 5564248 h 5687273"/>
              <a:gd name="connsiteX161" fmla="*/ 5712738 w 11243827"/>
              <a:gd name="connsiteY161" fmla="*/ 5573120 h 5687273"/>
              <a:gd name="connsiteX162" fmla="*/ 5681342 w 11243827"/>
              <a:gd name="connsiteY162" fmla="*/ 5575621 h 5687273"/>
              <a:gd name="connsiteX163" fmla="*/ 5627167 w 11243827"/>
              <a:gd name="connsiteY163" fmla="*/ 5583215 h 5687273"/>
              <a:gd name="connsiteX164" fmla="*/ 5591414 w 11243827"/>
              <a:gd name="connsiteY164" fmla="*/ 5587695 h 5687273"/>
              <a:gd name="connsiteX165" fmla="*/ 5583028 w 11243827"/>
              <a:gd name="connsiteY165" fmla="*/ 5580877 h 5687273"/>
              <a:gd name="connsiteX166" fmla="*/ 5549426 w 11243827"/>
              <a:gd name="connsiteY166" fmla="*/ 5582858 h 5687273"/>
              <a:gd name="connsiteX167" fmla="*/ 5519999 w 11243827"/>
              <a:gd name="connsiteY167" fmla="*/ 5592246 h 5687273"/>
              <a:gd name="connsiteX168" fmla="*/ 5480028 w 11243827"/>
              <a:gd name="connsiteY168" fmla="*/ 5597282 h 5687273"/>
              <a:gd name="connsiteX169" fmla="*/ 5456175 w 11243827"/>
              <a:gd name="connsiteY169" fmla="*/ 5600371 h 5687273"/>
              <a:gd name="connsiteX170" fmla="*/ 5388463 w 11243827"/>
              <a:gd name="connsiteY170" fmla="*/ 5602638 h 5687273"/>
              <a:gd name="connsiteX171" fmla="*/ 5265898 w 11243827"/>
              <a:gd name="connsiteY171" fmla="*/ 5591830 h 5687273"/>
              <a:gd name="connsiteX172" fmla="*/ 5231231 w 11243827"/>
              <a:gd name="connsiteY172" fmla="*/ 5592790 h 5687273"/>
              <a:gd name="connsiteX173" fmla="*/ 5226996 w 11243827"/>
              <a:gd name="connsiteY173" fmla="*/ 5595040 h 5687273"/>
              <a:gd name="connsiteX174" fmla="*/ 5175988 w 11243827"/>
              <a:gd name="connsiteY174" fmla="*/ 5588131 h 5687273"/>
              <a:gd name="connsiteX175" fmla="*/ 5107470 w 11243827"/>
              <a:gd name="connsiteY175" fmla="*/ 5594771 h 5687273"/>
              <a:gd name="connsiteX176" fmla="*/ 5027868 w 11243827"/>
              <a:gd name="connsiteY176" fmla="*/ 5605624 h 5687273"/>
              <a:gd name="connsiteX177" fmla="*/ 5007324 w 11243827"/>
              <a:gd name="connsiteY177" fmla="*/ 5609209 h 5687273"/>
              <a:gd name="connsiteX178" fmla="*/ 4952559 w 11243827"/>
              <a:gd name="connsiteY178" fmla="*/ 5611402 h 5687273"/>
              <a:gd name="connsiteX179" fmla="*/ 4826081 w 11243827"/>
              <a:gd name="connsiteY179" fmla="*/ 5616191 h 5687273"/>
              <a:gd name="connsiteX180" fmla="*/ 4823501 w 11243827"/>
              <a:gd name="connsiteY180" fmla="*/ 5619174 h 5687273"/>
              <a:gd name="connsiteX181" fmla="*/ 4813093 w 11243827"/>
              <a:gd name="connsiteY181" fmla="*/ 5620026 h 5687273"/>
              <a:gd name="connsiteX182" fmla="*/ 4810563 w 11243827"/>
              <a:gd name="connsiteY182" fmla="*/ 5620787 h 5687273"/>
              <a:gd name="connsiteX183" fmla="*/ 4795818 w 11243827"/>
              <a:gd name="connsiteY183" fmla="*/ 5624618 h 5687273"/>
              <a:gd name="connsiteX184" fmla="*/ 4758404 w 11243827"/>
              <a:gd name="connsiteY184" fmla="*/ 5619510 h 5687273"/>
              <a:gd name="connsiteX185" fmla="*/ 4717254 w 11243827"/>
              <a:gd name="connsiteY185" fmla="*/ 5624155 h 5687273"/>
              <a:gd name="connsiteX186" fmla="*/ 4591958 w 11243827"/>
              <a:gd name="connsiteY186" fmla="*/ 5624710 h 5687273"/>
              <a:gd name="connsiteX187" fmla="*/ 4476215 w 11243827"/>
              <a:gd name="connsiteY187" fmla="*/ 5628210 h 5687273"/>
              <a:gd name="connsiteX188" fmla="*/ 4425193 w 11243827"/>
              <a:gd name="connsiteY188" fmla="*/ 5627414 h 5687273"/>
              <a:gd name="connsiteX189" fmla="*/ 4383866 w 11243827"/>
              <a:gd name="connsiteY189" fmla="*/ 5626546 h 5687273"/>
              <a:gd name="connsiteX190" fmla="*/ 4385596 w 11243827"/>
              <a:gd name="connsiteY190" fmla="*/ 5634646 h 5687273"/>
              <a:gd name="connsiteX191" fmla="*/ 4360864 w 11243827"/>
              <a:gd name="connsiteY191" fmla="*/ 5641173 h 5687273"/>
              <a:gd name="connsiteX192" fmla="*/ 4328321 w 11243827"/>
              <a:gd name="connsiteY192" fmla="*/ 5626332 h 5687273"/>
              <a:gd name="connsiteX193" fmla="*/ 4309842 w 11243827"/>
              <a:gd name="connsiteY193" fmla="*/ 5626471 h 5687273"/>
              <a:gd name="connsiteX194" fmla="*/ 4277424 w 11243827"/>
              <a:gd name="connsiteY194" fmla="*/ 5631598 h 5687273"/>
              <a:gd name="connsiteX195" fmla="*/ 4266627 w 11243827"/>
              <a:gd name="connsiteY195" fmla="*/ 5633969 h 5687273"/>
              <a:gd name="connsiteX196" fmla="*/ 4185525 w 11243827"/>
              <a:gd name="connsiteY196" fmla="*/ 5617508 h 5687273"/>
              <a:gd name="connsiteX197" fmla="*/ 4177617 w 11243827"/>
              <a:gd name="connsiteY197" fmla="*/ 5610903 h 5687273"/>
              <a:gd name="connsiteX198" fmla="*/ 4136948 w 11243827"/>
              <a:gd name="connsiteY198" fmla="*/ 5608031 h 5687273"/>
              <a:gd name="connsiteX199" fmla="*/ 4132323 w 11243827"/>
              <a:gd name="connsiteY199" fmla="*/ 5609784 h 5687273"/>
              <a:gd name="connsiteX200" fmla="*/ 4098620 w 11243827"/>
              <a:gd name="connsiteY200" fmla="*/ 5599672 h 5687273"/>
              <a:gd name="connsiteX201" fmla="*/ 3963475 w 11243827"/>
              <a:gd name="connsiteY201" fmla="*/ 5581841 h 5687273"/>
              <a:gd name="connsiteX202" fmla="*/ 3703613 w 11243827"/>
              <a:gd name="connsiteY202" fmla="*/ 5572482 h 5687273"/>
              <a:gd name="connsiteX203" fmla="*/ 3432987 w 11243827"/>
              <a:gd name="connsiteY203" fmla="*/ 5545768 h 5687273"/>
              <a:gd name="connsiteX204" fmla="*/ 3176381 w 11243827"/>
              <a:gd name="connsiteY204" fmla="*/ 5556110 h 5687273"/>
              <a:gd name="connsiteX205" fmla="*/ 2710156 w 11243827"/>
              <a:gd name="connsiteY205" fmla="*/ 5527517 h 5687273"/>
              <a:gd name="connsiteX206" fmla="*/ 2550206 w 11243827"/>
              <a:gd name="connsiteY206" fmla="*/ 5524958 h 5687273"/>
              <a:gd name="connsiteX207" fmla="*/ 2443041 w 11243827"/>
              <a:gd name="connsiteY207" fmla="*/ 5523990 h 5687273"/>
              <a:gd name="connsiteX208" fmla="*/ 2435613 w 11243827"/>
              <a:gd name="connsiteY208" fmla="*/ 5526704 h 5687273"/>
              <a:gd name="connsiteX209" fmla="*/ 2405682 w 11243827"/>
              <a:gd name="connsiteY209" fmla="*/ 5528307 h 5687273"/>
              <a:gd name="connsiteX210" fmla="*/ 2397487 w 11243827"/>
              <a:gd name="connsiteY210" fmla="*/ 5540337 h 5687273"/>
              <a:gd name="connsiteX211" fmla="*/ 2297454 w 11243827"/>
              <a:gd name="connsiteY211" fmla="*/ 5550765 h 5687273"/>
              <a:gd name="connsiteX212" fmla="*/ 2056700 w 11243827"/>
              <a:gd name="connsiteY212" fmla="*/ 5555489 h 5687273"/>
              <a:gd name="connsiteX213" fmla="*/ 1878530 w 11243827"/>
              <a:gd name="connsiteY213" fmla="*/ 5535330 h 5687273"/>
              <a:gd name="connsiteX214" fmla="*/ 1859292 w 11243827"/>
              <a:gd name="connsiteY214" fmla="*/ 5535461 h 5687273"/>
              <a:gd name="connsiteX215" fmla="*/ 1835626 w 11243827"/>
              <a:gd name="connsiteY215" fmla="*/ 5533793 h 5687273"/>
              <a:gd name="connsiteX216" fmla="*/ 1798939 w 11243827"/>
              <a:gd name="connsiteY216" fmla="*/ 5540285 h 5687273"/>
              <a:gd name="connsiteX217" fmla="*/ 1779046 w 11243827"/>
              <a:gd name="connsiteY217" fmla="*/ 5549949 h 5687273"/>
              <a:gd name="connsiteX218" fmla="*/ 1772421 w 11243827"/>
              <a:gd name="connsiteY218" fmla="*/ 5549018 h 5687273"/>
              <a:gd name="connsiteX219" fmla="*/ 1772052 w 11243827"/>
              <a:gd name="connsiteY219" fmla="*/ 5545689 h 5687273"/>
              <a:gd name="connsiteX220" fmla="*/ 1711543 w 11243827"/>
              <a:gd name="connsiteY220" fmla="*/ 5534558 h 5687273"/>
              <a:gd name="connsiteX221" fmla="*/ 1698891 w 11243827"/>
              <a:gd name="connsiteY221" fmla="*/ 5513187 h 5687273"/>
              <a:gd name="connsiteX222" fmla="*/ 1538763 w 11243827"/>
              <a:gd name="connsiteY222" fmla="*/ 5482781 h 5687273"/>
              <a:gd name="connsiteX223" fmla="*/ 1501533 w 11243827"/>
              <a:gd name="connsiteY223" fmla="*/ 5467817 h 5687273"/>
              <a:gd name="connsiteX224" fmla="*/ 1461266 w 11243827"/>
              <a:gd name="connsiteY224" fmla="*/ 5469343 h 5687273"/>
              <a:gd name="connsiteX225" fmla="*/ 1449415 w 11243827"/>
              <a:gd name="connsiteY225" fmla="*/ 5460467 h 5687273"/>
              <a:gd name="connsiteX226" fmla="*/ 1447454 w 11243827"/>
              <a:gd name="connsiteY226" fmla="*/ 5458776 h 5687273"/>
              <a:gd name="connsiteX227" fmla="*/ 1437814 w 11243827"/>
              <a:gd name="connsiteY227" fmla="*/ 5455515 h 5687273"/>
              <a:gd name="connsiteX228" fmla="*/ 1437334 w 11243827"/>
              <a:gd name="connsiteY228" fmla="*/ 5450209 h 5687273"/>
              <a:gd name="connsiteX229" fmla="*/ 1424429 w 11243827"/>
              <a:gd name="connsiteY229" fmla="*/ 5442157 h 5687273"/>
              <a:gd name="connsiteX230" fmla="*/ 1406063 w 11243827"/>
              <a:gd name="connsiteY230" fmla="*/ 5437380 h 5687273"/>
              <a:gd name="connsiteX231" fmla="*/ 1316379 w 11243827"/>
              <a:gd name="connsiteY231" fmla="*/ 5419601 h 5687273"/>
              <a:gd name="connsiteX232" fmla="*/ 1264090 w 11243827"/>
              <a:gd name="connsiteY232" fmla="*/ 5406153 h 5687273"/>
              <a:gd name="connsiteX233" fmla="*/ 1246374 w 11243827"/>
              <a:gd name="connsiteY233" fmla="*/ 5396631 h 5687273"/>
              <a:gd name="connsiteX234" fmla="*/ 1220190 w 11243827"/>
              <a:gd name="connsiteY234" fmla="*/ 5386301 h 5687273"/>
              <a:gd name="connsiteX235" fmla="*/ 1175643 w 11243827"/>
              <a:gd name="connsiteY235" fmla="*/ 5364651 h 5687273"/>
              <a:gd name="connsiteX236" fmla="*/ 1150342 w 11243827"/>
              <a:gd name="connsiteY236" fmla="*/ 5358447 h 5687273"/>
              <a:gd name="connsiteX237" fmla="*/ 1137272 w 11243827"/>
              <a:gd name="connsiteY237" fmla="*/ 5351191 h 5687273"/>
              <a:gd name="connsiteX238" fmla="*/ 1131268 w 11243827"/>
              <a:gd name="connsiteY238" fmla="*/ 5350530 h 5687273"/>
              <a:gd name="connsiteX239" fmla="*/ 1112024 w 11243827"/>
              <a:gd name="connsiteY239" fmla="*/ 5345786 h 5687273"/>
              <a:gd name="connsiteX240" fmla="*/ 1100870 w 11243827"/>
              <a:gd name="connsiteY240" fmla="*/ 5343651 h 5687273"/>
              <a:gd name="connsiteX241" fmla="*/ 1096383 w 11243827"/>
              <a:gd name="connsiteY241" fmla="*/ 5343015 h 5687273"/>
              <a:gd name="connsiteX242" fmla="*/ 1085571 w 11243827"/>
              <a:gd name="connsiteY242" fmla="*/ 5345836 h 5687273"/>
              <a:gd name="connsiteX243" fmla="*/ 1073168 w 11243827"/>
              <a:gd name="connsiteY243" fmla="*/ 5341521 h 5687273"/>
              <a:gd name="connsiteX244" fmla="*/ 1058039 w 11243827"/>
              <a:gd name="connsiteY244" fmla="*/ 5343504 h 5687273"/>
              <a:gd name="connsiteX245" fmla="*/ 1055426 w 11243827"/>
              <a:gd name="connsiteY245" fmla="*/ 5339088 h 5687273"/>
              <a:gd name="connsiteX246" fmla="*/ 1044738 w 11243827"/>
              <a:gd name="connsiteY246" fmla="*/ 5333063 h 5687273"/>
              <a:gd name="connsiteX247" fmla="*/ 1033909 w 11243827"/>
              <a:gd name="connsiteY247" fmla="*/ 5335680 h 5687273"/>
              <a:gd name="connsiteX248" fmla="*/ 1012649 w 11243827"/>
              <a:gd name="connsiteY248" fmla="*/ 5334541 h 5687273"/>
              <a:gd name="connsiteX249" fmla="*/ 1007115 w 11243827"/>
              <a:gd name="connsiteY249" fmla="*/ 5332775 h 5687273"/>
              <a:gd name="connsiteX250" fmla="*/ 986002 w 11243827"/>
              <a:gd name="connsiteY250" fmla="*/ 5334906 h 5687273"/>
              <a:gd name="connsiteX251" fmla="*/ 953418 w 11243827"/>
              <a:gd name="connsiteY251" fmla="*/ 5333901 h 5687273"/>
              <a:gd name="connsiteX252" fmla="*/ 916854 w 11243827"/>
              <a:gd name="connsiteY252" fmla="*/ 5329435 h 5687273"/>
              <a:gd name="connsiteX253" fmla="*/ 905651 w 11243827"/>
              <a:gd name="connsiteY253" fmla="*/ 5332114 h 5687273"/>
              <a:gd name="connsiteX254" fmla="*/ 836961 w 11243827"/>
              <a:gd name="connsiteY254" fmla="*/ 5330803 h 5687273"/>
              <a:gd name="connsiteX255" fmla="*/ 817627 w 11243827"/>
              <a:gd name="connsiteY255" fmla="*/ 5330580 h 5687273"/>
              <a:gd name="connsiteX256" fmla="*/ 801817 w 11243827"/>
              <a:gd name="connsiteY256" fmla="*/ 5325937 h 5687273"/>
              <a:gd name="connsiteX257" fmla="*/ 798857 w 11243827"/>
              <a:gd name="connsiteY257" fmla="*/ 5320979 h 5687273"/>
              <a:gd name="connsiteX258" fmla="*/ 788354 w 11243827"/>
              <a:gd name="connsiteY258" fmla="*/ 5320143 h 5687273"/>
              <a:gd name="connsiteX259" fmla="*/ 785726 w 11243827"/>
              <a:gd name="connsiteY259" fmla="*/ 5318989 h 5687273"/>
              <a:gd name="connsiteX260" fmla="*/ 770507 w 11243827"/>
              <a:gd name="connsiteY260" fmla="*/ 5313309 h 5687273"/>
              <a:gd name="connsiteX261" fmla="*/ 733810 w 11243827"/>
              <a:gd name="connsiteY261" fmla="*/ 5324286 h 5687273"/>
              <a:gd name="connsiteX262" fmla="*/ 692117 w 11243827"/>
              <a:gd name="connsiteY262" fmla="*/ 5318786 h 5687273"/>
              <a:gd name="connsiteX263" fmla="*/ 528894 w 11243827"/>
              <a:gd name="connsiteY263" fmla="*/ 5327578 h 5687273"/>
              <a:gd name="connsiteX264" fmla="*/ 507005 w 11243827"/>
              <a:gd name="connsiteY264" fmla="*/ 5310149 h 5687273"/>
              <a:gd name="connsiteX265" fmla="*/ 441302 w 11243827"/>
              <a:gd name="connsiteY265" fmla="*/ 5307062 h 5687273"/>
              <a:gd name="connsiteX266" fmla="*/ 336819 w 11243827"/>
              <a:gd name="connsiteY266" fmla="*/ 5336690 h 5687273"/>
              <a:gd name="connsiteX267" fmla="*/ 215763 w 11243827"/>
              <a:gd name="connsiteY267" fmla="*/ 5332575 h 5687273"/>
              <a:gd name="connsiteX268" fmla="*/ 205927 w 11243827"/>
              <a:gd name="connsiteY268" fmla="*/ 5339672 h 5687273"/>
              <a:gd name="connsiteX269" fmla="*/ 194189 w 11243827"/>
              <a:gd name="connsiteY269" fmla="*/ 5343588 h 5687273"/>
              <a:gd name="connsiteX270" fmla="*/ 192552 w 11243827"/>
              <a:gd name="connsiteY270" fmla="*/ 5342845 h 5687273"/>
              <a:gd name="connsiteX271" fmla="*/ 178320 w 11243827"/>
              <a:gd name="connsiteY271" fmla="*/ 5343766 h 5687273"/>
              <a:gd name="connsiteX272" fmla="*/ 175596 w 11243827"/>
              <a:gd name="connsiteY272" fmla="*/ 5346411 h 5687273"/>
              <a:gd name="connsiteX273" fmla="*/ 165951 w 11243827"/>
              <a:gd name="connsiteY273" fmla="*/ 5347808 h 5687273"/>
              <a:gd name="connsiteX274" fmla="*/ 147287 w 11243827"/>
              <a:gd name="connsiteY274" fmla="*/ 5352625 h 5687273"/>
              <a:gd name="connsiteX275" fmla="*/ 143484 w 11243827"/>
              <a:gd name="connsiteY275" fmla="*/ 5351591 h 5687273"/>
              <a:gd name="connsiteX276" fmla="*/ 114847 w 11243827"/>
              <a:gd name="connsiteY276" fmla="*/ 5355844 h 5687273"/>
              <a:gd name="connsiteX277" fmla="*/ 114306 w 11243827"/>
              <a:gd name="connsiteY277" fmla="*/ 5354983 h 5687273"/>
              <a:gd name="connsiteX278" fmla="*/ 105588 w 11243827"/>
              <a:gd name="connsiteY278" fmla="*/ 5352169 h 5687273"/>
              <a:gd name="connsiteX279" fmla="*/ 89264 w 11243827"/>
              <a:gd name="connsiteY279" fmla="*/ 5348886 h 5687273"/>
              <a:gd name="connsiteX280" fmla="*/ 49794 w 11243827"/>
              <a:gd name="connsiteY280" fmla="*/ 5329950 h 5687273"/>
              <a:gd name="connsiteX281" fmla="*/ 19924 w 11243827"/>
              <a:gd name="connsiteY281" fmla="*/ 5334282 h 5687273"/>
              <a:gd name="connsiteX282" fmla="*/ 13819 w 11243827"/>
              <a:gd name="connsiteY282" fmla="*/ 5334653 h 5687273"/>
              <a:gd name="connsiteX283" fmla="*/ 13657 w 11243827"/>
              <a:gd name="connsiteY283" fmla="*/ 5334455 h 5687273"/>
              <a:gd name="connsiteX284" fmla="*/ 7139 w 11243827"/>
              <a:gd name="connsiteY284" fmla="*/ 5334438 h 5687273"/>
              <a:gd name="connsiteX285" fmla="*/ 2684 w 11243827"/>
              <a:gd name="connsiteY285" fmla="*/ 5335333 h 5687273"/>
              <a:gd name="connsiteX286" fmla="*/ 0 w 11243827"/>
              <a:gd name="connsiteY286" fmla="*/ 5335496 h 5687273"/>
              <a:gd name="connsiteX287" fmla="*/ 0 w 11243827"/>
              <a:gd name="connsiteY287" fmla="*/ 10592 h 5687273"/>
              <a:gd name="connsiteX288" fmla="*/ 11243827 w 11243827"/>
              <a:gd name="connsiteY288" fmla="*/ 0 h 56872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05927 w 11243827"/>
              <a:gd name="connsiteY267" fmla="*/ 5339672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70932 w 11243827"/>
              <a:gd name="connsiteY267" fmla="*/ 5345451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105588 w 11243827"/>
              <a:gd name="connsiteY276" fmla="*/ 5352169 h 5641173"/>
              <a:gd name="connsiteX277" fmla="*/ 89264 w 11243827"/>
              <a:gd name="connsiteY277" fmla="*/ 5348886 h 5641173"/>
              <a:gd name="connsiteX278" fmla="*/ 49794 w 11243827"/>
              <a:gd name="connsiteY278" fmla="*/ 5329950 h 5641173"/>
              <a:gd name="connsiteX279" fmla="*/ 19924 w 11243827"/>
              <a:gd name="connsiteY279" fmla="*/ 5334282 h 5641173"/>
              <a:gd name="connsiteX280" fmla="*/ 13819 w 11243827"/>
              <a:gd name="connsiteY280" fmla="*/ 5334653 h 5641173"/>
              <a:gd name="connsiteX281" fmla="*/ 13657 w 11243827"/>
              <a:gd name="connsiteY281" fmla="*/ 5334455 h 5641173"/>
              <a:gd name="connsiteX282" fmla="*/ 7139 w 11243827"/>
              <a:gd name="connsiteY282" fmla="*/ 5334438 h 5641173"/>
              <a:gd name="connsiteX283" fmla="*/ 2684 w 11243827"/>
              <a:gd name="connsiteY283" fmla="*/ 5335333 h 5641173"/>
              <a:gd name="connsiteX284" fmla="*/ 0 w 11243827"/>
              <a:gd name="connsiteY284" fmla="*/ 5335496 h 5641173"/>
              <a:gd name="connsiteX285" fmla="*/ 0 w 11243827"/>
              <a:gd name="connsiteY285" fmla="*/ 10592 h 5641173"/>
              <a:gd name="connsiteX286" fmla="*/ 11243827 w 11243827"/>
              <a:gd name="connsiteY286"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89264 w 11243827"/>
              <a:gd name="connsiteY276" fmla="*/ 5348886 h 5641173"/>
              <a:gd name="connsiteX277" fmla="*/ 49794 w 11243827"/>
              <a:gd name="connsiteY277" fmla="*/ 5329950 h 5641173"/>
              <a:gd name="connsiteX278" fmla="*/ 19924 w 11243827"/>
              <a:gd name="connsiteY278" fmla="*/ 5334282 h 5641173"/>
              <a:gd name="connsiteX279" fmla="*/ 13819 w 11243827"/>
              <a:gd name="connsiteY279" fmla="*/ 5334653 h 5641173"/>
              <a:gd name="connsiteX280" fmla="*/ 13657 w 11243827"/>
              <a:gd name="connsiteY280" fmla="*/ 5334455 h 5641173"/>
              <a:gd name="connsiteX281" fmla="*/ 7139 w 11243827"/>
              <a:gd name="connsiteY281" fmla="*/ 5334438 h 5641173"/>
              <a:gd name="connsiteX282" fmla="*/ 2684 w 11243827"/>
              <a:gd name="connsiteY282" fmla="*/ 5335333 h 5641173"/>
              <a:gd name="connsiteX283" fmla="*/ 0 w 11243827"/>
              <a:gd name="connsiteY283" fmla="*/ 5335496 h 5641173"/>
              <a:gd name="connsiteX284" fmla="*/ 0 w 11243827"/>
              <a:gd name="connsiteY284" fmla="*/ 10592 h 5641173"/>
              <a:gd name="connsiteX285" fmla="*/ 11243827 w 11243827"/>
              <a:gd name="connsiteY285"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14847 w 11243827"/>
              <a:gd name="connsiteY273" fmla="*/ 5355844 h 5641173"/>
              <a:gd name="connsiteX274" fmla="*/ 114306 w 11243827"/>
              <a:gd name="connsiteY274" fmla="*/ 5354983 h 5641173"/>
              <a:gd name="connsiteX275" fmla="*/ 89264 w 11243827"/>
              <a:gd name="connsiteY275" fmla="*/ 5348886 h 5641173"/>
              <a:gd name="connsiteX276" fmla="*/ 49794 w 11243827"/>
              <a:gd name="connsiteY276" fmla="*/ 5329950 h 5641173"/>
              <a:gd name="connsiteX277" fmla="*/ 19924 w 11243827"/>
              <a:gd name="connsiteY277" fmla="*/ 5334282 h 5641173"/>
              <a:gd name="connsiteX278" fmla="*/ 13819 w 11243827"/>
              <a:gd name="connsiteY278" fmla="*/ 5334653 h 5641173"/>
              <a:gd name="connsiteX279" fmla="*/ 13657 w 11243827"/>
              <a:gd name="connsiteY279" fmla="*/ 5334455 h 5641173"/>
              <a:gd name="connsiteX280" fmla="*/ 7139 w 11243827"/>
              <a:gd name="connsiteY280" fmla="*/ 5334438 h 5641173"/>
              <a:gd name="connsiteX281" fmla="*/ 2684 w 11243827"/>
              <a:gd name="connsiteY281" fmla="*/ 5335333 h 5641173"/>
              <a:gd name="connsiteX282" fmla="*/ 0 w 11243827"/>
              <a:gd name="connsiteY282" fmla="*/ 5335496 h 5641173"/>
              <a:gd name="connsiteX283" fmla="*/ 0 w 11243827"/>
              <a:gd name="connsiteY283" fmla="*/ 10592 h 5641173"/>
              <a:gd name="connsiteX284" fmla="*/ 11243827 w 11243827"/>
              <a:gd name="connsiteY284"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47287 w 11243827"/>
              <a:gd name="connsiteY271" fmla="*/ 5352625 h 5641173"/>
              <a:gd name="connsiteX272" fmla="*/ 114847 w 11243827"/>
              <a:gd name="connsiteY272" fmla="*/ 5355844 h 5641173"/>
              <a:gd name="connsiteX273" fmla="*/ 114306 w 11243827"/>
              <a:gd name="connsiteY273" fmla="*/ 5354983 h 5641173"/>
              <a:gd name="connsiteX274" fmla="*/ 89264 w 11243827"/>
              <a:gd name="connsiteY274" fmla="*/ 5348886 h 5641173"/>
              <a:gd name="connsiteX275" fmla="*/ 49794 w 11243827"/>
              <a:gd name="connsiteY275" fmla="*/ 5329950 h 5641173"/>
              <a:gd name="connsiteX276" fmla="*/ 19924 w 11243827"/>
              <a:gd name="connsiteY276" fmla="*/ 5334282 h 5641173"/>
              <a:gd name="connsiteX277" fmla="*/ 13819 w 11243827"/>
              <a:gd name="connsiteY277" fmla="*/ 5334653 h 5641173"/>
              <a:gd name="connsiteX278" fmla="*/ 13657 w 11243827"/>
              <a:gd name="connsiteY278" fmla="*/ 5334455 h 5641173"/>
              <a:gd name="connsiteX279" fmla="*/ 7139 w 11243827"/>
              <a:gd name="connsiteY279" fmla="*/ 5334438 h 5641173"/>
              <a:gd name="connsiteX280" fmla="*/ 2684 w 11243827"/>
              <a:gd name="connsiteY280" fmla="*/ 5335333 h 5641173"/>
              <a:gd name="connsiteX281" fmla="*/ 0 w 11243827"/>
              <a:gd name="connsiteY281" fmla="*/ 5335496 h 5641173"/>
              <a:gd name="connsiteX282" fmla="*/ 0 w 11243827"/>
              <a:gd name="connsiteY282" fmla="*/ 10592 h 5641173"/>
              <a:gd name="connsiteX283" fmla="*/ 11243827 w 11243827"/>
              <a:gd name="connsiteY283"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12024 w 11243827"/>
              <a:gd name="connsiteY238" fmla="*/ 5345786 h 5641173"/>
              <a:gd name="connsiteX239" fmla="*/ 1100870 w 11243827"/>
              <a:gd name="connsiteY239" fmla="*/ 5343651 h 5641173"/>
              <a:gd name="connsiteX240" fmla="*/ 1096383 w 11243827"/>
              <a:gd name="connsiteY240" fmla="*/ 5343015 h 5641173"/>
              <a:gd name="connsiteX241" fmla="*/ 1085571 w 11243827"/>
              <a:gd name="connsiteY241" fmla="*/ 5345836 h 5641173"/>
              <a:gd name="connsiteX242" fmla="*/ 1073168 w 11243827"/>
              <a:gd name="connsiteY242" fmla="*/ 5341521 h 5641173"/>
              <a:gd name="connsiteX243" fmla="*/ 1058039 w 11243827"/>
              <a:gd name="connsiteY243" fmla="*/ 5343504 h 5641173"/>
              <a:gd name="connsiteX244" fmla="*/ 1055426 w 11243827"/>
              <a:gd name="connsiteY244" fmla="*/ 5339088 h 5641173"/>
              <a:gd name="connsiteX245" fmla="*/ 1044738 w 11243827"/>
              <a:gd name="connsiteY245" fmla="*/ 5333063 h 5641173"/>
              <a:gd name="connsiteX246" fmla="*/ 1033909 w 11243827"/>
              <a:gd name="connsiteY246" fmla="*/ 5335680 h 5641173"/>
              <a:gd name="connsiteX247" fmla="*/ 1012649 w 11243827"/>
              <a:gd name="connsiteY247" fmla="*/ 5334541 h 5641173"/>
              <a:gd name="connsiteX248" fmla="*/ 1007115 w 11243827"/>
              <a:gd name="connsiteY248" fmla="*/ 5332775 h 5641173"/>
              <a:gd name="connsiteX249" fmla="*/ 986002 w 11243827"/>
              <a:gd name="connsiteY249" fmla="*/ 5334906 h 5641173"/>
              <a:gd name="connsiteX250" fmla="*/ 953418 w 11243827"/>
              <a:gd name="connsiteY250" fmla="*/ 5333901 h 5641173"/>
              <a:gd name="connsiteX251" fmla="*/ 916854 w 11243827"/>
              <a:gd name="connsiteY251" fmla="*/ 5329435 h 5641173"/>
              <a:gd name="connsiteX252" fmla="*/ 905651 w 11243827"/>
              <a:gd name="connsiteY252" fmla="*/ 5332114 h 5641173"/>
              <a:gd name="connsiteX253" fmla="*/ 836961 w 11243827"/>
              <a:gd name="connsiteY253" fmla="*/ 5330803 h 5641173"/>
              <a:gd name="connsiteX254" fmla="*/ 817627 w 11243827"/>
              <a:gd name="connsiteY254" fmla="*/ 5330580 h 5641173"/>
              <a:gd name="connsiteX255" fmla="*/ 801817 w 11243827"/>
              <a:gd name="connsiteY255" fmla="*/ 5325937 h 5641173"/>
              <a:gd name="connsiteX256" fmla="*/ 798857 w 11243827"/>
              <a:gd name="connsiteY256" fmla="*/ 5320979 h 5641173"/>
              <a:gd name="connsiteX257" fmla="*/ 788354 w 11243827"/>
              <a:gd name="connsiteY257" fmla="*/ 5320143 h 5641173"/>
              <a:gd name="connsiteX258" fmla="*/ 785726 w 11243827"/>
              <a:gd name="connsiteY258" fmla="*/ 5318989 h 5641173"/>
              <a:gd name="connsiteX259" fmla="*/ 770507 w 11243827"/>
              <a:gd name="connsiteY259" fmla="*/ 5313309 h 5641173"/>
              <a:gd name="connsiteX260" fmla="*/ 733810 w 11243827"/>
              <a:gd name="connsiteY260" fmla="*/ 5324286 h 5641173"/>
              <a:gd name="connsiteX261" fmla="*/ 692117 w 11243827"/>
              <a:gd name="connsiteY261" fmla="*/ 5318786 h 5641173"/>
              <a:gd name="connsiteX262" fmla="*/ 574943 w 11243827"/>
              <a:gd name="connsiteY262" fmla="*/ 5327578 h 5641173"/>
              <a:gd name="connsiteX263" fmla="*/ 441302 w 11243827"/>
              <a:gd name="connsiteY263" fmla="*/ 5307062 h 5641173"/>
              <a:gd name="connsiteX264" fmla="*/ 336819 w 11243827"/>
              <a:gd name="connsiteY264" fmla="*/ 5336690 h 5641173"/>
              <a:gd name="connsiteX265" fmla="*/ 270932 w 11243827"/>
              <a:gd name="connsiteY265" fmla="*/ 5345451 h 5641173"/>
              <a:gd name="connsiteX266" fmla="*/ 194189 w 11243827"/>
              <a:gd name="connsiteY266" fmla="*/ 5343588 h 5641173"/>
              <a:gd name="connsiteX267" fmla="*/ 192552 w 11243827"/>
              <a:gd name="connsiteY267" fmla="*/ 5342845 h 5641173"/>
              <a:gd name="connsiteX268" fmla="*/ 178320 w 11243827"/>
              <a:gd name="connsiteY268" fmla="*/ 5343766 h 5641173"/>
              <a:gd name="connsiteX269" fmla="*/ 175596 w 11243827"/>
              <a:gd name="connsiteY269" fmla="*/ 5346411 h 5641173"/>
              <a:gd name="connsiteX270" fmla="*/ 147287 w 11243827"/>
              <a:gd name="connsiteY270" fmla="*/ 5352625 h 5641173"/>
              <a:gd name="connsiteX271" fmla="*/ 114847 w 11243827"/>
              <a:gd name="connsiteY271" fmla="*/ 5355844 h 5641173"/>
              <a:gd name="connsiteX272" fmla="*/ 114306 w 11243827"/>
              <a:gd name="connsiteY272" fmla="*/ 5354983 h 5641173"/>
              <a:gd name="connsiteX273" fmla="*/ 89264 w 11243827"/>
              <a:gd name="connsiteY273" fmla="*/ 5348886 h 5641173"/>
              <a:gd name="connsiteX274" fmla="*/ 49794 w 11243827"/>
              <a:gd name="connsiteY274" fmla="*/ 5329950 h 5641173"/>
              <a:gd name="connsiteX275" fmla="*/ 19924 w 11243827"/>
              <a:gd name="connsiteY275" fmla="*/ 5334282 h 5641173"/>
              <a:gd name="connsiteX276" fmla="*/ 13819 w 11243827"/>
              <a:gd name="connsiteY276" fmla="*/ 5334653 h 5641173"/>
              <a:gd name="connsiteX277" fmla="*/ 13657 w 11243827"/>
              <a:gd name="connsiteY277" fmla="*/ 5334455 h 5641173"/>
              <a:gd name="connsiteX278" fmla="*/ 7139 w 11243827"/>
              <a:gd name="connsiteY278" fmla="*/ 5334438 h 5641173"/>
              <a:gd name="connsiteX279" fmla="*/ 2684 w 11243827"/>
              <a:gd name="connsiteY279" fmla="*/ 5335333 h 5641173"/>
              <a:gd name="connsiteX280" fmla="*/ 0 w 11243827"/>
              <a:gd name="connsiteY280" fmla="*/ 5335496 h 5641173"/>
              <a:gd name="connsiteX281" fmla="*/ 0 w 11243827"/>
              <a:gd name="connsiteY281" fmla="*/ 10592 h 5641173"/>
              <a:gd name="connsiteX282" fmla="*/ 11243827 w 11243827"/>
              <a:gd name="connsiteY282"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73168 w 11243827"/>
              <a:gd name="connsiteY241" fmla="*/ 5341521 h 5641173"/>
              <a:gd name="connsiteX242" fmla="*/ 1058039 w 11243827"/>
              <a:gd name="connsiteY242" fmla="*/ 5343504 h 5641173"/>
              <a:gd name="connsiteX243" fmla="*/ 1055426 w 11243827"/>
              <a:gd name="connsiteY243" fmla="*/ 5339088 h 5641173"/>
              <a:gd name="connsiteX244" fmla="*/ 1044738 w 11243827"/>
              <a:gd name="connsiteY244" fmla="*/ 5333063 h 5641173"/>
              <a:gd name="connsiteX245" fmla="*/ 1033909 w 11243827"/>
              <a:gd name="connsiteY245" fmla="*/ 5335680 h 5641173"/>
              <a:gd name="connsiteX246" fmla="*/ 1012649 w 11243827"/>
              <a:gd name="connsiteY246" fmla="*/ 5334541 h 5641173"/>
              <a:gd name="connsiteX247" fmla="*/ 1007115 w 11243827"/>
              <a:gd name="connsiteY247" fmla="*/ 5332775 h 5641173"/>
              <a:gd name="connsiteX248" fmla="*/ 986002 w 11243827"/>
              <a:gd name="connsiteY248" fmla="*/ 5334906 h 5641173"/>
              <a:gd name="connsiteX249" fmla="*/ 953418 w 11243827"/>
              <a:gd name="connsiteY249" fmla="*/ 5333901 h 5641173"/>
              <a:gd name="connsiteX250" fmla="*/ 916854 w 11243827"/>
              <a:gd name="connsiteY250" fmla="*/ 5329435 h 5641173"/>
              <a:gd name="connsiteX251" fmla="*/ 905651 w 11243827"/>
              <a:gd name="connsiteY251" fmla="*/ 5332114 h 5641173"/>
              <a:gd name="connsiteX252" fmla="*/ 836961 w 11243827"/>
              <a:gd name="connsiteY252" fmla="*/ 5330803 h 5641173"/>
              <a:gd name="connsiteX253" fmla="*/ 817627 w 11243827"/>
              <a:gd name="connsiteY253" fmla="*/ 5330580 h 5641173"/>
              <a:gd name="connsiteX254" fmla="*/ 801817 w 11243827"/>
              <a:gd name="connsiteY254" fmla="*/ 5325937 h 5641173"/>
              <a:gd name="connsiteX255" fmla="*/ 798857 w 11243827"/>
              <a:gd name="connsiteY255" fmla="*/ 5320979 h 5641173"/>
              <a:gd name="connsiteX256" fmla="*/ 788354 w 11243827"/>
              <a:gd name="connsiteY256" fmla="*/ 5320143 h 5641173"/>
              <a:gd name="connsiteX257" fmla="*/ 785726 w 11243827"/>
              <a:gd name="connsiteY257" fmla="*/ 5318989 h 5641173"/>
              <a:gd name="connsiteX258" fmla="*/ 770507 w 11243827"/>
              <a:gd name="connsiteY258" fmla="*/ 5313309 h 5641173"/>
              <a:gd name="connsiteX259" fmla="*/ 733810 w 11243827"/>
              <a:gd name="connsiteY259" fmla="*/ 5324286 h 5641173"/>
              <a:gd name="connsiteX260" fmla="*/ 692117 w 11243827"/>
              <a:gd name="connsiteY260" fmla="*/ 5318786 h 5641173"/>
              <a:gd name="connsiteX261" fmla="*/ 574943 w 11243827"/>
              <a:gd name="connsiteY261" fmla="*/ 5327578 h 5641173"/>
              <a:gd name="connsiteX262" fmla="*/ 441302 w 11243827"/>
              <a:gd name="connsiteY262" fmla="*/ 5307062 h 5641173"/>
              <a:gd name="connsiteX263" fmla="*/ 336819 w 11243827"/>
              <a:gd name="connsiteY263" fmla="*/ 5336690 h 5641173"/>
              <a:gd name="connsiteX264" fmla="*/ 270932 w 11243827"/>
              <a:gd name="connsiteY264" fmla="*/ 5345451 h 5641173"/>
              <a:gd name="connsiteX265" fmla="*/ 194189 w 11243827"/>
              <a:gd name="connsiteY265" fmla="*/ 5343588 h 5641173"/>
              <a:gd name="connsiteX266" fmla="*/ 192552 w 11243827"/>
              <a:gd name="connsiteY266" fmla="*/ 5342845 h 5641173"/>
              <a:gd name="connsiteX267" fmla="*/ 178320 w 11243827"/>
              <a:gd name="connsiteY267" fmla="*/ 5343766 h 5641173"/>
              <a:gd name="connsiteX268" fmla="*/ 175596 w 11243827"/>
              <a:gd name="connsiteY268" fmla="*/ 5346411 h 5641173"/>
              <a:gd name="connsiteX269" fmla="*/ 147287 w 11243827"/>
              <a:gd name="connsiteY269" fmla="*/ 5352625 h 5641173"/>
              <a:gd name="connsiteX270" fmla="*/ 114847 w 11243827"/>
              <a:gd name="connsiteY270" fmla="*/ 5355844 h 5641173"/>
              <a:gd name="connsiteX271" fmla="*/ 114306 w 11243827"/>
              <a:gd name="connsiteY271" fmla="*/ 5354983 h 5641173"/>
              <a:gd name="connsiteX272" fmla="*/ 89264 w 11243827"/>
              <a:gd name="connsiteY272" fmla="*/ 5348886 h 5641173"/>
              <a:gd name="connsiteX273" fmla="*/ 49794 w 11243827"/>
              <a:gd name="connsiteY273" fmla="*/ 5329950 h 5641173"/>
              <a:gd name="connsiteX274" fmla="*/ 19924 w 11243827"/>
              <a:gd name="connsiteY274" fmla="*/ 5334282 h 5641173"/>
              <a:gd name="connsiteX275" fmla="*/ 13819 w 11243827"/>
              <a:gd name="connsiteY275" fmla="*/ 5334653 h 5641173"/>
              <a:gd name="connsiteX276" fmla="*/ 13657 w 11243827"/>
              <a:gd name="connsiteY276" fmla="*/ 5334455 h 5641173"/>
              <a:gd name="connsiteX277" fmla="*/ 7139 w 11243827"/>
              <a:gd name="connsiteY277" fmla="*/ 5334438 h 5641173"/>
              <a:gd name="connsiteX278" fmla="*/ 2684 w 11243827"/>
              <a:gd name="connsiteY278" fmla="*/ 5335333 h 5641173"/>
              <a:gd name="connsiteX279" fmla="*/ 0 w 11243827"/>
              <a:gd name="connsiteY279" fmla="*/ 5335496 h 5641173"/>
              <a:gd name="connsiteX280" fmla="*/ 0 w 11243827"/>
              <a:gd name="connsiteY280" fmla="*/ 10592 h 5641173"/>
              <a:gd name="connsiteX281" fmla="*/ 11243827 w 11243827"/>
              <a:gd name="connsiteY281"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8405 w 11243827"/>
              <a:gd name="connsiteY251" fmla="*/ 5339470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209610 h 5641173"/>
              <a:gd name="connsiteX3" fmla="*/ 11240675 w 11243827"/>
              <a:gd name="connsiteY3" fmla="*/ 5210442 h 5641173"/>
              <a:gd name="connsiteX4" fmla="*/ 11179959 w 11243827"/>
              <a:gd name="connsiteY4" fmla="*/ 5221199 h 5641173"/>
              <a:gd name="connsiteX5" fmla="*/ 11105493 w 11243827"/>
              <a:gd name="connsiteY5" fmla="*/ 5259905 h 5641173"/>
              <a:gd name="connsiteX6" fmla="*/ 11078640 w 11243827"/>
              <a:gd name="connsiteY6" fmla="*/ 5263531 h 5641173"/>
              <a:gd name="connsiteX7" fmla="*/ 11079616 w 11243827"/>
              <a:gd name="connsiteY7" fmla="*/ 5270380 h 5641173"/>
              <a:gd name="connsiteX8" fmla="*/ 11069641 w 11243827"/>
              <a:gd name="connsiteY8" fmla="*/ 5270884 h 5641173"/>
              <a:gd name="connsiteX9" fmla="*/ 11047377 w 11243827"/>
              <a:gd name="connsiteY9" fmla="*/ 5271051 h 5641173"/>
              <a:gd name="connsiteX10" fmla="*/ 10980705 w 11243827"/>
              <a:gd name="connsiteY10" fmla="*/ 5272951 h 5641173"/>
              <a:gd name="connsiteX11" fmla="*/ 10962514 w 11243827"/>
              <a:gd name="connsiteY11" fmla="*/ 5286084 h 5641173"/>
              <a:gd name="connsiteX12" fmla="*/ 10945307 w 11243827"/>
              <a:gd name="connsiteY12" fmla="*/ 5286290 h 5641173"/>
              <a:gd name="connsiteX13" fmla="*/ 10845516 w 11243827"/>
              <a:gd name="connsiteY13" fmla="*/ 5303894 h 5641173"/>
              <a:gd name="connsiteX14" fmla="*/ 10831795 w 11243827"/>
              <a:gd name="connsiteY14" fmla="*/ 5305210 h 5641173"/>
              <a:gd name="connsiteX15" fmla="*/ 10824365 w 11243827"/>
              <a:gd name="connsiteY15" fmla="*/ 5311111 h 5641173"/>
              <a:gd name="connsiteX16" fmla="*/ 10797756 w 11243827"/>
              <a:gd name="connsiteY16" fmla="*/ 5312285 h 5641173"/>
              <a:gd name="connsiteX17" fmla="*/ 10796525 w 11243827"/>
              <a:gd name="connsiteY17" fmla="*/ 5315645 h 5641173"/>
              <a:gd name="connsiteX18" fmla="*/ 10709063 w 11243827"/>
              <a:gd name="connsiteY18" fmla="*/ 5344492 h 5641173"/>
              <a:gd name="connsiteX19" fmla="*/ 10694078 w 11243827"/>
              <a:gd name="connsiteY19" fmla="*/ 5349258 h 5641173"/>
              <a:gd name="connsiteX20" fmla="*/ 10681131 w 11243827"/>
              <a:gd name="connsiteY20" fmla="*/ 5347812 h 5641173"/>
              <a:gd name="connsiteX21" fmla="*/ 10609448 w 11243827"/>
              <a:gd name="connsiteY21" fmla="*/ 5351931 h 5641173"/>
              <a:gd name="connsiteX22" fmla="*/ 10592397 w 11243827"/>
              <a:gd name="connsiteY22" fmla="*/ 5349402 h 5641173"/>
              <a:gd name="connsiteX23" fmla="*/ 10585227 w 11243827"/>
              <a:gd name="connsiteY23" fmla="*/ 5344063 h 5641173"/>
              <a:gd name="connsiteX24" fmla="*/ 10557472 w 11243827"/>
              <a:gd name="connsiteY24" fmla="*/ 5354151 h 5641173"/>
              <a:gd name="connsiteX25" fmla="*/ 10514646 w 11243827"/>
              <a:gd name="connsiteY25" fmla="*/ 5361064 h 5641173"/>
              <a:gd name="connsiteX26" fmla="*/ 10494292 w 11243827"/>
              <a:gd name="connsiteY26" fmla="*/ 5366054 h 5641173"/>
              <a:gd name="connsiteX27" fmla="*/ 10477869 w 11243827"/>
              <a:gd name="connsiteY27" fmla="*/ 5363025 h 5641173"/>
              <a:gd name="connsiteX28" fmla="*/ 10384411 w 11243827"/>
              <a:gd name="connsiteY28" fmla="*/ 5362257 h 5641173"/>
              <a:gd name="connsiteX29" fmla="*/ 10362921 w 11243827"/>
              <a:gd name="connsiteY29" fmla="*/ 5357444 h 5641173"/>
              <a:gd name="connsiteX30" fmla="*/ 10352736 w 11243827"/>
              <a:gd name="connsiteY30" fmla="*/ 5347851 h 5641173"/>
              <a:gd name="connsiteX31" fmla="*/ 10344754 w 11243827"/>
              <a:gd name="connsiteY31" fmla="*/ 5351272 h 5641173"/>
              <a:gd name="connsiteX32" fmla="*/ 10288226 w 11243827"/>
              <a:gd name="connsiteY32" fmla="*/ 5351613 h 5641173"/>
              <a:gd name="connsiteX33" fmla="*/ 10251350 w 11243827"/>
              <a:gd name="connsiteY33" fmla="*/ 5352711 h 5641173"/>
              <a:gd name="connsiteX34" fmla="*/ 10249108 w 11243827"/>
              <a:gd name="connsiteY34" fmla="*/ 5365881 h 5641173"/>
              <a:gd name="connsiteX35" fmla="*/ 10216272 w 11243827"/>
              <a:gd name="connsiteY35" fmla="*/ 5370573 h 5641173"/>
              <a:gd name="connsiteX36" fmla="*/ 10181278 w 11243827"/>
              <a:gd name="connsiteY36" fmla="*/ 5362119 h 5641173"/>
              <a:gd name="connsiteX37" fmla="*/ 10140033 w 11243827"/>
              <a:gd name="connsiteY37" fmla="*/ 5363304 h 5641173"/>
              <a:gd name="connsiteX38" fmla="*/ 10115353 w 11243827"/>
              <a:gd name="connsiteY38" fmla="*/ 5363869 h 5641173"/>
              <a:gd name="connsiteX39" fmla="*/ 10050578 w 11243827"/>
              <a:gd name="connsiteY39" fmla="*/ 5376153 h 5641173"/>
              <a:gd name="connsiteX40" fmla="*/ 9945478 w 11243827"/>
              <a:gd name="connsiteY40" fmla="*/ 5422859 h 5641173"/>
              <a:gd name="connsiteX41" fmla="*/ 9912481 w 11243827"/>
              <a:gd name="connsiteY41" fmla="*/ 5429477 h 5641173"/>
              <a:gd name="connsiteX42" fmla="*/ 9906713 w 11243827"/>
              <a:gd name="connsiteY42" fmla="*/ 5426784 h 5641173"/>
              <a:gd name="connsiteX43" fmla="*/ 9742436 w 11243827"/>
              <a:gd name="connsiteY43" fmla="*/ 5454834 h 5641173"/>
              <a:gd name="connsiteX44" fmla="*/ 9713044 w 11243827"/>
              <a:gd name="connsiteY44" fmla="*/ 5456476 h 5641173"/>
              <a:gd name="connsiteX45" fmla="*/ 9691033 w 11243827"/>
              <a:gd name="connsiteY45" fmla="*/ 5455451 h 5641173"/>
              <a:gd name="connsiteX46" fmla="*/ 9638355 w 11243827"/>
              <a:gd name="connsiteY46" fmla="*/ 5464794 h 5641173"/>
              <a:gd name="connsiteX47" fmla="*/ 9552434 w 11243827"/>
              <a:gd name="connsiteY47" fmla="*/ 5485280 h 5641173"/>
              <a:gd name="connsiteX48" fmla="*/ 9533883 w 11243827"/>
              <a:gd name="connsiteY48" fmla="*/ 5488516 h 5641173"/>
              <a:gd name="connsiteX49" fmla="*/ 9516916 w 11243827"/>
              <a:gd name="connsiteY49" fmla="*/ 5486828 h 5641173"/>
              <a:gd name="connsiteX50" fmla="*/ 9512093 w 11243827"/>
              <a:gd name="connsiteY50" fmla="*/ 5482541 h 5641173"/>
              <a:gd name="connsiteX51" fmla="*/ 9501725 w 11243827"/>
              <a:gd name="connsiteY51" fmla="*/ 5483603 h 5641173"/>
              <a:gd name="connsiteX52" fmla="*/ 9498754 w 11243827"/>
              <a:gd name="connsiteY52" fmla="*/ 5482951 h 5641173"/>
              <a:gd name="connsiteX53" fmla="*/ 9481932 w 11243827"/>
              <a:gd name="connsiteY53" fmla="*/ 5480151 h 5641173"/>
              <a:gd name="connsiteX54" fmla="*/ 9451321 w 11243827"/>
              <a:gd name="connsiteY54" fmla="*/ 5497375 h 5641173"/>
              <a:gd name="connsiteX55" fmla="*/ 9409298 w 11243827"/>
              <a:gd name="connsiteY55" fmla="*/ 5499478 h 5641173"/>
              <a:gd name="connsiteX56" fmla="*/ 9303056 w 11243827"/>
              <a:gd name="connsiteY56" fmla="*/ 5519093 h 5641173"/>
              <a:gd name="connsiteX57" fmla="*/ 9229078 w 11243827"/>
              <a:gd name="connsiteY57" fmla="*/ 5524154 h 5641173"/>
              <a:gd name="connsiteX58" fmla="*/ 9165105 w 11243827"/>
              <a:gd name="connsiteY58" fmla="*/ 5532892 h 5641173"/>
              <a:gd name="connsiteX59" fmla="*/ 9077301 w 11243827"/>
              <a:gd name="connsiteY59" fmla="*/ 5580356 h 5641173"/>
              <a:gd name="connsiteX60" fmla="*/ 8960065 w 11243827"/>
              <a:gd name="connsiteY60" fmla="*/ 5597982 h 5641173"/>
              <a:gd name="connsiteX61" fmla="*/ 8953536 w 11243827"/>
              <a:gd name="connsiteY61" fmla="*/ 5606638 h 5641173"/>
              <a:gd name="connsiteX62" fmla="*/ 8943907 w 11243827"/>
              <a:gd name="connsiteY62" fmla="*/ 5612541 h 5641173"/>
              <a:gd name="connsiteX63" fmla="*/ 8942046 w 11243827"/>
              <a:gd name="connsiteY63" fmla="*/ 5612112 h 5641173"/>
              <a:gd name="connsiteX64" fmla="*/ 8928824 w 11243827"/>
              <a:gd name="connsiteY64" fmla="*/ 5615549 h 5641173"/>
              <a:gd name="connsiteX65" fmla="*/ 8927294 w 11243827"/>
              <a:gd name="connsiteY65" fmla="*/ 5618607 h 5641173"/>
              <a:gd name="connsiteX66" fmla="*/ 8918651 w 11243827"/>
              <a:gd name="connsiteY66" fmla="*/ 5621688 h 5641173"/>
              <a:gd name="connsiteX67" fmla="*/ 8902772 w 11243827"/>
              <a:gd name="connsiteY67" fmla="*/ 5629703 h 5641173"/>
              <a:gd name="connsiteX68" fmla="*/ 8898724 w 11243827"/>
              <a:gd name="connsiteY68" fmla="*/ 5629379 h 5641173"/>
              <a:gd name="connsiteX69" fmla="*/ 8873099 w 11243827"/>
              <a:gd name="connsiteY69" fmla="*/ 5638628 h 5641173"/>
              <a:gd name="connsiteX70" fmla="*/ 8872234 w 11243827"/>
              <a:gd name="connsiteY70" fmla="*/ 5637889 h 5641173"/>
              <a:gd name="connsiteX71" fmla="*/ 8862777 w 11243827"/>
              <a:gd name="connsiteY71" fmla="*/ 5636711 h 5641173"/>
              <a:gd name="connsiteX72" fmla="*/ 8845869 w 11243827"/>
              <a:gd name="connsiteY72" fmla="*/ 5636436 h 5641173"/>
              <a:gd name="connsiteX73" fmla="*/ 8800548 w 11243827"/>
              <a:gd name="connsiteY73" fmla="*/ 5625084 h 5641173"/>
              <a:gd name="connsiteX74" fmla="*/ 8773774 w 11243827"/>
              <a:gd name="connsiteY74" fmla="*/ 5634630 h 5641173"/>
              <a:gd name="connsiteX75" fmla="*/ 8698255 w 11243827"/>
              <a:gd name="connsiteY75" fmla="*/ 5636083 h 5641173"/>
              <a:gd name="connsiteX76" fmla="*/ 8619167 w 11243827"/>
              <a:gd name="connsiteY76" fmla="*/ 5619130 h 5641173"/>
              <a:gd name="connsiteX77" fmla="*/ 8539822 w 11243827"/>
              <a:gd name="connsiteY77" fmla="*/ 5616905 h 5641173"/>
              <a:gd name="connsiteX78" fmla="*/ 8511094 w 11243827"/>
              <a:gd name="connsiteY78" fmla="*/ 5617360 h 5641173"/>
              <a:gd name="connsiteX79" fmla="*/ 8459886 w 11243827"/>
              <a:gd name="connsiteY79" fmla="*/ 5612612 h 5641173"/>
              <a:gd name="connsiteX80" fmla="*/ 8436432 w 11243827"/>
              <a:gd name="connsiteY80" fmla="*/ 5606990 h 5641173"/>
              <a:gd name="connsiteX81" fmla="*/ 8435403 w 11243827"/>
              <a:gd name="connsiteY81" fmla="*/ 5607336 h 5641173"/>
              <a:gd name="connsiteX82" fmla="*/ 8433307 w 11243827"/>
              <a:gd name="connsiteY82" fmla="*/ 5604917 h 5641173"/>
              <a:gd name="connsiteX83" fmla="*/ 8428968 w 11243827"/>
              <a:gd name="connsiteY83" fmla="*/ 5603796 h 5641173"/>
              <a:gd name="connsiteX84" fmla="*/ 8417124 w 11243827"/>
              <a:gd name="connsiteY84" fmla="*/ 5604518 h 5641173"/>
              <a:gd name="connsiteX85" fmla="*/ 8412669 w 11243827"/>
              <a:gd name="connsiteY85" fmla="*/ 5605413 h 5641173"/>
              <a:gd name="connsiteX86" fmla="*/ 8406152 w 11243827"/>
              <a:gd name="connsiteY86" fmla="*/ 5605396 h 5641173"/>
              <a:gd name="connsiteX87" fmla="*/ 8405989 w 11243827"/>
              <a:gd name="connsiteY87" fmla="*/ 5605197 h 5641173"/>
              <a:gd name="connsiteX88" fmla="*/ 8399884 w 11243827"/>
              <a:gd name="connsiteY88" fmla="*/ 5605568 h 5641173"/>
              <a:gd name="connsiteX89" fmla="*/ 8370014 w 11243827"/>
              <a:gd name="connsiteY89" fmla="*/ 5609900 h 5641173"/>
              <a:gd name="connsiteX90" fmla="*/ 8330544 w 11243827"/>
              <a:gd name="connsiteY90" fmla="*/ 5590964 h 5641173"/>
              <a:gd name="connsiteX91" fmla="*/ 8314221 w 11243827"/>
              <a:gd name="connsiteY91" fmla="*/ 5587682 h 5641173"/>
              <a:gd name="connsiteX92" fmla="*/ 8305502 w 11243827"/>
              <a:gd name="connsiteY92" fmla="*/ 5584868 h 5641173"/>
              <a:gd name="connsiteX93" fmla="*/ 8304962 w 11243827"/>
              <a:gd name="connsiteY93" fmla="*/ 5584007 h 5641173"/>
              <a:gd name="connsiteX94" fmla="*/ 8276324 w 11243827"/>
              <a:gd name="connsiteY94" fmla="*/ 5588260 h 5641173"/>
              <a:gd name="connsiteX95" fmla="*/ 8272522 w 11243827"/>
              <a:gd name="connsiteY95" fmla="*/ 5587226 h 5641173"/>
              <a:gd name="connsiteX96" fmla="*/ 8253857 w 11243827"/>
              <a:gd name="connsiteY96" fmla="*/ 5592043 h 5641173"/>
              <a:gd name="connsiteX97" fmla="*/ 8244212 w 11243827"/>
              <a:gd name="connsiteY97" fmla="*/ 5593439 h 5641173"/>
              <a:gd name="connsiteX98" fmla="*/ 8241488 w 11243827"/>
              <a:gd name="connsiteY98" fmla="*/ 5596085 h 5641173"/>
              <a:gd name="connsiteX99" fmla="*/ 8227256 w 11243827"/>
              <a:gd name="connsiteY99" fmla="*/ 5597005 h 5641173"/>
              <a:gd name="connsiteX100" fmla="*/ 8225619 w 11243827"/>
              <a:gd name="connsiteY100" fmla="*/ 5596262 h 5641173"/>
              <a:gd name="connsiteX101" fmla="*/ 8213882 w 11243827"/>
              <a:gd name="connsiteY101" fmla="*/ 5600179 h 5641173"/>
              <a:gd name="connsiteX102" fmla="*/ 8204045 w 11243827"/>
              <a:gd name="connsiteY102" fmla="*/ 5607275 h 5641173"/>
              <a:gd name="connsiteX103" fmla="*/ 8082989 w 11243827"/>
              <a:gd name="connsiteY103" fmla="*/ 5603160 h 5641173"/>
              <a:gd name="connsiteX104" fmla="*/ 7976942 w 11243827"/>
              <a:gd name="connsiteY104" fmla="*/ 5598455 h 5641173"/>
              <a:gd name="connsiteX105" fmla="*/ 7950121 w 11243827"/>
              <a:gd name="connsiteY105" fmla="*/ 5590893 h 5641173"/>
              <a:gd name="connsiteX106" fmla="*/ 7727691 w 11243827"/>
              <a:gd name="connsiteY106" fmla="*/ 5621064 h 5641173"/>
              <a:gd name="connsiteX107" fmla="*/ 7685998 w 11243827"/>
              <a:gd name="connsiteY107" fmla="*/ 5615564 h 5641173"/>
              <a:gd name="connsiteX108" fmla="*/ 7649302 w 11243827"/>
              <a:gd name="connsiteY108" fmla="*/ 5626541 h 5641173"/>
              <a:gd name="connsiteX109" fmla="*/ 7634083 w 11243827"/>
              <a:gd name="connsiteY109" fmla="*/ 5620862 h 5641173"/>
              <a:gd name="connsiteX110" fmla="*/ 7631455 w 11243827"/>
              <a:gd name="connsiteY110" fmla="*/ 5619708 h 5641173"/>
              <a:gd name="connsiteX111" fmla="*/ 7620952 w 11243827"/>
              <a:gd name="connsiteY111" fmla="*/ 5618872 h 5641173"/>
              <a:gd name="connsiteX112" fmla="*/ 7617992 w 11243827"/>
              <a:gd name="connsiteY112" fmla="*/ 5613914 h 5641173"/>
              <a:gd name="connsiteX113" fmla="*/ 7602182 w 11243827"/>
              <a:gd name="connsiteY113" fmla="*/ 5609271 h 5641173"/>
              <a:gd name="connsiteX114" fmla="*/ 7582847 w 11243827"/>
              <a:gd name="connsiteY114" fmla="*/ 5609047 h 5641173"/>
              <a:gd name="connsiteX115" fmla="*/ 7514158 w 11243827"/>
              <a:gd name="connsiteY115" fmla="*/ 5607737 h 5641173"/>
              <a:gd name="connsiteX116" fmla="*/ 7502955 w 11243827"/>
              <a:gd name="connsiteY116" fmla="*/ 5610415 h 5641173"/>
              <a:gd name="connsiteX117" fmla="*/ 7466391 w 11243827"/>
              <a:gd name="connsiteY117" fmla="*/ 5605949 h 5641173"/>
              <a:gd name="connsiteX118" fmla="*/ 7433806 w 11243827"/>
              <a:gd name="connsiteY118" fmla="*/ 5604945 h 5641173"/>
              <a:gd name="connsiteX119" fmla="*/ 7412693 w 11243827"/>
              <a:gd name="connsiteY119" fmla="*/ 5607075 h 5641173"/>
              <a:gd name="connsiteX120" fmla="*/ 7407159 w 11243827"/>
              <a:gd name="connsiteY120" fmla="*/ 5605310 h 5641173"/>
              <a:gd name="connsiteX121" fmla="*/ 7385900 w 11243827"/>
              <a:gd name="connsiteY121" fmla="*/ 5604171 h 5641173"/>
              <a:gd name="connsiteX122" fmla="*/ 7375071 w 11243827"/>
              <a:gd name="connsiteY122" fmla="*/ 5606788 h 5641173"/>
              <a:gd name="connsiteX123" fmla="*/ 7364382 w 11243827"/>
              <a:gd name="connsiteY123" fmla="*/ 5600762 h 5641173"/>
              <a:gd name="connsiteX124" fmla="*/ 7361770 w 11243827"/>
              <a:gd name="connsiteY124" fmla="*/ 5596347 h 5641173"/>
              <a:gd name="connsiteX125" fmla="*/ 7346641 w 11243827"/>
              <a:gd name="connsiteY125" fmla="*/ 5598329 h 5641173"/>
              <a:gd name="connsiteX126" fmla="*/ 7334238 w 11243827"/>
              <a:gd name="connsiteY126" fmla="*/ 5594014 h 5641173"/>
              <a:gd name="connsiteX127" fmla="*/ 7323426 w 11243827"/>
              <a:gd name="connsiteY127" fmla="*/ 5596835 h 5641173"/>
              <a:gd name="connsiteX128" fmla="*/ 7318938 w 11243827"/>
              <a:gd name="connsiteY128" fmla="*/ 5596200 h 5641173"/>
              <a:gd name="connsiteX129" fmla="*/ 7307784 w 11243827"/>
              <a:gd name="connsiteY129" fmla="*/ 5594065 h 5641173"/>
              <a:gd name="connsiteX130" fmla="*/ 7288540 w 11243827"/>
              <a:gd name="connsiteY130" fmla="*/ 5589320 h 5641173"/>
              <a:gd name="connsiteX131" fmla="*/ 7282537 w 11243827"/>
              <a:gd name="connsiteY131" fmla="*/ 5588660 h 5641173"/>
              <a:gd name="connsiteX132" fmla="*/ 7269466 w 11243827"/>
              <a:gd name="connsiteY132" fmla="*/ 5581404 h 5641173"/>
              <a:gd name="connsiteX133" fmla="*/ 7244165 w 11243827"/>
              <a:gd name="connsiteY133" fmla="*/ 5575200 h 5641173"/>
              <a:gd name="connsiteX134" fmla="*/ 7199619 w 11243827"/>
              <a:gd name="connsiteY134" fmla="*/ 5553550 h 5641173"/>
              <a:gd name="connsiteX135" fmla="*/ 7173434 w 11243827"/>
              <a:gd name="connsiteY135" fmla="*/ 5543219 h 5641173"/>
              <a:gd name="connsiteX136" fmla="*/ 7155718 w 11243827"/>
              <a:gd name="connsiteY136" fmla="*/ 5533697 h 5641173"/>
              <a:gd name="connsiteX137" fmla="*/ 7103430 w 11243827"/>
              <a:gd name="connsiteY137" fmla="*/ 5520249 h 5641173"/>
              <a:gd name="connsiteX138" fmla="*/ 7013746 w 11243827"/>
              <a:gd name="connsiteY138" fmla="*/ 5502470 h 5641173"/>
              <a:gd name="connsiteX139" fmla="*/ 6995379 w 11243827"/>
              <a:gd name="connsiteY139" fmla="*/ 5497693 h 5641173"/>
              <a:gd name="connsiteX140" fmla="*/ 6982475 w 11243827"/>
              <a:gd name="connsiteY140" fmla="*/ 5489641 h 5641173"/>
              <a:gd name="connsiteX141" fmla="*/ 6981994 w 11243827"/>
              <a:gd name="connsiteY141" fmla="*/ 5484335 h 5641173"/>
              <a:gd name="connsiteX142" fmla="*/ 6972355 w 11243827"/>
              <a:gd name="connsiteY142" fmla="*/ 5481074 h 5641173"/>
              <a:gd name="connsiteX143" fmla="*/ 6970394 w 11243827"/>
              <a:gd name="connsiteY143" fmla="*/ 5479383 h 5641173"/>
              <a:gd name="connsiteX144" fmla="*/ 6958543 w 11243827"/>
              <a:gd name="connsiteY144" fmla="*/ 5470507 h 5641173"/>
              <a:gd name="connsiteX145" fmla="*/ 6918276 w 11243827"/>
              <a:gd name="connsiteY145" fmla="*/ 5472034 h 5641173"/>
              <a:gd name="connsiteX146" fmla="*/ 6881046 w 11243827"/>
              <a:gd name="connsiteY146" fmla="*/ 5457070 h 5641173"/>
              <a:gd name="connsiteX147" fmla="*/ 6752164 w 11243827"/>
              <a:gd name="connsiteY147" fmla="*/ 5425021 h 5641173"/>
              <a:gd name="connsiteX148" fmla="*/ 6724964 w 11243827"/>
              <a:gd name="connsiteY148" fmla="*/ 5414071 h 5641173"/>
              <a:gd name="connsiteX149" fmla="*/ 6683286 w 11243827"/>
              <a:gd name="connsiteY149" fmla="*/ 5432830 h 5641173"/>
              <a:gd name="connsiteX150" fmla="*/ 6644277 w 11243827"/>
              <a:gd name="connsiteY150" fmla="*/ 5429684 h 5641173"/>
              <a:gd name="connsiteX151" fmla="*/ 6532914 w 11243827"/>
              <a:gd name="connsiteY151" fmla="*/ 5431205 h 5641173"/>
              <a:gd name="connsiteX152" fmla="*/ 6307459 w 11243827"/>
              <a:gd name="connsiteY152" fmla="*/ 5467087 h 5641173"/>
              <a:gd name="connsiteX153" fmla="*/ 6196243 w 11243827"/>
              <a:gd name="connsiteY153" fmla="*/ 5515042 h 5641173"/>
              <a:gd name="connsiteX154" fmla="*/ 6099124 w 11243827"/>
              <a:gd name="connsiteY154" fmla="*/ 5516848 h 5641173"/>
              <a:gd name="connsiteX155" fmla="*/ 6016077 w 11243827"/>
              <a:gd name="connsiteY155" fmla="*/ 5528642 h 5641173"/>
              <a:gd name="connsiteX156" fmla="*/ 6004389 w 11243827"/>
              <a:gd name="connsiteY156" fmla="*/ 5531206 h 5641173"/>
              <a:gd name="connsiteX157" fmla="*/ 5933945 w 11243827"/>
              <a:gd name="connsiteY157" fmla="*/ 5538840 h 5641173"/>
              <a:gd name="connsiteX158" fmla="*/ 5883936 w 11243827"/>
              <a:gd name="connsiteY158" fmla="*/ 5553807 h 5641173"/>
              <a:gd name="connsiteX159" fmla="*/ 5798331 w 11243827"/>
              <a:gd name="connsiteY159" fmla="*/ 5564248 h 5641173"/>
              <a:gd name="connsiteX160" fmla="*/ 5712738 w 11243827"/>
              <a:gd name="connsiteY160" fmla="*/ 5573120 h 5641173"/>
              <a:gd name="connsiteX161" fmla="*/ 5681342 w 11243827"/>
              <a:gd name="connsiteY161" fmla="*/ 5575621 h 5641173"/>
              <a:gd name="connsiteX162" fmla="*/ 5627167 w 11243827"/>
              <a:gd name="connsiteY162" fmla="*/ 5583215 h 5641173"/>
              <a:gd name="connsiteX163" fmla="*/ 5591414 w 11243827"/>
              <a:gd name="connsiteY163" fmla="*/ 5587695 h 5641173"/>
              <a:gd name="connsiteX164" fmla="*/ 5583028 w 11243827"/>
              <a:gd name="connsiteY164" fmla="*/ 5580877 h 5641173"/>
              <a:gd name="connsiteX165" fmla="*/ 5549426 w 11243827"/>
              <a:gd name="connsiteY165" fmla="*/ 5582858 h 5641173"/>
              <a:gd name="connsiteX166" fmla="*/ 5519999 w 11243827"/>
              <a:gd name="connsiteY166" fmla="*/ 5592246 h 5641173"/>
              <a:gd name="connsiteX167" fmla="*/ 5480028 w 11243827"/>
              <a:gd name="connsiteY167" fmla="*/ 5597282 h 5641173"/>
              <a:gd name="connsiteX168" fmla="*/ 5456175 w 11243827"/>
              <a:gd name="connsiteY168" fmla="*/ 5600371 h 5641173"/>
              <a:gd name="connsiteX169" fmla="*/ 5388463 w 11243827"/>
              <a:gd name="connsiteY169" fmla="*/ 5602638 h 5641173"/>
              <a:gd name="connsiteX170" fmla="*/ 5265898 w 11243827"/>
              <a:gd name="connsiteY170" fmla="*/ 5591830 h 5641173"/>
              <a:gd name="connsiteX171" fmla="*/ 5231231 w 11243827"/>
              <a:gd name="connsiteY171" fmla="*/ 5592790 h 5641173"/>
              <a:gd name="connsiteX172" fmla="*/ 5226996 w 11243827"/>
              <a:gd name="connsiteY172" fmla="*/ 5595040 h 5641173"/>
              <a:gd name="connsiteX173" fmla="*/ 5175988 w 11243827"/>
              <a:gd name="connsiteY173" fmla="*/ 5588131 h 5641173"/>
              <a:gd name="connsiteX174" fmla="*/ 5107470 w 11243827"/>
              <a:gd name="connsiteY174" fmla="*/ 5594771 h 5641173"/>
              <a:gd name="connsiteX175" fmla="*/ 5027868 w 11243827"/>
              <a:gd name="connsiteY175" fmla="*/ 5605624 h 5641173"/>
              <a:gd name="connsiteX176" fmla="*/ 5007324 w 11243827"/>
              <a:gd name="connsiteY176" fmla="*/ 5609209 h 5641173"/>
              <a:gd name="connsiteX177" fmla="*/ 4952559 w 11243827"/>
              <a:gd name="connsiteY177" fmla="*/ 5611402 h 5641173"/>
              <a:gd name="connsiteX178" fmla="*/ 4826081 w 11243827"/>
              <a:gd name="connsiteY178" fmla="*/ 5616191 h 5641173"/>
              <a:gd name="connsiteX179" fmla="*/ 4823501 w 11243827"/>
              <a:gd name="connsiteY179" fmla="*/ 5619174 h 5641173"/>
              <a:gd name="connsiteX180" fmla="*/ 4813093 w 11243827"/>
              <a:gd name="connsiteY180" fmla="*/ 5620026 h 5641173"/>
              <a:gd name="connsiteX181" fmla="*/ 4810563 w 11243827"/>
              <a:gd name="connsiteY181" fmla="*/ 5620787 h 5641173"/>
              <a:gd name="connsiteX182" fmla="*/ 4795818 w 11243827"/>
              <a:gd name="connsiteY182" fmla="*/ 5624618 h 5641173"/>
              <a:gd name="connsiteX183" fmla="*/ 4758404 w 11243827"/>
              <a:gd name="connsiteY183" fmla="*/ 5619510 h 5641173"/>
              <a:gd name="connsiteX184" fmla="*/ 4717254 w 11243827"/>
              <a:gd name="connsiteY184" fmla="*/ 5624155 h 5641173"/>
              <a:gd name="connsiteX185" fmla="*/ 4591958 w 11243827"/>
              <a:gd name="connsiteY185" fmla="*/ 5624710 h 5641173"/>
              <a:gd name="connsiteX186" fmla="*/ 4476215 w 11243827"/>
              <a:gd name="connsiteY186" fmla="*/ 5628210 h 5641173"/>
              <a:gd name="connsiteX187" fmla="*/ 4425193 w 11243827"/>
              <a:gd name="connsiteY187" fmla="*/ 5627414 h 5641173"/>
              <a:gd name="connsiteX188" fmla="*/ 4383866 w 11243827"/>
              <a:gd name="connsiteY188" fmla="*/ 5626546 h 5641173"/>
              <a:gd name="connsiteX189" fmla="*/ 4385596 w 11243827"/>
              <a:gd name="connsiteY189" fmla="*/ 5634646 h 5641173"/>
              <a:gd name="connsiteX190" fmla="*/ 4360864 w 11243827"/>
              <a:gd name="connsiteY190" fmla="*/ 5641173 h 5641173"/>
              <a:gd name="connsiteX191" fmla="*/ 4328321 w 11243827"/>
              <a:gd name="connsiteY191" fmla="*/ 5626332 h 5641173"/>
              <a:gd name="connsiteX192" fmla="*/ 4309842 w 11243827"/>
              <a:gd name="connsiteY192" fmla="*/ 5626471 h 5641173"/>
              <a:gd name="connsiteX193" fmla="*/ 4277424 w 11243827"/>
              <a:gd name="connsiteY193" fmla="*/ 5631598 h 5641173"/>
              <a:gd name="connsiteX194" fmla="*/ 4266627 w 11243827"/>
              <a:gd name="connsiteY194" fmla="*/ 5633969 h 5641173"/>
              <a:gd name="connsiteX195" fmla="*/ 4185525 w 11243827"/>
              <a:gd name="connsiteY195" fmla="*/ 5617508 h 5641173"/>
              <a:gd name="connsiteX196" fmla="*/ 4177617 w 11243827"/>
              <a:gd name="connsiteY196" fmla="*/ 5610903 h 5641173"/>
              <a:gd name="connsiteX197" fmla="*/ 4136948 w 11243827"/>
              <a:gd name="connsiteY197" fmla="*/ 5608031 h 5641173"/>
              <a:gd name="connsiteX198" fmla="*/ 4132323 w 11243827"/>
              <a:gd name="connsiteY198" fmla="*/ 5609784 h 5641173"/>
              <a:gd name="connsiteX199" fmla="*/ 4098620 w 11243827"/>
              <a:gd name="connsiteY199" fmla="*/ 5599672 h 5641173"/>
              <a:gd name="connsiteX200" fmla="*/ 3963475 w 11243827"/>
              <a:gd name="connsiteY200" fmla="*/ 5581841 h 5641173"/>
              <a:gd name="connsiteX201" fmla="*/ 3703613 w 11243827"/>
              <a:gd name="connsiteY201" fmla="*/ 5572482 h 5641173"/>
              <a:gd name="connsiteX202" fmla="*/ 3432987 w 11243827"/>
              <a:gd name="connsiteY202" fmla="*/ 5545768 h 5641173"/>
              <a:gd name="connsiteX203" fmla="*/ 3176381 w 11243827"/>
              <a:gd name="connsiteY203" fmla="*/ 5556110 h 5641173"/>
              <a:gd name="connsiteX204" fmla="*/ 2710156 w 11243827"/>
              <a:gd name="connsiteY204" fmla="*/ 5527517 h 5641173"/>
              <a:gd name="connsiteX205" fmla="*/ 2550206 w 11243827"/>
              <a:gd name="connsiteY205" fmla="*/ 5524958 h 5641173"/>
              <a:gd name="connsiteX206" fmla="*/ 2443041 w 11243827"/>
              <a:gd name="connsiteY206" fmla="*/ 5523990 h 5641173"/>
              <a:gd name="connsiteX207" fmla="*/ 2435613 w 11243827"/>
              <a:gd name="connsiteY207" fmla="*/ 5526704 h 5641173"/>
              <a:gd name="connsiteX208" fmla="*/ 2405682 w 11243827"/>
              <a:gd name="connsiteY208" fmla="*/ 5528307 h 5641173"/>
              <a:gd name="connsiteX209" fmla="*/ 2397487 w 11243827"/>
              <a:gd name="connsiteY209" fmla="*/ 5540337 h 5641173"/>
              <a:gd name="connsiteX210" fmla="*/ 2297454 w 11243827"/>
              <a:gd name="connsiteY210" fmla="*/ 5550765 h 5641173"/>
              <a:gd name="connsiteX211" fmla="*/ 2056700 w 11243827"/>
              <a:gd name="connsiteY211" fmla="*/ 5555489 h 5641173"/>
              <a:gd name="connsiteX212" fmla="*/ 1878530 w 11243827"/>
              <a:gd name="connsiteY212" fmla="*/ 5535330 h 5641173"/>
              <a:gd name="connsiteX213" fmla="*/ 1859292 w 11243827"/>
              <a:gd name="connsiteY213" fmla="*/ 5535461 h 5641173"/>
              <a:gd name="connsiteX214" fmla="*/ 1835626 w 11243827"/>
              <a:gd name="connsiteY214" fmla="*/ 5533793 h 5641173"/>
              <a:gd name="connsiteX215" fmla="*/ 1798939 w 11243827"/>
              <a:gd name="connsiteY215" fmla="*/ 5540285 h 5641173"/>
              <a:gd name="connsiteX216" fmla="*/ 1779046 w 11243827"/>
              <a:gd name="connsiteY216" fmla="*/ 5549949 h 5641173"/>
              <a:gd name="connsiteX217" fmla="*/ 1772421 w 11243827"/>
              <a:gd name="connsiteY217" fmla="*/ 5549018 h 5641173"/>
              <a:gd name="connsiteX218" fmla="*/ 1772052 w 11243827"/>
              <a:gd name="connsiteY218" fmla="*/ 5545689 h 5641173"/>
              <a:gd name="connsiteX219" fmla="*/ 1711543 w 11243827"/>
              <a:gd name="connsiteY219" fmla="*/ 5534558 h 5641173"/>
              <a:gd name="connsiteX220" fmla="*/ 1631462 w 11243827"/>
              <a:gd name="connsiteY220" fmla="*/ 5491807 h 5641173"/>
              <a:gd name="connsiteX221" fmla="*/ 1538763 w 11243827"/>
              <a:gd name="connsiteY221" fmla="*/ 5482781 h 5641173"/>
              <a:gd name="connsiteX222" fmla="*/ 1501533 w 11243827"/>
              <a:gd name="connsiteY222" fmla="*/ 5467817 h 5641173"/>
              <a:gd name="connsiteX223" fmla="*/ 1461266 w 11243827"/>
              <a:gd name="connsiteY223" fmla="*/ 5469343 h 5641173"/>
              <a:gd name="connsiteX224" fmla="*/ 1449415 w 11243827"/>
              <a:gd name="connsiteY224" fmla="*/ 5460467 h 5641173"/>
              <a:gd name="connsiteX225" fmla="*/ 1447454 w 11243827"/>
              <a:gd name="connsiteY225" fmla="*/ 5458776 h 5641173"/>
              <a:gd name="connsiteX226" fmla="*/ 1437814 w 11243827"/>
              <a:gd name="connsiteY226" fmla="*/ 5455515 h 5641173"/>
              <a:gd name="connsiteX227" fmla="*/ 1437334 w 11243827"/>
              <a:gd name="connsiteY227" fmla="*/ 5450209 h 5641173"/>
              <a:gd name="connsiteX228" fmla="*/ 1424429 w 11243827"/>
              <a:gd name="connsiteY228" fmla="*/ 5442157 h 5641173"/>
              <a:gd name="connsiteX229" fmla="*/ 1406063 w 11243827"/>
              <a:gd name="connsiteY229" fmla="*/ 5437380 h 5641173"/>
              <a:gd name="connsiteX230" fmla="*/ 1316379 w 11243827"/>
              <a:gd name="connsiteY230" fmla="*/ 5419601 h 5641173"/>
              <a:gd name="connsiteX231" fmla="*/ 1264090 w 11243827"/>
              <a:gd name="connsiteY231" fmla="*/ 5406153 h 5641173"/>
              <a:gd name="connsiteX232" fmla="*/ 1246374 w 11243827"/>
              <a:gd name="connsiteY232" fmla="*/ 5396631 h 5641173"/>
              <a:gd name="connsiteX233" fmla="*/ 1220190 w 11243827"/>
              <a:gd name="connsiteY233" fmla="*/ 5386301 h 5641173"/>
              <a:gd name="connsiteX234" fmla="*/ 1175643 w 11243827"/>
              <a:gd name="connsiteY234" fmla="*/ 5364651 h 5641173"/>
              <a:gd name="connsiteX235" fmla="*/ 1150342 w 11243827"/>
              <a:gd name="connsiteY235" fmla="*/ 5358447 h 5641173"/>
              <a:gd name="connsiteX236" fmla="*/ 1112024 w 11243827"/>
              <a:gd name="connsiteY236" fmla="*/ 5345786 h 5641173"/>
              <a:gd name="connsiteX237" fmla="*/ 1100870 w 11243827"/>
              <a:gd name="connsiteY237" fmla="*/ 5343651 h 5641173"/>
              <a:gd name="connsiteX238" fmla="*/ 1096383 w 11243827"/>
              <a:gd name="connsiteY238" fmla="*/ 5343015 h 5641173"/>
              <a:gd name="connsiteX239" fmla="*/ 1058039 w 11243827"/>
              <a:gd name="connsiteY239" fmla="*/ 5343504 h 5641173"/>
              <a:gd name="connsiteX240" fmla="*/ 1055426 w 11243827"/>
              <a:gd name="connsiteY240" fmla="*/ 5339088 h 5641173"/>
              <a:gd name="connsiteX241" fmla="*/ 1044738 w 11243827"/>
              <a:gd name="connsiteY241" fmla="*/ 5333063 h 5641173"/>
              <a:gd name="connsiteX242" fmla="*/ 1033909 w 11243827"/>
              <a:gd name="connsiteY242" fmla="*/ 5335680 h 5641173"/>
              <a:gd name="connsiteX243" fmla="*/ 1012649 w 11243827"/>
              <a:gd name="connsiteY243" fmla="*/ 5334541 h 5641173"/>
              <a:gd name="connsiteX244" fmla="*/ 1007115 w 11243827"/>
              <a:gd name="connsiteY244" fmla="*/ 5332775 h 5641173"/>
              <a:gd name="connsiteX245" fmla="*/ 987447 w 11243827"/>
              <a:gd name="connsiteY245" fmla="*/ 5346462 h 5641173"/>
              <a:gd name="connsiteX246" fmla="*/ 953418 w 11243827"/>
              <a:gd name="connsiteY246" fmla="*/ 5333901 h 5641173"/>
              <a:gd name="connsiteX247" fmla="*/ 916854 w 11243827"/>
              <a:gd name="connsiteY247" fmla="*/ 5329435 h 5641173"/>
              <a:gd name="connsiteX248" fmla="*/ 905651 w 11243827"/>
              <a:gd name="connsiteY248" fmla="*/ 5332114 h 5641173"/>
              <a:gd name="connsiteX249" fmla="*/ 838405 w 11243827"/>
              <a:gd name="connsiteY249" fmla="*/ 5339470 h 5641173"/>
              <a:gd name="connsiteX250" fmla="*/ 817627 w 11243827"/>
              <a:gd name="connsiteY250" fmla="*/ 5330580 h 5641173"/>
              <a:gd name="connsiteX251" fmla="*/ 801817 w 11243827"/>
              <a:gd name="connsiteY251" fmla="*/ 5325937 h 5641173"/>
              <a:gd name="connsiteX252" fmla="*/ 798857 w 11243827"/>
              <a:gd name="connsiteY252" fmla="*/ 5320979 h 5641173"/>
              <a:gd name="connsiteX253" fmla="*/ 788354 w 11243827"/>
              <a:gd name="connsiteY253" fmla="*/ 5320143 h 5641173"/>
              <a:gd name="connsiteX254" fmla="*/ 785726 w 11243827"/>
              <a:gd name="connsiteY254" fmla="*/ 5318989 h 5641173"/>
              <a:gd name="connsiteX255" fmla="*/ 770507 w 11243827"/>
              <a:gd name="connsiteY255" fmla="*/ 5313309 h 5641173"/>
              <a:gd name="connsiteX256" fmla="*/ 733810 w 11243827"/>
              <a:gd name="connsiteY256" fmla="*/ 5324286 h 5641173"/>
              <a:gd name="connsiteX257" fmla="*/ 692117 w 11243827"/>
              <a:gd name="connsiteY257" fmla="*/ 5318786 h 5641173"/>
              <a:gd name="connsiteX258" fmla="*/ 574943 w 11243827"/>
              <a:gd name="connsiteY258" fmla="*/ 5327578 h 5641173"/>
              <a:gd name="connsiteX259" fmla="*/ 441302 w 11243827"/>
              <a:gd name="connsiteY259" fmla="*/ 5307062 h 5641173"/>
              <a:gd name="connsiteX260" fmla="*/ 336819 w 11243827"/>
              <a:gd name="connsiteY260" fmla="*/ 5336690 h 5641173"/>
              <a:gd name="connsiteX261" fmla="*/ 270932 w 11243827"/>
              <a:gd name="connsiteY261" fmla="*/ 5345451 h 5641173"/>
              <a:gd name="connsiteX262" fmla="*/ 194189 w 11243827"/>
              <a:gd name="connsiteY262" fmla="*/ 5343588 h 5641173"/>
              <a:gd name="connsiteX263" fmla="*/ 192552 w 11243827"/>
              <a:gd name="connsiteY263" fmla="*/ 5342845 h 5641173"/>
              <a:gd name="connsiteX264" fmla="*/ 178320 w 11243827"/>
              <a:gd name="connsiteY264" fmla="*/ 5343766 h 5641173"/>
              <a:gd name="connsiteX265" fmla="*/ 175596 w 11243827"/>
              <a:gd name="connsiteY265" fmla="*/ 5346411 h 5641173"/>
              <a:gd name="connsiteX266" fmla="*/ 147287 w 11243827"/>
              <a:gd name="connsiteY266" fmla="*/ 5352625 h 5641173"/>
              <a:gd name="connsiteX267" fmla="*/ 114847 w 11243827"/>
              <a:gd name="connsiteY267" fmla="*/ 5355844 h 5641173"/>
              <a:gd name="connsiteX268" fmla="*/ 114306 w 11243827"/>
              <a:gd name="connsiteY268" fmla="*/ 5354983 h 5641173"/>
              <a:gd name="connsiteX269" fmla="*/ 89264 w 11243827"/>
              <a:gd name="connsiteY269" fmla="*/ 5348886 h 5641173"/>
              <a:gd name="connsiteX270" fmla="*/ 49794 w 11243827"/>
              <a:gd name="connsiteY270" fmla="*/ 5329950 h 5641173"/>
              <a:gd name="connsiteX271" fmla="*/ 19924 w 11243827"/>
              <a:gd name="connsiteY271" fmla="*/ 5334282 h 5641173"/>
              <a:gd name="connsiteX272" fmla="*/ 13819 w 11243827"/>
              <a:gd name="connsiteY272" fmla="*/ 5334653 h 5641173"/>
              <a:gd name="connsiteX273" fmla="*/ 13657 w 11243827"/>
              <a:gd name="connsiteY273" fmla="*/ 5334455 h 5641173"/>
              <a:gd name="connsiteX274" fmla="*/ 7139 w 11243827"/>
              <a:gd name="connsiteY274" fmla="*/ 5334438 h 5641173"/>
              <a:gd name="connsiteX275" fmla="*/ 2684 w 11243827"/>
              <a:gd name="connsiteY275" fmla="*/ 5335333 h 5641173"/>
              <a:gd name="connsiteX276" fmla="*/ 0 w 11243827"/>
              <a:gd name="connsiteY276" fmla="*/ 5335496 h 5641173"/>
              <a:gd name="connsiteX277" fmla="*/ 0 w 11243827"/>
              <a:gd name="connsiteY277" fmla="*/ 10592 h 5641173"/>
              <a:gd name="connsiteX278" fmla="*/ 11243827 w 11243827"/>
              <a:gd name="connsiteY278" fmla="*/ 0 h 5641173"/>
              <a:gd name="connsiteX0" fmla="*/ 11243827 w 11243827"/>
              <a:gd name="connsiteY0" fmla="*/ 0 h 5641173"/>
              <a:gd name="connsiteX1" fmla="*/ 11243827 w 11243827"/>
              <a:gd name="connsiteY1" fmla="*/ 5209610 h 5641173"/>
              <a:gd name="connsiteX2" fmla="*/ 11240675 w 11243827"/>
              <a:gd name="connsiteY2" fmla="*/ 5210442 h 5641173"/>
              <a:gd name="connsiteX3" fmla="*/ 11179959 w 11243827"/>
              <a:gd name="connsiteY3" fmla="*/ 5221199 h 5641173"/>
              <a:gd name="connsiteX4" fmla="*/ 11105493 w 11243827"/>
              <a:gd name="connsiteY4" fmla="*/ 5259905 h 5641173"/>
              <a:gd name="connsiteX5" fmla="*/ 11078640 w 11243827"/>
              <a:gd name="connsiteY5" fmla="*/ 5263531 h 5641173"/>
              <a:gd name="connsiteX6" fmla="*/ 11079616 w 11243827"/>
              <a:gd name="connsiteY6" fmla="*/ 5270380 h 5641173"/>
              <a:gd name="connsiteX7" fmla="*/ 11069641 w 11243827"/>
              <a:gd name="connsiteY7" fmla="*/ 5270884 h 5641173"/>
              <a:gd name="connsiteX8" fmla="*/ 11047377 w 11243827"/>
              <a:gd name="connsiteY8" fmla="*/ 5271051 h 5641173"/>
              <a:gd name="connsiteX9" fmla="*/ 10980705 w 11243827"/>
              <a:gd name="connsiteY9" fmla="*/ 5272951 h 5641173"/>
              <a:gd name="connsiteX10" fmla="*/ 10962514 w 11243827"/>
              <a:gd name="connsiteY10" fmla="*/ 5286084 h 5641173"/>
              <a:gd name="connsiteX11" fmla="*/ 10945307 w 11243827"/>
              <a:gd name="connsiteY11" fmla="*/ 5286290 h 5641173"/>
              <a:gd name="connsiteX12" fmla="*/ 10845516 w 11243827"/>
              <a:gd name="connsiteY12" fmla="*/ 5303894 h 5641173"/>
              <a:gd name="connsiteX13" fmla="*/ 10831795 w 11243827"/>
              <a:gd name="connsiteY13" fmla="*/ 5305210 h 5641173"/>
              <a:gd name="connsiteX14" fmla="*/ 10824365 w 11243827"/>
              <a:gd name="connsiteY14" fmla="*/ 5311111 h 5641173"/>
              <a:gd name="connsiteX15" fmla="*/ 10797756 w 11243827"/>
              <a:gd name="connsiteY15" fmla="*/ 5312285 h 5641173"/>
              <a:gd name="connsiteX16" fmla="*/ 10796525 w 11243827"/>
              <a:gd name="connsiteY16" fmla="*/ 5315645 h 5641173"/>
              <a:gd name="connsiteX17" fmla="*/ 10709063 w 11243827"/>
              <a:gd name="connsiteY17" fmla="*/ 5344492 h 5641173"/>
              <a:gd name="connsiteX18" fmla="*/ 10694078 w 11243827"/>
              <a:gd name="connsiteY18" fmla="*/ 5349258 h 5641173"/>
              <a:gd name="connsiteX19" fmla="*/ 10681131 w 11243827"/>
              <a:gd name="connsiteY19" fmla="*/ 5347812 h 5641173"/>
              <a:gd name="connsiteX20" fmla="*/ 10609448 w 11243827"/>
              <a:gd name="connsiteY20" fmla="*/ 5351931 h 5641173"/>
              <a:gd name="connsiteX21" fmla="*/ 10592397 w 11243827"/>
              <a:gd name="connsiteY21" fmla="*/ 5349402 h 5641173"/>
              <a:gd name="connsiteX22" fmla="*/ 10585227 w 11243827"/>
              <a:gd name="connsiteY22" fmla="*/ 5344063 h 5641173"/>
              <a:gd name="connsiteX23" fmla="*/ 10557472 w 11243827"/>
              <a:gd name="connsiteY23" fmla="*/ 5354151 h 5641173"/>
              <a:gd name="connsiteX24" fmla="*/ 10514646 w 11243827"/>
              <a:gd name="connsiteY24" fmla="*/ 5361064 h 5641173"/>
              <a:gd name="connsiteX25" fmla="*/ 10494292 w 11243827"/>
              <a:gd name="connsiteY25" fmla="*/ 5366054 h 5641173"/>
              <a:gd name="connsiteX26" fmla="*/ 10477869 w 11243827"/>
              <a:gd name="connsiteY26" fmla="*/ 5363025 h 5641173"/>
              <a:gd name="connsiteX27" fmla="*/ 10384411 w 11243827"/>
              <a:gd name="connsiteY27" fmla="*/ 5362257 h 5641173"/>
              <a:gd name="connsiteX28" fmla="*/ 10362921 w 11243827"/>
              <a:gd name="connsiteY28" fmla="*/ 5357444 h 5641173"/>
              <a:gd name="connsiteX29" fmla="*/ 10352736 w 11243827"/>
              <a:gd name="connsiteY29" fmla="*/ 5347851 h 5641173"/>
              <a:gd name="connsiteX30" fmla="*/ 10344754 w 11243827"/>
              <a:gd name="connsiteY30" fmla="*/ 5351272 h 5641173"/>
              <a:gd name="connsiteX31" fmla="*/ 10288226 w 11243827"/>
              <a:gd name="connsiteY31" fmla="*/ 5351613 h 5641173"/>
              <a:gd name="connsiteX32" fmla="*/ 10251350 w 11243827"/>
              <a:gd name="connsiteY32" fmla="*/ 5352711 h 5641173"/>
              <a:gd name="connsiteX33" fmla="*/ 10249108 w 11243827"/>
              <a:gd name="connsiteY33" fmla="*/ 5365881 h 5641173"/>
              <a:gd name="connsiteX34" fmla="*/ 10216272 w 11243827"/>
              <a:gd name="connsiteY34" fmla="*/ 5370573 h 5641173"/>
              <a:gd name="connsiteX35" fmla="*/ 10181278 w 11243827"/>
              <a:gd name="connsiteY35" fmla="*/ 5362119 h 5641173"/>
              <a:gd name="connsiteX36" fmla="*/ 10140033 w 11243827"/>
              <a:gd name="connsiteY36" fmla="*/ 5363304 h 5641173"/>
              <a:gd name="connsiteX37" fmla="*/ 10115353 w 11243827"/>
              <a:gd name="connsiteY37" fmla="*/ 5363869 h 5641173"/>
              <a:gd name="connsiteX38" fmla="*/ 10050578 w 11243827"/>
              <a:gd name="connsiteY38" fmla="*/ 5376153 h 5641173"/>
              <a:gd name="connsiteX39" fmla="*/ 9945478 w 11243827"/>
              <a:gd name="connsiteY39" fmla="*/ 5422859 h 5641173"/>
              <a:gd name="connsiteX40" fmla="*/ 9912481 w 11243827"/>
              <a:gd name="connsiteY40" fmla="*/ 5429477 h 5641173"/>
              <a:gd name="connsiteX41" fmla="*/ 9906713 w 11243827"/>
              <a:gd name="connsiteY41" fmla="*/ 5426784 h 5641173"/>
              <a:gd name="connsiteX42" fmla="*/ 9742436 w 11243827"/>
              <a:gd name="connsiteY42" fmla="*/ 5454834 h 5641173"/>
              <a:gd name="connsiteX43" fmla="*/ 9713044 w 11243827"/>
              <a:gd name="connsiteY43" fmla="*/ 5456476 h 5641173"/>
              <a:gd name="connsiteX44" fmla="*/ 9691033 w 11243827"/>
              <a:gd name="connsiteY44" fmla="*/ 5455451 h 5641173"/>
              <a:gd name="connsiteX45" fmla="*/ 9638355 w 11243827"/>
              <a:gd name="connsiteY45" fmla="*/ 5464794 h 5641173"/>
              <a:gd name="connsiteX46" fmla="*/ 9552434 w 11243827"/>
              <a:gd name="connsiteY46" fmla="*/ 5485280 h 5641173"/>
              <a:gd name="connsiteX47" fmla="*/ 9533883 w 11243827"/>
              <a:gd name="connsiteY47" fmla="*/ 5488516 h 5641173"/>
              <a:gd name="connsiteX48" fmla="*/ 9516916 w 11243827"/>
              <a:gd name="connsiteY48" fmla="*/ 5486828 h 5641173"/>
              <a:gd name="connsiteX49" fmla="*/ 9512093 w 11243827"/>
              <a:gd name="connsiteY49" fmla="*/ 5482541 h 5641173"/>
              <a:gd name="connsiteX50" fmla="*/ 9501725 w 11243827"/>
              <a:gd name="connsiteY50" fmla="*/ 5483603 h 5641173"/>
              <a:gd name="connsiteX51" fmla="*/ 9498754 w 11243827"/>
              <a:gd name="connsiteY51" fmla="*/ 5482951 h 5641173"/>
              <a:gd name="connsiteX52" fmla="*/ 9481932 w 11243827"/>
              <a:gd name="connsiteY52" fmla="*/ 5480151 h 5641173"/>
              <a:gd name="connsiteX53" fmla="*/ 9451321 w 11243827"/>
              <a:gd name="connsiteY53" fmla="*/ 5497375 h 5641173"/>
              <a:gd name="connsiteX54" fmla="*/ 9409298 w 11243827"/>
              <a:gd name="connsiteY54" fmla="*/ 5499478 h 5641173"/>
              <a:gd name="connsiteX55" fmla="*/ 9303056 w 11243827"/>
              <a:gd name="connsiteY55" fmla="*/ 5519093 h 5641173"/>
              <a:gd name="connsiteX56" fmla="*/ 9229078 w 11243827"/>
              <a:gd name="connsiteY56" fmla="*/ 5524154 h 5641173"/>
              <a:gd name="connsiteX57" fmla="*/ 9165105 w 11243827"/>
              <a:gd name="connsiteY57" fmla="*/ 5532892 h 5641173"/>
              <a:gd name="connsiteX58" fmla="*/ 9077301 w 11243827"/>
              <a:gd name="connsiteY58" fmla="*/ 5580356 h 5641173"/>
              <a:gd name="connsiteX59" fmla="*/ 8960065 w 11243827"/>
              <a:gd name="connsiteY59" fmla="*/ 5597982 h 5641173"/>
              <a:gd name="connsiteX60" fmla="*/ 8953536 w 11243827"/>
              <a:gd name="connsiteY60" fmla="*/ 5606638 h 5641173"/>
              <a:gd name="connsiteX61" fmla="*/ 8943907 w 11243827"/>
              <a:gd name="connsiteY61" fmla="*/ 5612541 h 5641173"/>
              <a:gd name="connsiteX62" fmla="*/ 8942046 w 11243827"/>
              <a:gd name="connsiteY62" fmla="*/ 5612112 h 5641173"/>
              <a:gd name="connsiteX63" fmla="*/ 8928824 w 11243827"/>
              <a:gd name="connsiteY63" fmla="*/ 5615549 h 5641173"/>
              <a:gd name="connsiteX64" fmla="*/ 8927294 w 11243827"/>
              <a:gd name="connsiteY64" fmla="*/ 5618607 h 5641173"/>
              <a:gd name="connsiteX65" fmla="*/ 8918651 w 11243827"/>
              <a:gd name="connsiteY65" fmla="*/ 5621688 h 5641173"/>
              <a:gd name="connsiteX66" fmla="*/ 8902772 w 11243827"/>
              <a:gd name="connsiteY66" fmla="*/ 5629703 h 5641173"/>
              <a:gd name="connsiteX67" fmla="*/ 8898724 w 11243827"/>
              <a:gd name="connsiteY67" fmla="*/ 5629379 h 5641173"/>
              <a:gd name="connsiteX68" fmla="*/ 8873099 w 11243827"/>
              <a:gd name="connsiteY68" fmla="*/ 5638628 h 5641173"/>
              <a:gd name="connsiteX69" fmla="*/ 8872234 w 11243827"/>
              <a:gd name="connsiteY69" fmla="*/ 5637889 h 5641173"/>
              <a:gd name="connsiteX70" fmla="*/ 8862777 w 11243827"/>
              <a:gd name="connsiteY70" fmla="*/ 5636711 h 5641173"/>
              <a:gd name="connsiteX71" fmla="*/ 8845869 w 11243827"/>
              <a:gd name="connsiteY71" fmla="*/ 5636436 h 5641173"/>
              <a:gd name="connsiteX72" fmla="*/ 8800548 w 11243827"/>
              <a:gd name="connsiteY72" fmla="*/ 5625084 h 5641173"/>
              <a:gd name="connsiteX73" fmla="*/ 8773774 w 11243827"/>
              <a:gd name="connsiteY73" fmla="*/ 5634630 h 5641173"/>
              <a:gd name="connsiteX74" fmla="*/ 8698255 w 11243827"/>
              <a:gd name="connsiteY74" fmla="*/ 5636083 h 5641173"/>
              <a:gd name="connsiteX75" fmla="*/ 8619167 w 11243827"/>
              <a:gd name="connsiteY75" fmla="*/ 5619130 h 5641173"/>
              <a:gd name="connsiteX76" fmla="*/ 8539822 w 11243827"/>
              <a:gd name="connsiteY76" fmla="*/ 5616905 h 5641173"/>
              <a:gd name="connsiteX77" fmla="*/ 8511094 w 11243827"/>
              <a:gd name="connsiteY77" fmla="*/ 5617360 h 5641173"/>
              <a:gd name="connsiteX78" fmla="*/ 8459886 w 11243827"/>
              <a:gd name="connsiteY78" fmla="*/ 5612612 h 5641173"/>
              <a:gd name="connsiteX79" fmla="*/ 8436432 w 11243827"/>
              <a:gd name="connsiteY79" fmla="*/ 5606990 h 5641173"/>
              <a:gd name="connsiteX80" fmla="*/ 8435403 w 11243827"/>
              <a:gd name="connsiteY80" fmla="*/ 5607336 h 5641173"/>
              <a:gd name="connsiteX81" fmla="*/ 8433307 w 11243827"/>
              <a:gd name="connsiteY81" fmla="*/ 5604917 h 5641173"/>
              <a:gd name="connsiteX82" fmla="*/ 8428968 w 11243827"/>
              <a:gd name="connsiteY82" fmla="*/ 5603796 h 5641173"/>
              <a:gd name="connsiteX83" fmla="*/ 8417124 w 11243827"/>
              <a:gd name="connsiteY83" fmla="*/ 5604518 h 5641173"/>
              <a:gd name="connsiteX84" fmla="*/ 8412669 w 11243827"/>
              <a:gd name="connsiteY84" fmla="*/ 5605413 h 5641173"/>
              <a:gd name="connsiteX85" fmla="*/ 8406152 w 11243827"/>
              <a:gd name="connsiteY85" fmla="*/ 5605396 h 5641173"/>
              <a:gd name="connsiteX86" fmla="*/ 8405989 w 11243827"/>
              <a:gd name="connsiteY86" fmla="*/ 5605197 h 5641173"/>
              <a:gd name="connsiteX87" fmla="*/ 8399884 w 11243827"/>
              <a:gd name="connsiteY87" fmla="*/ 5605568 h 5641173"/>
              <a:gd name="connsiteX88" fmla="*/ 8370014 w 11243827"/>
              <a:gd name="connsiteY88" fmla="*/ 5609900 h 5641173"/>
              <a:gd name="connsiteX89" fmla="*/ 8330544 w 11243827"/>
              <a:gd name="connsiteY89" fmla="*/ 5590964 h 5641173"/>
              <a:gd name="connsiteX90" fmla="*/ 8314221 w 11243827"/>
              <a:gd name="connsiteY90" fmla="*/ 5587682 h 5641173"/>
              <a:gd name="connsiteX91" fmla="*/ 8305502 w 11243827"/>
              <a:gd name="connsiteY91" fmla="*/ 5584868 h 5641173"/>
              <a:gd name="connsiteX92" fmla="*/ 8304962 w 11243827"/>
              <a:gd name="connsiteY92" fmla="*/ 5584007 h 5641173"/>
              <a:gd name="connsiteX93" fmla="*/ 8276324 w 11243827"/>
              <a:gd name="connsiteY93" fmla="*/ 5588260 h 5641173"/>
              <a:gd name="connsiteX94" fmla="*/ 8272522 w 11243827"/>
              <a:gd name="connsiteY94" fmla="*/ 5587226 h 5641173"/>
              <a:gd name="connsiteX95" fmla="*/ 8253857 w 11243827"/>
              <a:gd name="connsiteY95" fmla="*/ 5592043 h 5641173"/>
              <a:gd name="connsiteX96" fmla="*/ 8244212 w 11243827"/>
              <a:gd name="connsiteY96" fmla="*/ 5593439 h 5641173"/>
              <a:gd name="connsiteX97" fmla="*/ 8241488 w 11243827"/>
              <a:gd name="connsiteY97" fmla="*/ 5596085 h 5641173"/>
              <a:gd name="connsiteX98" fmla="*/ 8227256 w 11243827"/>
              <a:gd name="connsiteY98" fmla="*/ 5597005 h 5641173"/>
              <a:gd name="connsiteX99" fmla="*/ 8225619 w 11243827"/>
              <a:gd name="connsiteY99" fmla="*/ 5596262 h 5641173"/>
              <a:gd name="connsiteX100" fmla="*/ 8213882 w 11243827"/>
              <a:gd name="connsiteY100" fmla="*/ 5600179 h 5641173"/>
              <a:gd name="connsiteX101" fmla="*/ 8204045 w 11243827"/>
              <a:gd name="connsiteY101" fmla="*/ 5607275 h 5641173"/>
              <a:gd name="connsiteX102" fmla="*/ 8082989 w 11243827"/>
              <a:gd name="connsiteY102" fmla="*/ 5603160 h 5641173"/>
              <a:gd name="connsiteX103" fmla="*/ 7976942 w 11243827"/>
              <a:gd name="connsiteY103" fmla="*/ 5598455 h 5641173"/>
              <a:gd name="connsiteX104" fmla="*/ 7950121 w 11243827"/>
              <a:gd name="connsiteY104" fmla="*/ 5590893 h 5641173"/>
              <a:gd name="connsiteX105" fmla="*/ 7727691 w 11243827"/>
              <a:gd name="connsiteY105" fmla="*/ 5621064 h 5641173"/>
              <a:gd name="connsiteX106" fmla="*/ 7685998 w 11243827"/>
              <a:gd name="connsiteY106" fmla="*/ 5615564 h 5641173"/>
              <a:gd name="connsiteX107" fmla="*/ 7649302 w 11243827"/>
              <a:gd name="connsiteY107" fmla="*/ 5626541 h 5641173"/>
              <a:gd name="connsiteX108" fmla="*/ 7634083 w 11243827"/>
              <a:gd name="connsiteY108" fmla="*/ 5620862 h 5641173"/>
              <a:gd name="connsiteX109" fmla="*/ 7631455 w 11243827"/>
              <a:gd name="connsiteY109" fmla="*/ 5619708 h 5641173"/>
              <a:gd name="connsiteX110" fmla="*/ 7620952 w 11243827"/>
              <a:gd name="connsiteY110" fmla="*/ 5618872 h 5641173"/>
              <a:gd name="connsiteX111" fmla="*/ 7617992 w 11243827"/>
              <a:gd name="connsiteY111" fmla="*/ 5613914 h 5641173"/>
              <a:gd name="connsiteX112" fmla="*/ 7602182 w 11243827"/>
              <a:gd name="connsiteY112" fmla="*/ 5609271 h 5641173"/>
              <a:gd name="connsiteX113" fmla="*/ 7582847 w 11243827"/>
              <a:gd name="connsiteY113" fmla="*/ 5609047 h 5641173"/>
              <a:gd name="connsiteX114" fmla="*/ 7514158 w 11243827"/>
              <a:gd name="connsiteY114" fmla="*/ 5607737 h 5641173"/>
              <a:gd name="connsiteX115" fmla="*/ 7502955 w 11243827"/>
              <a:gd name="connsiteY115" fmla="*/ 5610415 h 5641173"/>
              <a:gd name="connsiteX116" fmla="*/ 7466391 w 11243827"/>
              <a:gd name="connsiteY116" fmla="*/ 5605949 h 5641173"/>
              <a:gd name="connsiteX117" fmla="*/ 7433806 w 11243827"/>
              <a:gd name="connsiteY117" fmla="*/ 5604945 h 5641173"/>
              <a:gd name="connsiteX118" fmla="*/ 7412693 w 11243827"/>
              <a:gd name="connsiteY118" fmla="*/ 5607075 h 5641173"/>
              <a:gd name="connsiteX119" fmla="*/ 7407159 w 11243827"/>
              <a:gd name="connsiteY119" fmla="*/ 5605310 h 5641173"/>
              <a:gd name="connsiteX120" fmla="*/ 7385900 w 11243827"/>
              <a:gd name="connsiteY120" fmla="*/ 5604171 h 5641173"/>
              <a:gd name="connsiteX121" fmla="*/ 7375071 w 11243827"/>
              <a:gd name="connsiteY121" fmla="*/ 5606788 h 5641173"/>
              <a:gd name="connsiteX122" fmla="*/ 7364382 w 11243827"/>
              <a:gd name="connsiteY122" fmla="*/ 5600762 h 5641173"/>
              <a:gd name="connsiteX123" fmla="*/ 7361770 w 11243827"/>
              <a:gd name="connsiteY123" fmla="*/ 5596347 h 5641173"/>
              <a:gd name="connsiteX124" fmla="*/ 7346641 w 11243827"/>
              <a:gd name="connsiteY124" fmla="*/ 5598329 h 5641173"/>
              <a:gd name="connsiteX125" fmla="*/ 7334238 w 11243827"/>
              <a:gd name="connsiteY125" fmla="*/ 5594014 h 5641173"/>
              <a:gd name="connsiteX126" fmla="*/ 7323426 w 11243827"/>
              <a:gd name="connsiteY126" fmla="*/ 5596835 h 5641173"/>
              <a:gd name="connsiteX127" fmla="*/ 7318938 w 11243827"/>
              <a:gd name="connsiteY127" fmla="*/ 5596200 h 5641173"/>
              <a:gd name="connsiteX128" fmla="*/ 7307784 w 11243827"/>
              <a:gd name="connsiteY128" fmla="*/ 5594065 h 5641173"/>
              <a:gd name="connsiteX129" fmla="*/ 7288540 w 11243827"/>
              <a:gd name="connsiteY129" fmla="*/ 5589320 h 5641173"/>
              <a:gd name="connsiteX130" fmla="*/ 7282537 w 11243827"/>
              <a:gd name="connsiteY130" fmla="*/ 5588660 h 5641173"/>
              <a:gd name="connsiteX131" fmla="*/ 7269466 w 11243827"/>
              <a:gd name="connsiteY131" fmla="*/ 5581404 h 5641173"/>
              <a:gd name="connsiteX132" fmla="*/ 7244165 w 11243827"/>
              <a:gd name="connsiteY132" fmla="*/ 5575200 h 5641173"/>
              <a:gd name="connsiteX133" fmla="*/ 7199619 w 11243827"/>
              <a:gd name="connsiteY133" fmla="*/ 5553550 h 5641173"/>
              <a:gd name="connsiteX134" fmla="*/ 7173434 w 11243827"/>
              <a:gd name="connsiteY134" fmla="*/ 5543219 h 5641173"/>
              <a:gd name="connsiteX135" fmla="*/ 7155718 w 11243827"/>
              <a:gd name="connsiteY135" fmla="*/ 5533697 h 5641173"/>
              <a:gd name="connsiteX136" fmla="*/ 7103430 w 11243827"/>
              <a:gd name="connsiteY136" fmla="*/ 5520249 h 5641173"/>
              <a:gd name="connsiteX137" fmla="*/ 7013746 w 11243827"/>
              <a:gd name="connsiteY137" fmla="*/ 5502470 h 5641173"/>
              <a:gd name="connsiteX138" fmla="*/ 6995379 w 11243827"/>
              <a:gd name="connsiteY138" fmla="*/ 5497693 h 5641173"/>
              <a:gd name="connsiteX139" fmla="*/ 6982475 w 11243827"/>
              <a:gd name="connsiteY139" fmla="*/ 5489641 h 5641173"/>
              <a:gd name="connsiteX140" fmla="*/ 6981994 w 11243827"/>
              <a:gd name="connsiteY140" fmla="*/ 5484335 h 5641173"/>
              <a:gd name="connsiteX141" fmla="*/ 6972355 w 11243827"/>
              <a:gd name="connsiteY141" fmla="*/ 5481074 h 5641173"/>
              <a:gd name="connsiteX142" fmla="*/ 6970394 w 11243827"/>
              <a:gd name="connsiteY142" fmla="*/ 5479383 h 5641173"/>
              <a:gd name="connsiteX143" fmla="*/ 6958543 w 11243827"/>
              <a:gd name="connsiteY143" fmla="*/ 5470507 h 5641173"/>
              <a:gd name="connsiteX144" fmla="*/ 6918276 w 11243827"/>
              <a:gd name="connsiteY144" fmla="*/ 5472034 h 5641173"/>
              <a:gd name="connsiteX145" fmla="*/ 6881046 w 11243827"/>
              <a:gd name="connsiteY145" fmla="*/ 5457070 h 5641173"/>
              <a:gd name="connsiteX146" fmla="*/ 6752164 w 11243827"/>
              <a:gd name="connsiteY146" fmla="*/ 5425021 h 5641173"/>
              <a:gd name="connsiteX147" fmla="*/ 6724964 w 11243827"/>
              <a:gd name="connsiteY147" fmla="*/ 5414071 h 5641173"/>
              <a:gd name="connsiteX148" fmla="*/ 6683286 w 11243827"/>
              <a:gd name="connsiteY148" fmla="*/ 5432830 h 5641173"/>
              <a:gd name="connsiteX149" fmla="*/ 6644277 w 11243827"/>
              <a:gd name="connsiteY149" fmla="*/ 5429684 h 5641173"/>
              <a:gd name="connsiteX150" fmla="*/ 6532914 w 11243827"/>
              <a:gd name="connsiteY150" fmla="*/ 5431205 h 5641173"/>
              <a:gd name="connsiteX151" fmla="*/ 6307459 w 11243827"/>
              <a:gd name="connsiteY151" fmla="*/ 5467087 h 5641173"/>
              <a:gd name="connsiteX152" fmla="*/ 6196243 w 11243827"/>
              <a:gd name="connsiteY152" fmla="*/ 5515042 h 5641173"/>
              <a:gd name="connsiteX153" fmla="*/ 6099124 w 11243827"/>
              <a:gd name="connsiteY153" fmla="*/ 5516848 h 5641173"/>
              <a:gd name="connsiteX154" fmla="*/ 6016077 w 11243827"/>
              <a:gd name="connsiteY154" fmla="*/ 5528642 h 5641173"/>
              <a:gd name="connsiteX155" fmla="*/ 6004389 w 11243827"/>
              <a:gd name="connsiteY155" fmla="*/ 5531206 h 5641173"/>
              <a:gd name="connsiteX156" fmla="*/ 5933945 w 11243827"/>
              <a:gd name="connsiteY156" fmla="*/ 5538840 h 5641173"/>
              <a:gd name="connsiteX157" fmla="*/ 5883936 w 11243827"/>
              <a:gd name="connsiteY157" fmla="*/ 5553807 h 5641173"/>
              <a:gd name="connsiteX158" fmla="*/ 5798331 w 11243827"/>
              <a:gd name="connsiteY158" fmla="*/ 5564248 h 5641173"/>
              <a:gd name="connsiteX159" fmla="*/ 5712738 w 11243827"/>
              <a:gd name="connsiteY159" fmla="*/ 5573120 h 5641173"/>
              <a:gd name="connsiteX160" fmla="*/ 5681342 w 11243827"/>
              <a:gd name="connsiteY160" fmla="*/ 5575621 h 5641173"/>
              <a:gd name="connsiteX161" fmla="*/ 5627167 w 11243827"/>
              <a:gd name="connsiteY161" fmla="*/ 5583215 h 5641173"/>
              <a:gd name="connsiteX162" fmla="*/ 5591414 w 11243827"/>
              <a:gd name="connsiteY162" fmla="*/ 5587695 h 5641173"/>
              <a:gd name="connsiteX163" fmla="*/ 5583028 w 11243827"/>
              <a:gd name="connsiteY163" fmla="*/ 5580877 h 5641173"/>
              <a:gd name="connsiteX164" fmla="*/ 5549426 w 11243827"/>
              <a:gd name="connsiteY164" fmla="*/ 5582858 h 5641173"/>
              <a:gd name="connsiteX165" fmla="*/ 5519999 w 11243827"/>
              <a:gd name="connsiteY165" fmla="*/ 5592246 h 5641173"/>
              <a:gd name="connsiteX166" fmla="*/ 5480028 w 11243827"/>
              <a:gd name="connsiteY166" fmla="*/ 5597282 h 5641173"/>
              <a:gd name="connsiteX167" fmla="*/ 5456175 w 11243827"/>
              <a:gd name="connsiteY167" fmla="*/ 5600371 h 5641173"/>
              <a:gd name="connsiteX168" fmla="*/ 5388463 w 11243827"/>
              <a:gd name="connsiteY168" fmla="*/ 5602638 h 5641173"/>
              <a:gd name="connsiteX169" fmla="*/ 5265898 w 11243827"/>
              <a:gd name="connsiteY169" fmla="*/ 5591830 h 5641173"/>
              <a:gd name="connsiteX170" fmla="*/ 5231231 w 11243827"/>
              <a:gd name="connsiteY170" fmla="*/ 5592790 h 5641173"/>
              <a:gd name="connsiteX171" fmla="*/ 5226996 w 11243827"/>
              <a:gd name="connsiteY171" fmla="*/ 5595040 h 5641173"/>
              <a:gd name="connsiteX172" fmla="*/ 5175988 w 11243827"/>
              <a:gd name="connsiteY172" fmla="*/ 5588131 h 5641173"/>
              <a:gd name="connsiteX173" fmla="*/ 5107470 w 11243827"/>
              <a:gd name="connsiteY173" fmla="*/ 5594771 h 5641173"/>
              <a:gd name="connsiteX174" fmla="*/ 5027868 w 11243827"/>
              <a:gd name="connsiteY174" fmla="*/ 5605624 h 5641173"/>
              <a:gd name="connsiteX175" fmla="*/ 5007324 w 11243827"/>
              <a:gd name="connsiteY175" fmla="*/ 5609209 h 5641173"/>
              <a:gd name="connsiteX176" fmla="*/ 4952559 w 11243827"/>
              <a:gd name="connsiteY176" fmla="*/ 5611402 h 5641173"/>
              <a:gd name="connsiteX177" fmla="*/ 4826081 w 11243827"/>
              <a:gd name="connsiteY177" fmla="*/ 5616191 h 5641173"/>
              <a:gd name="connsiteX178" fmla="*/ 4823501 w 11243827"/>
              <a:gd name="connsiteY178" fmla="*/ 5619174 h 5641173"/>
              <a:gd name="connsiteX179" fmla="*/ 4813093 w 11243827"/>
              <a:gd name="connsiteY179" fmla="*/ 5620026 h 5641173"/>
              <a:gd name="connsiteX180" fmla="*/ 4810563 w 11243827"/>
              <a:gd name="connsiteY180" fmla="*/ 5620787 h 5641173"/>
              <a:gd name="connsiteX181" fmla="*/ 4795818 w 11243827"/>
              <a:gd name="connsiteY181" fmla="*/ 5624618 h 5641173"/>
              <a:gd name="connsiteX182" fmla="*/ 4758404 w 11243827"/>
              <a:gd name="connsiteY182" fmla="*/ 5619510 h 5641173"/>
              <a:gd name="connsiteX183" fmla="*/ 4717254 w 11243827"/>
              <a:gd name="connsiteY183" fmla="*/ 5624155 h 5641173"/>
              <a:gd name="connsiteX184" fmla="*/ 4591958 w 11243827"/>
              <a:gd name="connsiteY184" fmla="*/ 5624710 h 5641173"/>
              <a:gd name="connsiteX185" fmla="*/ 4476215 w 11243827"/>
              <a:gd name="connsiteY185" fmla="*/ 5628210 h 5641173"/>
              <a:gd name="connsiteX186" fmla="*/ 4425193 w 11243827"/>
              <a:gd name="connsiteY186" fmla="*/ 5627414 h 5641173"/>
              <a:gd name="connsiteX187" fmla="*/ 4383866 w 11243827"/>
              <a:gd name="connsiteY187" fmla="*/ 5626546 h 5641173"/>
              <a:gd name="connsiteX188" fmla="*/ 4385596 w 11243827"/>
              <a:gd name="connsiteY188" fmla="*/ 5634646 h 5641173"/>
              <a:gd name="connsiteX189" fmla="*/ 4360864 w 11243827"/>
              <a:gd name="connsiteY189" fmla="*/ 5641173 h 5641173"/>
              <a:gd name="connsiteX190" fmla="*/ 4328321 w 11243827"/>
              <a:gd name="connsiteY190" fmla="*/ 5626332 h 5641173"/>
              <a:gd name="connsiteX191" fmla="*/ 4309842 w 11243827"/>
              <a:gd name="connsiteY191" fmla="*/ 5626471 h 5641173"/>
              <a:gd name="connsiteX192" fmla="*/ 4277424 w 11243827"/>
              <a:gd name="connsiteY192" fmla="*/ 5631598 h 5641173"/>
              <a:gd name="connsiteX193" fmla="*/ 4266627 w 11243827"/>
              <a:gd name="connsiteY193" fmla="*/ 5633969 h 5641173"/>
              <a:gd name="connsiteX194" fmla="*/ 4185525 w 11243827"/>
              <a:gd name="connsiteY194" fmla="*/ 5617508 h 5641173"/>
              <a:gd name="connsiteX195" fmla="*/ 4177617 w 11243827"/>
              <a:gd name="connsiteY195" fmla="*/ 5610903 h 5641173"/>
              <a:gd name="connsiteX196" fmla="*/ 4136948 w 11243827"/>
              <a:gd name="connsiteY196" fmla="*/ 5608031 h 5641173"/>
              <a:gd name="connsiteX197" fmla="*/ 4132323 w 11243827"/>
              <a:gd name="connsiteY197" fmla="*/ 5609784 h 5641173"/>
              <a:gd name="connsiteX198" fmla="*/ 4098620 w 11243827"/>
              <a:gd name="connsiteY198" fmla="*/ 5599672 h 5641173"/>
              <a:gd name="connsiteX199" fmla="*/ 3963475 w 11243827"/>
              <a:gd name="connsiteY199" fmla="*/ 5581841 h 5641173"/>
              <a:gd name="connsiteX200" fmla="*/ 3703613 w 11243827"/>
              <a:gd name="connsiteY200" fmla="*/ 5572482 h 5641173"/>
              <a:gd name="connsiteX201" fmla="*/ 3432987 w 11243827"/>
              <a:gd name="connsiteY201" fmla="*/ 5545768 h 5641173"/>
              <a:gd name="connsiteX202" fmla="*/ 3176381 w 11243827"/>
              <a:gd name="connsiteY202" fmla="*/ 5556110 h 5641173"/>
              <a:gd name="connsiteX203" fmla="*/ 2710156 w 11243827"/>
              <a:gd name="connsiteY203" fmla="*/ 5527517 h 5641173"/>
              <a:gd name="connsiteX204" fmla="*/ 2550206 w 11243827"/>
              <a:gd name="connsiteY204" fmla="*/ 5524958 h 5641173"/>
              <a:gd name="connsiteX205" fmla="*/ 2443041 w 11243827"/>
              <a:gd name="connsiteY205" fmla="*/ 5523990 h 5641173"/>
              <a:gd name="connsiteX206" fmla="*/ 2435613 w 11243827"/>
              <a:gd name="connsiteY206" fmla="*/ 5526704 h 5641173"/>
              <a:gd name="connsiteX207" fmla="*/ 2405682 w 11243827"/>
              <a:gd name="connsiteY207" fmla="*/ 5528307 h 5641173"/>
              <a:gd name="connsiteX208" fmla="*/ 2397487 w 11243827"/>
              <a:gd name="connsiteY208" fmla="*/ 5540337 h 5641173"/>
              <a:gd name="connsiteX209" fmla="*/ 2297454 w 11243827"/>
              <a:gd name="connsiteY209" fmla="*/ 5550765 h 5641173"/>
              <a:gd name="connsiteX210" fmla="*/ 2056700 w 11243827"/>
              <a:gd name="connsiteY210" fmla="*/ 5555489 h 5641173"/>
              <a:gd name="connsiteX211" fmla="*/ 1878530 w 11243827"/>
              <a:gd name="connsiteY211" fmla="*/ 5535330 h 5641173"/>
              <a:gd name="connsiteX212" fmla="*/ 1859292 w 11243827"/>
              <a:gd name="connsiteY212" fmla="*/ 5535461 h 5641173"/>
              <a:gd name="connsiteX213" fmla="*/ 1835626 w 11243827"/>
              <a:gd name="connsiteY213" fmla="*/ 5533793 h 5641173"/>
              <a:gd name="connsiteX214" fmla="*/ 1798939 w 11243827"/>
              <a:gd name="connsiteY214" fmla="*/ 5540285 h 5641173"/>
              <a:gd name="connsiteX215" fmla="*/ 1779046 w 11243827"/>
              <a:gd name="connsiteY215" fmla="*/ 5549949 h 5641173"/>
              <a:gd name="connsiteX216" fmla="*/ 1772421 w 11243827"/>
              <a:gd name="connsiteY216" fmla="*/ 5549018 h 5641173"/>
              <a:gd name="connsiteX217" fmla="*/ 1772052 w 11243827"/>
              <a:gd name="connsiteY217" fmla="*/ 5545689 h 5641173"/>
              <a:gd name="connsiteX218" fmla="*/ 1711543 w 11243827"/>
              <a:gd name="connsiteY218" fmla="*/ 5534558 h 5641173"/>
              <a:gd name="connsiteX219" fmla="*/ 1631462 w 11243827"/>
              <a:gd name="connsiteY219" fmla="*/ 5491807 h 5641173"/>
              <a:gd name="connsiteX220" fmla="*/ 1538763 w 11243827"/>
              <a:gd name="connsiteY220" fmla="*/ 5482781 h 5641173"/>
              <a:gd name="connsiteX221" fmla="*/ 1501533 w 11243827"/>
              <a:gd name="connsiteY221" fmla="*/ 5467817 h 5641173"/>
              <a:gd name="connsiteX222" fmla="*/ 1461266 w 11243827"/>
              <a:gd name="connsiteY222" fmla="*/ 5469343 h 5641173"/>
              <a:gd name="connsiteX223" fmla="*/ 1449415 w 11243827"/>
              <a:gd name="connsiteY223" fmla="*/ 5460467 h 5641173"/>
              <a:gd name="connsiteX224" fmla="*/ 1447454 w 11243827"/>
              <a:gd name="connsiteY224" fmla="*/ 5458776 h 5641173"/>
              <a:gd name="connsiteX225" fmla="*/ 1437814 w 11243827"/>
              <a:gd name="connsiteY225" fmla="*/ 5455515 h 5641173"/>
              <a:gd name="connsiteX226" fmla="*/ 1437334 w 11243827"/>
              <a:gd name="connsiteY226" fmla="*/ 5450209 h 5641173"/>
              <a:gd name="connsiteX227" fmla="*/ 1424429 w 11243827"/>
              <a:gd name="connsiteY227" fmla="*/ 5442157 h 5641173"/>
              <a:gd name="connsiteX228" fmla="*/ 1406063 w 11243827"/>
              <a:gd name="connsiteY228" fmla="*/ 5437380 h 5641173"/>
              <a:gd name="connsiteX229" fmla="*/ 1316379 w 11243827"/>
              <a:gd name="connsiteY229" fmla="*/ 5419601 h 5641173"/>
              <a:gd name="connsiteX230" fmla="*/ 1264090 w 11243827"/>
              <a:gd name="connsiteY230" fmla="*/ 5406153 h 5641173"/>
              <a:gd name="connsiteX231" fmla="*/ 1246374 w 11243827"/>
              <a:gd name="connsiteY231" fmla="*/ 5396631 h 5641173"/>
              <a:gd name="connsiteX232" fmla="*/ 1220190 w 11243827"/>
              <a:gd name="connsiteY232" fmla="*/ 5386301 h 5641173"/>
              <a:gd name="connsiteX233" fmla="*/ 1175643 w 11243827"/>
              <a:gd name="connsiteY233" fmla="*/ 5364651 h 5641173"/>
              <a:gd name="connsiteX234" fmla="*/ 1150342 w 11243827"/>
              <a:gd name="connsiteY234" fmla="*/ 5358447 h 5641173"/>
              <a:gd name="connsiteX235" fmla="*/ 1112024 w 11243827"/>
              <a:gd name="connsiteY235" fmla="*/ 5345786 h 5641173"/>
              <a:gd name="connsiteX236" fmla="*/ 1100870 w 11243827"/>
              <a:gd name="connsiteY236" fmla="*/ 5343651 h 5641173"/>
              <a:gd name="connsiteX237" fmla="*/ 1096383 w 11243827"/>
              <a:gd name="connsiteY237" fmla="*/ 5343015 h 5641173"/>
              <a:gd name="connsiteX238" fmla="*/ 1058039 w 11243827"/>
              <a:gd name="connsiteY238" fmla="*/ 5343504 h 5641173"/>
              <a:gd name="connsiteX239" fmla="*/ 1055426 w 11243827"/>
              <a:gd name="connsiteY239" fmla="*/ 5339088 h 5641173"/>
              <a:gd name="connsiteX240" fmla="*/ 1044738 w 11243827"/>
              <a:gd name="connsiteY240" fmla="*/ 5333063 h 5641173"/>
              <a:gd name="connsiteX241" fmla="*/ 1033909 w 11243827"/>
              <a:gd name="connsiteY241" fmla="*/ 5335680 h 5641173"/>
              <a:gd name="connsiteX242" fmla="*/ 1012649 w 11243827"/>
              <a:gd name="connsiteY242" fmla="*/ 5334541 h 5641173"/>
              <a:gd name="connsiteX243" fmla="*/ 1007115 w 11243827"/>
              <a:gd name="connsiteY243" fmla="*/ 5332775 h 5641173"/>
              <a:gd name="connsiteX244" fmla="*/ 987447 w 11243827"/>
              <a:gd name="connsiteY244" fmla="*/ 5346462 h 5641173"/>
              <a:gd name="connsiteX245" fmla="*/ 953418 w 11243827"/>
              <a:gd name="connsiteY245" fmla="*/ 5333901 h 5641173"/>
              <a:gd name="connsiteX246" fmla="*/ 916854 w 11243827"/>
              <a:gd name="connsiteY246" fmla="*/ 5329435 h 5641173"/>
              <a:gd name="connsiteX247" fmla="*/ 905651 w 11243827"/>
              <a:gd name="connsiteY247" fmla="*/ 5332114 h 5641173"/>
              <a:gd name="connsiteX248" fmla="*/ 838405 w 11243827"/>
              <a:gd name="connsiteY248" fmla="*/ 5339470 h 5641173"/>
              <a:gd name="connsiteX249" fmla="*/ 817627 w 11243827"/>
              <a:gd name="connsiteY249" fmla="*/ 5330580 h 5641173"/>
              <a:gd name="connsiteX250" fmla="*/ 801817 w 11243827"/>
              <a:gd name="connsiteY250" fmla="*/ 5325937 h 5641173"/>
              <a:gd name="connsiteX251" fmla="*/ 798857 w 11243827"/>
              <a:gd name="connsiteY251" fmla="*/ 5320979 h 5641173"/>
              <a:gd name="connsiteX252" fmla="*/ 788354 w 11243827"/>
              <a:gd name="connsiteY252" fmla="*/ 5320143 h 5641173"/>
              <a:gd name="connsiteX253" fmla="*/ 785726 w 11243827"/>
              <a:gd name="connsiteY253" fmla="*/ 5318989 h 5641173"/>
              <a:gd name="connsiteX254" fmla="*/ 770507 w 11243827"/>
              <a:gd name="connsiteY254" fmla="*/ 5313309 h 5641173"/>
              <a:gd name="connsiteX255" fmla="*/ 733810 w 11243827"/>
              <a:gd name="connsiteY255" fmla="*/ 5324286 h 5641173"/>
              <a:gd name="connsiteX256" fmla="*/ 692117 w 11243827"/>
              <a:gd name="connsiteY256" fmla="*/ 5318786 h 5641173"/>
              <a:gd name="connsiteX257" fmla="*/ 574943 w 11243827"/>
              <a:gd name="connsiteY257" fmla="*/ 5327578 h 5641173"/>
              <a:gd name="connsiteX258" fmla="*/ 441302 w 11243827"/>
              <a:gd name="connsiteY258" fmla="*/ 5307062 h 5641173"/>
              <a:gd name="connsiteX259" fmla="*/ 336819 w 11243827"/>
              <a:gd name="connsiteY259" fmla="*/ 5336690 h 5641173"/>
              <a:gd name="connsiteX260" fmla="*/ 270932 w 11243827"/>
              <a:gd name="connsiteY260" fmla="*/ 5345451 h 5641173"/>
              <a:gd name="connsiteX261" fmla="*/ 194189 w 11243827"/>
              <a:gd name="connsiteY261" fmla="*/ 5343588 h 5641173"/>
              <a:gd name="connsiteX262" fmla="*/ 192552 w 11243827"/>
              <a:gd name="connsiteY262" fmla="*/ 5342845 h 5641173"/>
              <a:gd name="connsiteX263" fmla="*/ 178320 w 11243827"/>
              <a:gd name="connsiteY263" fmla="*/ 5343766 h 5641173"/>
              <a:gd name="connsiteX264" fmla="*/ 175596 w 11243827"/>
              <a:gd name="connsiteY264" fmla="*/ 5346411 h 5641173"/>
              <a:gd name="connsiteX265" fmla="*/ 147287 w 11243827"/>
              <a:gd name="connsiteY265" fmla="*/ 5352625 h 5641173"/>
              <a:gd name="connsiteX266" fmla="*/ 114847 w 11243827"/>
              <a:gd name="connsiteY266" fmla="*/ 5355844 h 5641173"/>
              <a:gd name="connsiteX267" fmla="*/ 114306 w 11243827"/>
              <a:gd name="connsiteY267" fmla="*/ 5354983 h 5641173"/>
              <a:gd name="connsiteX268" fmla="*/ 89264 w 11243827"/>
              <a:gd name="connsiteY268" fmla="*/ 5348886 h 5641173"/>
              <a:gd name="connsiteX269" fmla="*/ 49794 w 11243827"/>
              <a:gd name="connsiteY269" fmla="*/ 5329950 h 5641173"/>
              <a:gd name="connsiteX270" fmla="*/ 19924 w 11243827"/>
              <a:gd name="connsiteY270" fmla="*/ 5334282 h 5641173"/>
              <a:gd name="connsiteX271" fmla="*/ 13819 w 11243827"/>
              <a:gd name="connsiteY271" fmla="*/ 5334653 h 5641173"/>
              <a:gd name="connsiteX272" fmla="*/ 13657 w 11243827"/>
              <a:gd name="connsiteY272" fmla="*/ 5334455 h 5641173"/>
              <a:gd name="connsiteX273" fmla="*/ 7139 w 11243827"/>
              <a:gd name="connsiteY273" fmla="*/ 5334438 h 5641173"/>
              <a:gd name="connsiteX274" fmla="*/ 2684 w 11243827"/>
              <a:gd name="connsiteY274" fmla="*/ 5335333 h 5641173"/>
              <a:gd name="connsiteX275" fmla="*/ 0 w 11243827"/>
              <a:gd name="connsiteY275" fmla="*/ 5335496 h 5641173"/>
              <a:gd name="connsiteX276" fmla="*/ 0 w 11243827"/>
              <a:gd name="connsiteY276" fmla="*/ 10592 h 5641173"/>
              <a:gd name="connsiteX277" fmla="*/ 11243827 w 11243827"/>
              <a:gd name="connsiteY277" fmla="*/ 0 h 564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11243827" h="5641173">
                <a:moveTo>
                  <a:pt x="11243827" y="0"/>
                </a:moveTo>
                <a:lnTo>
                  <a:pt x="11243827" y="5209610"/>
                </a:lnTo>
                <a:lnTo>
                  <a:pt x="11240675" y="5210442"/>
                </a:lnTo>
                <a:cubicBezTo>
                  <a:pt x="11212687" y="5216721"/>
                  <a:pt x="11197241" y="5217028"/>
                  <a:pt x="11179959" y="5221199"/>
                </a:cubicBezTo>
                <a:cubicBezTo>
                  <a:pt x="11151979" y="5230882"/>
                  <a:pt x="11122378" y="5252850"/>
                  <a:pt x="11105493" y="5259905"/>
                </a:cubicBezTo>
                <a:lnTo>
                  <a:pt x="11078640" y="5263531"/>
                </a:lnTo>
                <a:lnTo>
                  <a:pt x="11079616" y="5270380"/>
                </a:lnTo>
                <a:lnTo>
                  <a:pt x="11069641" y="5270884"/>
                </a:lnTo>
                <a:lnTo>
                  <a:pt x="11047377" y="5271051"/>
                </a:lnTo>
                <a:cubicBezTo>
                  <a:pt x="11033483" y="5272087"/>
                  <a:pt x="10994850" y="5270445"/>
                  <a:pt x="10980705" y="5272951"/>
                </a:cubicBezTo>
                <a:cubicBezTo>
                  <a:pt x="10976625" y="5280257"/>
                  <a:pt x="10970327" y="5284239"/>
                  <a:pt x="10962514" y="5286084"/>
                </a:cubicBezTo>
                <a:lnTo>
                  <a:pt x="10945307" y="5286290"/>
                </a:lnTo>
                <a:lnTo>
                  <a:pt x="10845516" y="5303894"/>
                </a:lnTo>
                <a:lnTo>
                  <a:pt x="10831795" y="5305210"/>
                </a:lnTo>
                <a:lnTo>
                  <a:pt x="10824365" y="5311111"/>
                </a:lnTo>
                <a:cubicBezTo>
                  <a:pt x="10818692" y="5312290"/>
                  <a:pt x="10802397" y="5311529"/>
                  <a:pt x="10797756" y="5312285"/>
                </a:cubicBezTo>
                <a:lnTo>
                  <a:pt x="10796525" y="5315645"/>
                </a:lnTo>
                <a:cubicBezTo>
                  <a:pt x="10781742" y="5321013"/>
                  <a:pt x="10726138" y="5338890"/>
                  <a:pt x="10709063" y="5344492"/>
                </a:cubicBezTo>
                <a:cubicBezTo>
                  <a:pt x="10705652" y="5339328"/>
                  <a:pt x="10698014" y="5347484"/>
                  <a:pt x="10694078" y="5349258"/>
                </a:cubicBezTo>
                <a:cubicBezTo>
                  <a:pt x="10693469" y="5345779"/>
                  <a:pt x="10683941" y="5344718"/>
                  <a:pt x="10681131" y="5347812"/>
                </a:cubicBezTo>
                <a:cubicBezTo>
                  <a:pt x="10614153" y="5364782"/>
                  <a:pt x="10647679" y="5329716"/>
                  <a:pt x="10609448" y="5351931"/>
                </a:cubicBezTo>
                <a:cubicBezTo>
                  <a:pt x="10602685" y="5353403"/>
                  <a:pt x="10597204" y="5352000"/>
                  <a:pt x="10592397" y="5349402"/>
                </a:cubicBezTo>
                <a:lnTo>
                  <a:pt x="10585227" y="5344063"/>
                </a:lnTo>
                <a:lnTo>
                  <a:pt x="10557472" y="5354151"/>
                </a:lnTo>
                <a:cubicBezTo>
                  <a:pt x="10543800" y="5357667"/>
                  <a:pt x="10529411" y="5359999"/>
                  <a:pt x="10514646" y="5361064"/>
                </a:cubicBezTo>
                <a:cubicBezTo>
                  <a:pt x="10511333" y="5353956"/>
                  <a:pt x="10499744" y="5364054"/>
                  <a:pt x="10494292" y="5366054"/>
                </a:cubicBezTo>
                <a:cubicBezTo>
                  <a:pt x="10494236" y="5361412"/>
                  <a:pt x="10482156" y="5359187"/>
                  <a:pt x="10477869" y="5363025"/>
                </a:cubicBezTo>
                <a:cubicBezTo>
                  <a:pt x="10387782" y="5379617"/>
                  <a:pt x="10438473" y="5336257"/>
                  <a:pt x="10384411" y="5362257"/>
                </a:cubicBezTo>
                <a:cubicBezTo>
                  <a:pt x="10375368" y="5363613"/>
                  <a:pt x="10368582" y="5361287"/>
                  <a:pt x="10362921" y="5357444"/>
                </a:cubicBezTo>
                <a:lnTo>
                  <a:pt x="10352736" y="5347851"/>
                </a:lnTo>
                <a:lnTo>
                  <a:pt x="10344754" y="5351272"/>
                </a:lnTo>
                <a:cubicBezTo>
                  <a:pt x="10314632" y="5351540"/>
                  <a:pt x="10305751" y="5341709"/>
                  <a:pt x="10288226" y="5351613"/>
                </a:cubicBezTo>
                <a:cubicBezTo>
                  <a:pt x="10262327" y="5331026"/>
                  <a:pt x="10271048" y="5349560"/>
                  <a:pt x="10251350" y="5352711"/>
                </a:cubicBezTo>
                <a:cubicBezTo>
                  <a:pt x="10235810" y="5356816"/>
                  <a:pt x="10264339" y="5364714"/>
                  <a:pt x="10249108" y="5365881"/>
                </a:cubicBezTo>
                <a:cubicBezTo>
                  <a:pt x="10232632" y="5360566"/>
                  <a:pt x="10233406" y="5377073"/>
                  <a:pt x="10216272" y="5370573"/>
                </a:cubicBezTo>
                <a:cubicBezTo>
                  <a:pt x="10220434" y="5358137"/>
                  <a:pt x="10182459" y="5372984"/>
                  <a:pt x="10181278" y="5362119"/>
                </a:cubicBezTo>
                <a:cubicBezTo>
                  <a:pt x="10166724" y="5377655"/>
                  <a:pt x="10159412" y="5358516"/>
                  <a:pt x="10140033" y="5363304"/>
                </a:cubicBezTo>
                <a:cubicBezTo>
                  <a:pt x="10130907" y="5369181"/>
                  <a:pt x="10124323" y="5370190"/>
                  <a:pt x="10115353" y="5363869"/>
                </a:cubicBezTo>
                <a:cubicBezTo>
                  <a:pt x="10073314" y="5392482"/>
                  <a:pt x="10089920" y="5365150"/>
                  <a:pt x="10050578" y="5376153"/>
                </a:cubicBezTo>
                <a:cubicBezTo>
                  <a:pt x="10016683" y="5387725"/>
                  <a:pt x="9978260" y="5395233"/>
                  <a:pt x="9945478" y="5422859"/>
                </a:cubicBezTo>
                <a:cubicBezTo>
                  <a:pt x="9939461" y="5430686"/>
                  <a:pt x="9924686" y="5433649"/>
                  <a:pt x="9912481" y="5429477"/>
                </a:cubicBezTo>
                <a:cubicBezTo>
                  <a:pt x="9910384" y="5428759"/>
                  <a:pt x="9908438" y="5427851"/>
                  <a:pt x="9906713" y="5426784"/>
                </a:cubicBezTo>
                <a:cubicBezTo>
                  <a:pt x="9878372" y="5431011"/>
                  <a:pt x="9774714" y="5449885"/>
                  <a:pt x="9742436" y="5454834"/>
                </a:cubicBezTo>
                <a:cubicBezTo>
                  <a:pt x="9739822" y="5444779"/>
                  <a:pt x="9723500" y="5462923"/>
                  <a:pt x="9713044" y="5456476"/>
                </a:cubicBezTo>
                <a:cubicBezTo>
                  <a:pt x="9705555" y="5450821"/>
                  <a:pt x="9698855" y="5455006"/>
                  <a:pt x="9691033" y="5455451"/>
                </a:cubicBezTo>
                <a:cubicBezTo>
                  <a:pt x="9680728" y="5451004"/>
                  <a:pt x="9647117" y="5459035"/>
                  <a:pt x="9638355" y="5464794"/>
                </a:cubicBezTo>
                <a:cubicBezTo>
                  <a:pt x="9617415" y="5484808"/>
                  <a:pt x="9569832" y="5469945"/>
                  <a:pt x="9552434" y="5485280"/>
                </a:cubicBezTo>
                <a:cubicBezTo>
                  <a:pt x="9546122" y="5487529"/>
                  <a:pt x="9539945" y="5488440"/>
                  <a:pt x="9533883" y="5488516"/>
                </a:cubicBezTo>
                <a:lnTo>
                  <a:pt x="9516916" y="5486828"/>
                </a:lnTo>
                <a:lnTo>
                  <a:pt x="9512093" y="5482541"/>
                </a:lnTo>
                <a:lnTo>
                  <a:pt x="9501725" y="5483603"/>
                </a:lnTo>
                <a:lnTo>
                  <a:pt x="9498754" y="5482951"/>
                </a:lnTo>
                <a:cubicBezTo>
                  <a:pt x="9493078" y="5481686"/>
                  <a:pt x="9487476" y="5480586"/>
                  <a:pt x="9481932" y="5480151"/>
                </a:cubicBezTo>
                <a:cubicBezTo>
                  <a:pt x="9489223" y="5501646"/>
                  <a:pt x="9435971" y="5479991"/>
                  <a:pt x="9451321" y="5497375"/>
                </a:cubicBezTo>
                <a:cubicBezTo>
                  <a:pt x="9422124" y="5498722"/>
                  <a:pt x="9444395" y="5514914"/>
                  <a:pt x="9409298" y="5499478"/>
                </a:cubicBezTo>
                <a:cubicBezTo>
                  <a:pt x="9363968" y="5517055"/>
                  <a:pt x="9350073" y="5507226"/>
                  <a:pt x="9303056" y="5519093"/>
                </a:cubicBezTo>
                <a:cubicBezTo>
                  <a:pt x="9272929" y="5515489"/>
                  <a:pt x="9242312" y="5519100"/>
                  <a:pt x="9229078" y="5524154"/>
                </a:cubicBezTo>
                <a:cubicBezTo>
                  <a:pt x="9244549" y="5484199"/>
                  <a:pt x="9198133" y="5512463"/>
                  <a:pt x="9165105" y="5532892"/>
                </a:cubicBezTo>
                <a:cubicBezTo>
                  <a:pt x="9128348" y="5546691"/>
                  <a:pt x="9105217" y="5601124"/>
                  <a:pt x="9077301" y="5580356"/>
                </a:cubicBezTo>
                <a:cubicBezTo>
                  <a:pt x="9034770" y="5585424"/>
                  <a:pt x="9004654" y="5606346"/>
                  <a:pt x="8960065" y="5597982"/>
                </a:cubicBezTo>
                <a:cubicBezTo>
                  <a:pt x="8958681" y="5601368"/>
                  <a:pt x="8956414" y="5604204"/>
                  <a:pt x="8953536" y="5606638"/>
                </a:cubicBezTo>
                <a:lnTo>
                  <a:pt x="8943907" y="5612541"/>
                </a:lnTo>
                <a:lnTo>
                  <a:pt x="8942046" y="5612112"/>
                </a:lnTo>
                <a:cubicBezTo>
                  <a:pt x="8934733" y="5612036"/>
                  <a:pt x="8930989" y="5613463"/>
                  <a:pt x="8928824" y="5615549"/>
                </a:cubicBezTo>
                <a:lnTo>
                  <a:pt x="8927294" y="5618607"/>
                </a:lnTo>
                <a:lnTo>
                  <a:pt x="8918651" y="5621688"/>
                </a:lnTo>
                <a:lnTo>
                  <a:pt x="8902772" y="5629703"/>
                </a:lnTo>
                <a:lnTo>
                  <a:pt x="8898724" y="5629379"/>
                </a:lnTo>
                <a:lnTo>
                  <a:pt x="8873099" y="5638628"/>
                </a:lnTo>
                <a:lnTo>
                  <a:pt x="8872234" y="5637889"/>
                </a:lnTo>
                <a:cubicBezTo>
                  <a:pt x="8869712" y="5636443"/>
                  <a:pt x="8866744" y="5635774"/>
                  <a:pt x="8862777" y="5636711"/>
                </a:cubicBezTo>
                <a:cubicBezTo>
                  <a:pt x="8861373" y="5622581"/>
                  <a:pt x="8857449" y="5632426"/>
                  <a:pt x="8845869" y="5636436"/>
                </a:cubicBezTo>
                <a:cubicBezTo>
                  <a:pt x="8841103" y="5615386"/>
                  <a:pt x="8812729" y="5634444"/>
                  <a:pt x="8800548" y="5625084"/>
                </a:cubicBezTo>
                <a:cubicBezTo>
                  <a:pt x="8792146" y="5628504"/>
                  <a:pt x="8783174" y="5631737"/>
                  <a:pt x="8773774" y="5634630"/>
                </a:cubicBezTo>
                <a:lnTo>
                  <a:pt x="8698255" y="5636083"/>
                </a:lnTo>
                <a:lnTo>
                  <a:pt x="8619167" y="5619130"/>
                </a:lnTo>
                <a:cubicBezTo>
                  <a:pt x="8589913" y="5618762"/>
                  <a:pt x="8564581" y="5612466"/>
                  <a:pt x="8539822" y="5616905"/>
                </a:cubicBezTo>
                <a:cubicBezTo>
                  <a:pt x="8529764" y="5612008"/>
                  <a:pt x="8520285" y="5610031"/>
                  <a:pt x="8511094" y="5617360"/>
                </a:cubicBezTo>
                <a:cubicBezTo>
                  <a:pt x="8483794" y="5614914"/>
                  <a:pt x="8477184" y="5604447"/>
                  <a:pt x="8459886" y="5612612"/>
                </a:cubicBezTo>
                <a:cubicBezTo>
                  <a:pt x="8444548" y="5595681"/>
                  <a:pt x="8443640" y="5602142"/>
                  <a:pt x="8436432" y="5606990"/>
                </a:cubicBezTo>
                <a:lnTo>
                  <a:pt x="8435403" y="5607336"/>
                </a:lnTo>
                <a:lnTo>
                  <a:pt x="8433307" y="5604917"/>
                </a:lnTo>
                <a:lnTo>
                  <a:pt x="8428968" y="5603796"/>
                </a:lnTo>
                <a:lnTo>
                  <a:pt x="8417124" y="5604518"/>
                </a:lnTo>
                <a:lnTo>
                  <a:pt x="8412669" y="5605413"/>
                </a:lnTo>
                <a:cubicBezTo>
                  <a:pt x="8409601" y="5605797"/>
                  <a:pt x="8407563" y="5605754"/>
                  <a:pt x="8406152" y="5605396"/>
                </a:cubicBezTo>
                <a:lnTo>
                  <a:pt x="8405989" y="5605197"/>
                </a:lnTo>
                <a:lnTo>
                  <a:pt x="8399884" y="5605568"/>
                </a:lnTo>
                <a:cubicBezTo>
                  <a:pt x="8389582" y="5606652"/>
                  <a:pt x="8379557" y="5608135"/>
                  <a:pt x="8370014" y="5609900"/>
                </a:cubicBezTo>
                <a:cubicBezTo>
                  <a:pt x="8361945" y="5598787"/>
                  <a:pt x="8326685" y="5611914"/>
                  <a:pt x="8330544" y="5590964"/>
                </a:cubicBezTo>
                <a:cubicBezTo>
                  <a:pt x="8317672" y="5592723"/>
                  <a:pt x="8309886" y="5601422"/>
                  <a:pt x="8314221" y="5587682"/>
                </a:cubicBezTo>
                <a:cubicBezTo>
                  <a:pt x="8309983" y="5587866"/>
                  <a:pt x="8307372" y="5586698"/>
                  <a:pt x="8305502" y="5584868"/>
                </a:cubicBezTo>
                <a:lnTo>
                  <a:pt x="8304962" y="5584007"/>
                </a:lnTo>
                <a:lnTo>
                  <a:pt x="8276324" y="5588260"/>
                </a:lnTo>
                <a:lnTo>
                  <a:pt x="8272522" y="5587226"/>
                </a:lnTo>
                <a:lnTo>
                  <a:pt x="8253857" y="5592043"/>
                </a:lnTo>
                <a:lnTo>
                  <a:pt x="8244212" y="5593439"/>
                </a:lnTo>
                <a:lnTo>
                  <a:pt x="8241488" y="5596085"/>
                </a:lnTo>
                <a:cubicBezTo>
                  <a:pt x="8238546" y="5597691"/>
                  <a:pt x="8234330" y="5598384"/>
                  <a:pt x="8227256" y="5597005"/>
                </a:cubicBezTo>
                <a:lnTo>
                  <a:pt x="8225619" y="5596262"/>
                </a:lnTo>
                <a:lnTo>
                  <a:pt x="8213882" y="5600179"/>
                </a:lnTo>
                <a:cubicBezTo>
                  <a:pt x="8210102" y="5601988"/>
                  <a:pt x="8206755" y="5604291"/>
                  <a:pt x="8204045" y="5607275"/>
                </a:cubicBezTo>
                <a:cubicBezTo>
                  <a:pt x="8164079" y="5591326"/>
                  <a:pt x="8126369" y="5605919"/>
                  <a:pt x="8082989" y="5603160"/>
                </a:cubicBezTo>
                <a:cubicBezTo>
                  <a:pt x="8034449" y="5606898"/>
                  <a:pt x="8008954" y="5596936"/>
                  <a:pt x="7976942" y="5598455"/>
                </a:cubicBezTo>
                <a:cubicBezTo>
                  <a:pt x="7962042" y="5600916"/>
                  <a:pt x="7941729" y="5599827"/>
                  <a:pt x="7950121" y="5590893"/>
                </a:cubicBezTo>
                <a:cubicBezTo>
                  <a:pt x="7904855" y="5610014"/>
                  <a:pt x="7778840" y="5612380"/>
                  <a:pt x="7727691" y="5621064"/>
                </a:cubicBezTo>
                <a:cubicBezTo>
                  <a:pt x="7699805" y="5600056"/>
                  <a:pt x="7714922" y="5619495"/>
                  <a:pt x="7685998" y="5615564"/>
                </a:cubicBezTo>
                <a:cubicBezTo>
                  <a:pt x="7693909" y="5634905"/>
                  <a:pt x="7650884" y="5604714"/>
                  <a:pt x="7649302" y="5626541"/>
                </a:cubicBezTo>
                <a:cubicBezTo>
                  <a:pt x="7644089" y="5625134"/>
                  <a:pt x="7639087" y="5623084"/>
                  <a:pt x="7634083" y="5620862"/>
                </a:cubicBezTo>
                <a:lnTo>
                  <a:pt x="7631455" y="5619708"/>
                </a:lnTo>
                <a:lnTo>
                  <a:pt x="7620952" y="5618872"/>
                </a:lnTo>
                <a:lnTo>
                  <a:pt x="7617992" y="5613914"/>
                </a:lnTo>
                <a:lnTo>
                  <a:pt x="7602182" y="5609271"/>
                </a:lnTo>
                <a:cubicBezTo>
                  <a:pt x="7596260" y="5608262"/>
                  <a:pt x="7589888" y="5608028"/>
                  <a:pt x="7582847" y="5609047"/>
                </a:cubicBezTo>
                <a:cubicBezTo>
                  <a:pt x="7565525" y="5617697"/>
                  <a:pt x="7538553" y="5607096"/>
                  <a:pt x="7514158" y="5607737"/>
                </a:cubicBezTo>
                <a:lnTo>
                  <a:pt x="7502955" y="5610415"/>
                </a:lnTo>
                <a:lnTo>
                  <a:pt x="7466391" y="5605949"/>
                </a:lnTo>
                <a:cubicBezTo>
                  <a:pt x="7455982" y="5605083"/>
                  <a:pt x="7445179" y="5604628"/>
                  <a:pt x="7433806" y="5604945"/>
                </a:cubicBezTo>
                <a:lnTo>
                  <a:pt x="7412693" y="5607075"/>
                </a:lnTo>
                <a:lnTo>
                  <a:pt x="7407159" y="5605310"/>
                </a:lnTo>
                <a:cubicBezTo>
                  <a:pt x="7397520" y="5605506"/>
                  <a:pt x="7384763" y="5611721"/>
                  <a:pt x="7385900" y="5604171"/>
                </a:cubicBezTo>
                <a:lnTo>
                  <a:pt x="7375071" y="5606788"/>
                </a:lnTo>
                <a:lnTo>
                  <a:pt x="7364382" y="5600762"/>
                </a:lnTo>
                <a:cubicBezTo>
                  <a:pt x="7363212" y="5599363"/>
                  <a:pt x="7362331" y="5597874"/>
                  <a:pt x="7361770" y="5596347"/>
                </a:cubicBezTo>
                <a:lnTo>
                  <a:pt x="7346641" y="5598329"/>
                </a:lnTo>
                <a:lnTo>
                  <a:pt x="7334238" y="5594014"/>
                </a:lnTo>
                <a:lnTo>
                  <a:pt x="7323426" y="5596835"/>
                </a:lnTo>
                <a:lnTo>
                  <a:pt x="7318938" y="5596200"/>
                </a:lnTo>
                <a:lnTo>
                  <a:pt x="7307784" y="5594065"/>
                </a:lnTo>
                <a:cubicBezTo>
                  <a:pt x="7302066" y="5592568"/>
                  <a:pt x="7295667" y="5590765"/>
                  <a:pt x="7288540" y="5589320"/>
                </a:cubicBezTo>
                <a:lnTo>
                  <a:pt x="7282537" y="5588660"/>
                </a:lnTo>
                <a:lnTo>
                  <a:pt x="7269466" y="5581404"/>
                </a:lnTo>
                <a:cubicBezTo>
                  <a:pt x="7259956" y="5575919"/>
                  <a:pt x="7252471" y="5572223"/>
                  <a:pt x="7244165" y="5575200"/>
                </a:cubicBezTo>
                <a:cubicBezTo>
                  <a:pt x="7230005" y="5568113"/>
                  <a:pt x="7220114" y="5548251"/>
                  <a:pt x="7199619" y="5553550"/>
                </a:cubicBezTo>
                <a:cubicBezTo>
                  <a:pt x="7205839" y="5544552"/>
                  <a:pt x="7176858" y="5552461"/>
                  <a:pt x="7173434" y="5543219"/>
                </a:cubicBezTo>
                <a:cubicBezTo>
                  <a:pt x="7171853" y="5535776"/>
                  <a:pt x="7162694" y="5536440"/>
                  <a:pt x="7155718" y="5533697"/>
                </a:cubicBezTo>
                <a:cubicBezTo>
                  <a:pt x="7150747" y="5526096"/>
                  <a:pt x="7115649" y="5519155"/>
                  <a:pt x="7103430" y="5520249"/>
                </a:cubicBezTo>
                <a:cubicBezTo>
                  <a:pt x="7068988" y="5527813"/>
                  <a:pt x="7041283" y="5497211"/>
                  <a:pt x="7013746" y="5502470"/>
                </a:cubicBezTo>
                <a:cubicBezTo>
                  <a:pt x="7006535" y="5501753"/>
                  <a:pt x="7000557" y="5500031"/>
                  <a:pt x="6995379" y="5497693"/>
                </a:cubicBezTo>
                <a:lnTo>
                  <a:pt x="6982475" y="5489641"/>
                </a:lnTo>
                <a:cubicBezTo>
                  <a:pt x="6982314" y="5487873"/>
                  <a:pt x="6982155" y="5486104"/>
                  <a:pt x="6981994" y="5484335"/>
                </a:cubicBezTo>
                <a:lnTo>
                  <a:pt x="6972355" y="5481074"/>
                </a:lnTo>
                <a:lnTo>
                  <a:pt x="6970394" y="5479383"/>
                </a:lnTo>
                <a:cubicBezTo>
                  <a:pt x="6966663" y="5476135"/>
                  <a:pt x="6962857" y="5473046"/>
                  <a:pt x="6958543" y="5470507"/>
                </a:cubicBezTo>
                <a:cubicBezTo>
                  <a:pt x="6946682" y="5490417"/>
                  <a:pt x="6919886" y="5452192"/>
                  <a:pt x="6918276" y="5472034"/>
                </a:cubicBezTo>
                <a:cubicBezTo>
                  <a:pt x="6892502" y="5461546"/>
                  <a:pt x="6897731" y="5483185"/>
                  <a:pt x="6881046" y="5457070"/>
                </a:cubicBezTo>
                <a:cubicBezTo>
                  <a:pt x="6828055" y="5453051"/>
                  <a:pt x="6839016" y="5431108"/>
                  <a:pt x="6752164" y="5425021"/>
                </a:cubicBezTo>
                <a:cubicBezTo>
                  <a:pt x="6758292" y="5421861"/>
                  <a:pt x="6727733" y="5418470"/>
                  <a:pt x="6724964" y="5414071"/>
                </a:cubicBezTo>
                <a:lnTo>
                  <a:pt x="6683286" y="5432830"/>
                </a:lnTo>
                <a:lnTo>
                  <a:pt x="6644277" y="5429684"/>
                </a:lnTo>
                <a:cubicBezTo>
                  <a:pt x="6602299" y="5429624"/>
                  <a:pt x="6572889" y="5412513"/>
                  <a:pt x="6532914" y="5431205"/>
                </a:cubicBezTo>
                <a:lnTo>
                  <a:pt x="6307459" y="5467087"/>
                </a:lnTo>
                <a:cubicBezTo>
                  <a:pt x="6243940" y="5484756"/>
                  <a:pt x="6232610" y="5506751"/>
                  <a:pt x="6196243" y="5515042"/>
                </a:cubicBezTo>
                <a:cubicBezTo>
                  <a:pt x="6164533" y="5518021"/>
                  <a:pt x="6142666" y="5509345"/>
                  <a:pt x="6099124" y="5516848"/>
                </a:cubicBezTo>
                <a:cubicBezTo>
                  <a:pt x="6076503" y="5515419"/>
                  <a:pt x="6031865" y="5528713"/>
                  <a:pt x="6016077" y="5528642"/>
                </a:cubicBezTo>
                <a:cubicBezTo>
                  <a:pt x="6017142" y="5530608"/>
                  <a:pt x="6008544" y="5532493"/>
                  <a:pt x="6004389" y="5531206"/>
                </a:cubicBezTo>
                <a:cubicBezTo>
                  <a:pt x="5932347" y="5531241"/>
                  <a:pt x="5981006" y="5545600"/>
                  <a:pt x="5933945" y="5538840"/>
                </a:cubicBezTo>
                <a:cubicBezTo>
                  <a:pt x="5905303" y="5539379"/>
                  <a:pt x="5918093" y="5561978"/>
                  <a:pt x="5883936" y="5553807"/>
                </a:cubicBezTo>
                <a:cubicBezTo>
                  <a:pt x="5850054" y="5556990"/>
                  <a:pt x="5832962" y="5567338"/>
                  <a:pt x="5798331" y="5564248"/>
                </a:cubicBezTo>
                <a:cubicBezTo>
                  <a:pt x="5766627" y="5567265"/>
                  <a:pt x="5741097" y="5573248"/>
                  <a:pt x="5712738" y="5573120"/>
                </a:cubicBezTo>
                <a:cubicBezTo>
                  <a:pt x="5703372" y="5576849"/>
                  <a:pt x="5693695" y="5578874"/>
                  <a:pt x="5681342" y="5575621"/>
                </a:cubicBezTo>
                <a:lnTo>
                  <a:pt x="5627167" y="5583215"/>
                </a:lnTo>
                <a:cubicBezTo>
                  <a:pt x="5612183" y="5597917"/>
                  <a:pt x="5611727" y="5586689"/>
                  <a:pt x="5591414" y="5587695"/>
                </a:cubicBezTo>
                <a:cubicBezTo>
                  <a:pt x="5574616" y="5587612"/>
                  <a:pt x="5598133" y="5579413"/>
                  <a:pt x="5583028" y="5580877"/>
                </a:cubicBezTo>
                <a:cubicBezTo>
                  <a:pt x="5569804" y="5586020"/>
                  <a:pt x="5562718" y="5576982"/>
                  <a:pt x="5549426" y="5582858"/>
                </a:cubicBezTo>
                <a:cubicBezTo>
                  <a:pt x="5559299" y="5589013"/>
                  <a:pt x="5515978" y="5586206"/>
                  <a:pt x="5519999" y="5592246"/>
                </a:cubicBezTo>
                <a:cubicBezTo>
                  <a:pt x="5498728" y="5585844"/>
                  <a:pt x="5500813" y="5597206"/>
                  <a:pt x="5480028" y="5597282"/>
                </a:cubicBezTo>
                <a:cubicBezTo>
                  <a:pt x="5468519" y="5595356"/>
                  <a:pt x="5461753" y="5595717"/>
                  <a:pt x="5456175" y="5600371"/>
                </a:cubicBezTo>
                <a:cubicBezTo>
                  <a:pt x="5402444" y="5590675"/>
                  <a:pt x="5431269" y="5603179"/>
                  <a:pt x="5388463" y="5602638"/>
                </a:cubicBezTo>
                <a:cubicBezTo>
                  <a:pt x="5350589" y="5601042"/>
                  <a:pt x="5310318" y="5602266"/>
                  <a:pt x="5265898" y="5591830"/>
                </a:cubicBezTo>
                <a:cubicBezTo>
                  <a:pt x="5256434" y="5588423"/>
                  <a:pt x="5240914" y="5588853"/>
                  <a:pt x="5231231" y="5592790"/>
                </a:cubicBezTo>
                <a:cubicBezTo>
                  <a:pt x="5229565" y="5593467"/>
                  <a:pt x="5228139" y="5594226"/>
                  <a:pt x="5226996" y="5595040"/>
                </a:cubicBezTo>
                <a:cubicBezTo>
                  <a:pt x="5199121" y="5587151"/>
                  <a:pt x="5190547" y="5594087"/>
                  <a:pt x="5175988" y="5588131"/>
                </a:cubicBezTo>
                <a:cubicBezTo>
                  <a:pt x="5141664" y="5589465"/>
                  <a:pt x="5120774" y="5599921"/>
                  <a:pt x="5107470" y="5594771"/>
                </a:cubicBezTo>
                <a:cubicBezTo>
                  <a:pt x="5082783" y="5597686"/>
                  <a:pt x="5044558" y="5603218"/>
                  <a:pt x="5027868" y="5605624"/>
                </a:cubicBezTo>
                <a:cubicBezTo>
                  <a:pt x="5023394" y="5609716"/>
                  <a:pt x="5015008" y="5608373"/>
                  <a:pt x="5007324" y="5609209"/>
                </a:cubicBezTo>
                <a:cubicBezTo>
                  <a:pt x="4999584" y="5613033"/>
                  <a:pt x="4963661" y="5613313"/>
                  <a:pt x="4952559" y="5611402"/>
                </a:cubicBezTo>
                <a:lnTo>
                  <a:pt x="4826081" y="5616191"/>
                </a:lnTo>
                <a:lnTo>
                  <a:pt x="4823501" y="5619174"/>
                </a:lnTo>
                <a:lnTo>
                  <a:pt x="4813093" y="5620026"/>
                </a:lnTo>
                <a:lnTo>
                  <a:pt x="4810563" y="5620787"/>
                </a:lnTo>
                <a:cubicBezTo>
                  <a:pt x="4805739" y="5622253"/>
                  <a:pt x="4800910" y="5623620"/>
                  <a:pt x="4795818" y="5624618"/>
                </a:cubicBezTo>
                <a:cubicBezTo>
                  <a:pt x="4792594" y="5611984"/>
                  <a:pt x="4751975" y="5631029"/>
                  <a:pt x="4758404" y="5619510"/>
                </a:cubicBezTo>
                <a:cubicBezTo>
                  <a:pt x="4729867" y="5622800"/>
                  <a:pt x="4743470" y="5610974"/>
                  <a:pt x="4717254" y="5624155"/>
                </a:cubicBezTo>
                <a:cubicBezTo>
                  <a:pt x="4665606" y="5620882"/>
                  <a:pt x="4638526" y="5634254"/>
                  <a:pt x="4591958" y="5624710"/>
                </a:cubicBezTo>
                <a:cubicBezTo>
                  <a:pt x="4600998" y="5629613"/>
                  <a:pt x="4491255" y="5629123"/>
                  <a:pt x="4476215" y="5628210"/>
                </a:cubicBezTo>
                <a:lnTo>
                  <a:pt x="4425193" y="5627414"/>
                </a:lnTo>
                <a:lnTo>
                  <a:pt x="4383866" y="5626546"/>
                </a:lnTo>
                <a:lnTo>
                  <a:pt x="4385596" y="5634646"/>
                </a:lnTo>
                <a:cubicBezTo>
                  <a:pt x="4373497" y="5634009"/>
                  <a:pt x="4366105" y="5636763"/>
                  <a:pt x="4360864" y="5641173"/>
                </a:cubicBezTo>
                <a:lnTo>
                  <a:pt x="4328321" y="5626332"/>
                </a:lnTo>
                <a:lnTo>
                  <a:pt x="4309842" y="5626471"/>
                </a:lnTo>
                <a:lnTo>
                  <a:pt x="4277424" y="5631598"/>
                </a:lnTo>
                <a:lnTo>
                  <a:pt x="4266627" y="5633969"/>
                </a:lnTo>
                <a:lnTo>
                  <a:pt x="4185525" y="5617508"/>
                </a:lnTo>
                <a:lnTo>
                  <a:pt x="4177617" y="5610903"/>
                </a:lnTo>
                <a:cubicBezTo>
                  <a:pt x="4169135" y="5606836"/>
                  <a:pt x="4157063" y="5604954"/>
                  <a:pt x="4136948" y="5608031"/>
                </a:cubicBezTo>
                <a:lnTo>
                  <a:pt x="4132323" y="5609784"/>
                </a:lnTo>
                <a:lnTo>
                  <a:pt x="4098620" y="5599672"/>
                </a:lnTo>
                <a:cubicBezTo>
                  <a:pt x="4087744" y="5595070"/>
                  <a:pt x="3971360" y="5589278"/>
                  <a:pt x="3963475" y="5581841"/>
                </a:cubicBezTo>
                <a:cubicBezTo>
                  <a:pt x="3836034" y="5600252"/>
                  <a:pt x="3827261" y="5567580"/>
                  <a:pt x="3703613" y="5572482"/>
                </a:cubicBezTo>
                <a:cubicBezTo>
                  <a:pt x="3596526" y="5522697"/>
                  <a:pt x="3528981" y="5553020"/>
                  <a:pt x="3432987" y="5545768"/>
                </a:cubicBezTo>
                <a:cubicBezTo>
                  <a:pt x="3341557" y="5540666"/>
                  <a:pt x="3299222" y="5556776"/>
                  <a:pt x="3176381" y="5556110"/>
                </a:cubicBezTo>
                <a:cubicBezTo>
                  <a:pt x="3046225" y="5545252"/>
                  <a:pt x="2856562" y="5551022"/>
                  <a:pt x="2710156" y="5527517"/>
                </a:cubicBezTo>
                <a:cubicBezTo>
                  <a:pt x="2595124" y="5519951"/>
                  <a:pt x="2594726" y="5525545"/>
                  <a:pt x="2550206" y="5524958"/>
                </a:cubicBezTo>
                <a:cubicBezTo>
                  <a:pt x="2535402" y="5528183"/>
                  <a:pt x="2457214" y="5518753"/>
                  <a:pt x="2443041" y="5523990"/>
                </a:cubicBezTo>
                <a:lnTo>
                  <a:pt x="2435613" y="5526704"/>
                </a:lnTo>
                <a:lnTo>
                  <a:pt x="2405682" y="5528307"/>
                </a:lnTo>
                <a:lnTo>
                  <a:pt x="2397487" y="5540337"/>
                </a:lnTo>
                <a:lnTo>
                  <a:pt x="2297454" y="5550765"/>
                </a:lnTo>
                <a:cubicBezTo>
                  <a:pt x="2230952" y="5521480"/>
                  <a:pt x="2174171" y="5556417"/>
                  <a:pt x="2056700" y="5555489"/>
                </a:cubicBezTo>
                <a:cubicBezTo>
                  <a:pt x="2025568" y="5545373"/>
                  <a:pt x="1901680" y="5520750"/>
                  <a:pt x="1878530" y="5535330"/>
                </a:cubicBezTo>
                <a:lnTo>
                  <a:pt x="1859292" y="5535461"/>
                </a:lnTo>
                <a:lnTo>
                  <a:pt x="1835626" y="5533793"/>
                </a:lnTo>
                <a:cubicBezTo>
                  <a:pt x="1823131" y="5534628"/>
                  <a:pt x="1810151" y="5536942"/>
                  <a:pt x="1798939" y="5540285"/>
                </a:cubicBezTo>
                <a:lnTo>
                  <a:pt x="1779046" y="5549949"/>
                </a:lnTo>
                <a:lnTo>
                  <a:pt x="1772421" y="5549018"/>
                </a:lnTo>
                <a:lnTo>
                  <a:pt x="1772052" y="5545689"/>
                </a:lnTo>
                <a:cubicBezTo>
                  <a:pt x="1758274" y="5534165"/>
                  <a:pt x="1670822" y="5556887"/>
                  <a:pt x="1711543" y="5534558"/>
                </a:cubicBezTo>
                <a:cubicBezTo>
                  <a:pt x="1696140" y="5533324"/>
                  <a:pt x="1670188" y="5488258"/>
                  <a:pt x="1631462" y="5491807"/>
                </a:cubicBezTo>
                <a:cubicBezTo>
                  <a:pt x="1579148" y="5498877"/>
                  <a:pt x="1591754" y="5486800"/>
                  <a:pt x="1538763" y="5482781"/>
                </a:cubicBezTo>
                <a:cubicBezTo>
                  <a:pt x="1522078" y="5456666"/>
                  <a:pt x="1527306" y="5478305"/>
                  <a:pt x="1501533" y="5467817"/>
                </a:cubicBezTo>
                <a:cubicBezTo>
                  <a:pt x="1499922" y="5487659"/>
                  <a:pt x="1473126" y="5449434"/>
                  <a:pt x="1461266" y="5469343"/>
                </a:cubicBezTo>
                <a:cubicBezTo>
                  <a:pt x="1456951" y="5466804"/>
                  <a:pt x="1453146" y="5463716"/>
                  <a:pt x="1449415" y="5460467"/>
                </a:cubicBezTo>
                <a:lnTo>
                  <a:pt x="1447454" y="5458776"/>
                </a:lnTo>
                <a:lnTo>
                  <a:pt x="1437814" y="5455515"/>
                </a:lnTo>
                <a:lnTo>
                  <a:pt x="1437334" y="5450209"/>
                </a:lnTo>
                <a:lnTo>
                  <a:pt x="1424429" y="5442157"/>
                </a:lnTo>
                <a:cubicBezTo>
                  <a:pt x="1419251" y="5439819"/>
                  <a:pt x="1413273" y="5438098"/>
                  <a:pt x="1406063" y="5437380"/>
                </a:cubicBezTo>
                <a:cubicBezTo>
                  <a:pt x="1378526" y="5442640"/>
                  <a:pt x="1350821" y="5412037"/>
                  <a:pt x="1316379" y="5419601"/>
                </a:cubicBezTo>
                <a:cubicBezTo>
                  <a:pt x="1304160" y="5420695"/>
                  <a:pt x="1269061" y="5413755"/>
                  <a:pt x="1264090" y="5406153"/>
                </a:cubicBezTo>
                <a:cubicBezTo>
                  <a:pt x="1257115" y="5403410"/>
                  <a:pt x="1247955" y="5404075"/>
                  <a:pt x="1246374" y="5396631"/>
                </a:cubicBezTo>
                <a:cubicBezTo>
                  <a:pt x="1242951" y="5387390"/>
                  <a:pt x="1213970" y="5395299"/>
                  <a:pt x="1220190" y="5386301"/>
                </a:cubicBezTo>
                <a:cubicBezTo>
                  <a:pt x="1199695" y="5391599"/>
                  <a:pt x="1189803" y="5371737"/>
                  <a:pt x="1175643" y="5364651"/>
                </a:cubicBezTo>
                <a:cubicBezTo>
                  <a:pt x="1167337" y="5367627"/>
                  <a:pt x="1159852" y="5363931"/>
                  <a:pt x="1150342" y="5358447"/>
                </a:cubicBezTo>
                <a:lnTo>
                  <a:pt x="1112024" y="5345786"/>
                </a:lnTo>
                <a:lnTo>
                  <a:pt x="1100870" y="5343651"/>
                </a:lnTo>
                <a:lnTo>
                  <a:pt x="1096383" y="5343015"/>
                </a:lnTo>
                <a:lnTo>
                  <a:pt x="1058039" y="5343504"/>
                </a:lnTo>
                <a:cubicBezTo>
                  <a:pt x="1057478" y="5341976"/>
                  <a:pt x="1056597" y="5340487"/>
                  <a:pt x="1055426" y="5339088"/>
                </a:cubicBezTo>
                <a:lnTo>
                  <a:pt x="1044738" y="5333063"/>
                </a:lnTo>
                <a:lnTo>
                  <a:pt x="1033909" y="5335680"/>
                </a:lnTo>
                <a:cubicBezTo>
                  <a:pt x="1035046" y="5328129"/>
                  <a:pt x="1022289" y="5334344"/>
                  <a:pt x="1012649" y="5334541"/>
                </a:cubicBezTo>
                <a:lnTo>
                  <a:pt x="1007115" y="5332775"/>
                </a:lnTo>
                <a:lnTo>
                  <a:pt x="987447" y="5346462"/>
                </a:lnTo>
                <a:cubicBezTo>
                  <a:pt x="976074" y="5346779"/>
                  <a:pt x="963827" y="5334768"/>
                  <a:pt x="953418" y="5333901"/>
                </a:cubicBezTo>
                <a:lnTo>
                  <a:pt x="916854" y="5329435"/>
                </a:lnTo>
                <a:lnTo>
                  <a:pt x="905651" y="5332114"/>
                </a:lnTo>
                <a:cubicBezTo>
                  <a:pt x="881256" y="5332755"/>
                  <a:pt x="855727" y="5330820"/>
                  <a:pt x="838405" y="5339470"/>
                </a:cubicBezTo>
                <a:cubicBezTo>
                  <a:pt x="831364" y="5340489"/>
                  <a:pt x="823548" y="5331589"/>
                  <a:pt x="817627" y="5330580"/>
                </a:cubicBezTo>
                <a:lnTo>
                  <a:pt x="801817" y="5325937"/>
                </a:lnTo>
                <a:lnTo>
                  <a:pt x="798857" y="5320979"/>
                </a:lnTo>
                <a:lnTo>
                  <a:pt x="788354" y="5320143"/>
                </a:lnTo>
                <a:lnTo>
                  <a:pt x="785726" y="5318989"/>
                </a:lnTo>
                <a:cubicBezTo>
                  <a:pt x="780721" y="5316767"/>
                  <a:pt x="775719" y="5314716"/>
                  <a:pt x="770507" y="5313309"/>
                </a:cubicBezTo>
                <a:cubicBezTo>
                  <a:pt x="768924" y="5335137"/>
                  <a:pt x="725899" y="5304945"/>
                  <a:pt x="733810" y="5324286"/>
                </a:cubicBezTo>
                <a:cubicBezTo>
                  <a:pt x="704886" y="5320356"/>
                  <a:pt x="720003" y="5339795"/>
                  <a:pt x="692117" y="5318786"/>
                </a:cubicBezTo>
                <a:cubicBezTo>
                  <a:pt x="640968" y="5327470"/>
                  <a:pt x="620209" y="5334772"/>
                  <a:pt x="574943" y="5327578"/>
                </a:cubicBezTo>
                <a:cubicBezTo>
                  <a:pt x="533141" y="5325624"/>
                  <a:pt x="480989" y="5305543"/>
                  <a:pt x="441302" y="5307062"/>
                </a:cubicBezTo>
                <a:cubicBezTo>
                  <a:pt x="381194" y="5308098"/>
                  <a:pt x="355572" y="5361507"/>
                  <a:pt x="336819" y="5336690"/>
                </a:cubicBezTo>
                <a:cubicBezTo>
                  <a:pt x="308424" y="5343088"/>
                  <a:pt x="294704" y="5344301"/>
                  <a:pt x="270932" y="5345451"/>
                </a:cubicBezTo>
                <a:lnTo>
                  <a:pt x="194189" y="5343588"/>
                </a:lnTo>
                <a:lnTo>
                  <a:pt x="192552" y="5342845"/>
                </a:lnTo>
                <a:cubicBezTo>
                  <a:pt x="185478" y="5341467"/>
                  <a:pt x="181262" y="5342160"/>
                  <a:pt x="178320" y="5343766"/>
                </a:cubicBezTo>
                <a:lnTo>
                  <a:pt x="175596" y="5346411"/>
                </a:lnTo>
                <a:lnTo>
                  <a:pt x="147287" y="5352625"/>
                </a:lnTo>
                <a:lnTo>
                  <a:pt x="114847" y="5355844"/>
                </a:lnTo>
                <a:lnTo>
                  <a:pt x="114306" y="5354983"/>
                </a:lnTo>
                <a:cubicBezTo>
                  <a:pt x="110042" y="5353823"/>
                  <a:pt x="100016" y="5353058"/>
                  <a:pt x="89264" y="5348886"/>
                </a:cubicBezTo>
                <a:cubicBezTo>
                  <a:pt x="93123" y="5327937"/>
                  <a:pt x="57863" y="5341064"/>
                  <a:pt x="49794" y="5329950"/>
                </a:cubicBezTo>
                <a:cubicBezTo>
                  <a:pt x="40251" y="5331715"/>
                  <a:pt x="30226" y="5333199"/>
                  <a:pt x="19924" y="5334282"/>
                </a:cubicBezTo>
                <a:lnTo>
                  <a:pt x="13819" y="5334653"/>
                </a:lnTo>
                <a:lnTo>
                  <a:pt x="13657" y="5334455"/>
                </a:lnTo>
                <a:cubicBezTo>
                  <a:pt x="12246" y="5334096"/>
                  <a:pt x="10207" y="5334053"/>
                  <a:pt x="7139" y="5334438"/>
                </a:cubicBezTo>
                <a:lnTo>
                  <a:pt x="2684" y="5335333"/>
                </a:lnTo>
                <a:lnTo>
                  <a:pt x="0" y="5335496"/>
                </a:lnTo>
                <a:lnTo>
                  <a:pt x="0" y="10592"/>
                </a:lnTo>
                <a:lnTo>
                  <a:pt x="11243827"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6">
            <a:extLst>
              <a:ext uri="{FF2B5EF4-FFF2-40B4-BE49-F238E27FC236}">
                <a16:creationId xmlns:a16="http://schemas.microsoft.com/office/drawing/2014/main" id="{16A12243-4887-4E89-8347-1146AE5D1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0000">
            <a:off x="5418161" y="351736"/>
            <a:ext cx="1352113" cy="40780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4CEB9323-C0E0-2F08-80A7-6551056FC7FE}"/>
              </a:ext>
            </a:extLst>
          </p:cNvPr>
          <p:cNvSpPr txBox="1"/>
          <p:nvPr/>
        </p:nvSpPr>
        <p:spPr>
          <a:xfrm>
            <a:off x="1189703" y="855406"/>
            <a:ext cx="9586452" cy="5201265"/>
          </a:xfrm>
          <a:prstGeom prst="rect">
            <a:avLst/>
          </a:prstGeom>
        </p:spPr>
        <p:txBody>
          <a:bodyPr vert="horz" lIns="91440" tIns="45720" rIns="91440" bIns="45720" rtlCol="0">
            <a:normAutofit fontScale="92500" lnSpcReduction="10000"/>
          </a:bodyPr>
          <a:lstStyle/>
          <a:p>
            <a:pPr>
              <a:lnSpc>
                <a:spcPct val="90000"/>
              </a:lnSpc>
              <a:spcAft>
                <a:spcPts val="600"/>
              </a:spcAft>
            </a:pPr>
            <a:r>
              <a:rPr lang="en-US" sz="2000" b="1" dirty="0"/>
              <a:t>Business Use cases:</a:t>
            </a:r>
            <a:br>
              <a:rPr lang="en-US" sz="2000" dirty="0"/>
            </a:br>
            <a:br>
              <a:rPr lang="en-US" sz="2000" dirty="0"/>
            </a:br>
            <a:r>
              <a:rPr lang="en-US" sz="2000" dirty="0"/>
              <a:t>Real world ML and LLM Systems: </a:t>
            </a:r>
            <a:r>
              <a:rPr lang="en-US" sz="2000" dirty="0">
                <a:hlinkClick r:id="rId3"/>
              </a:rPr>
              <a:t>https://www.evidentlyai.com/ml-system-design</a:t>
            </a:r>
            <a:endParaRPr lang="en-US" sz="2000" dirty="0"/>
          </a:p>
          <a:p>
            <a:pPr>
              <a:lnSpc>
                <a:spcPct val="90000"/>
              </a:lnSpc>
              <a:spcAft>
                <a:spcPts val="600"/>
              </a:spcAft>
            </a:pPr>
            <a:endParaRPr lang="en-US" sz="2000" dirty="0"/>
          </a:p>
          <a:p>
            <a:pPr>
              <a:lnSpc>
                <a:spcPct val="90000"/>
              </a:lnSpc>
              <a:spcAft>
                <a:spcPts val="600"/>
              </a:spcAft>
            </a:pPr>
            <a:r>
              <a:rPr lang="en-US" sz="2000" b="1" dirty="0"/>
              <a:t>Microsoft:</a:t>
            </a:r>
          </a:p>
          <a:p>
            <a:pPr>
              <a:lnSpc>
                <a:spcPct val="90000"/>
              </a:lnSpc>
              <a:spcAft>
                <a:spcPts val="600"/>
              </a:spcAft>
            </a:pPr>
            <a:endParaRPr lang="en-US" sz="2000" dirty="0"/>
          </a:p>
          <a:p>
            <a:pPr marL="342900" indent="-342900">
              <a:lnSpc>
                <a:spcPct val="90000"/>
              </a:lnSpc>
              <a:spcAft>
                <a:spcPts val="600"/>
              </a:spcAft>
              <a:buFont typeface="Arial" panose="020B0604020202020204" pitchFamily="34" charset="0"/>
              <a:buChar char="•"/>
            </a:pPr>
            <a:r>
              <a:rPr lang="en-US" sz="2000" dirty="0">
                <a:hlinkClick r:id="rId4"/>
              </a:rPr>
              <a:t>https://github.com/microsoft/generative-ai-for-beginners</a:t>
            </a:r>
            <a:endParaRPr lang="en-US" sz="2000" dirty="0"/>
          </a:p>
          <a:p>
            <a:pPr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b="1" dirty="0"/>
              <a:t>GitHub:</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r>
              <a:rPr lang="en-US" sz="2000" dirty="0">
                <a:hlinkClick r:id="rId5"/>
              </a:rPr>
              <a:t>https://github.com/keon/awesome-nlp</a:t>
            </a:r>
            <a:endParaRPr lang="en-US" sz="2000" dirty="0"/>
          </a:p>
          <a:p>
            <a:pPr indent="-228600">
              <a:lnSpc>
                <a:spcPct val="90000"/>
              </a:lnSpc>
              <a:spcAft>
                <a:spcPts val="600"/>
              </a:spcAft>
              <a:buFont typeface="Arial" panose="020B0604020202020204" pitchFamily="34" charset="0"/>
              <a:buChar char="•"/>
            </a:pPr>
            <a:r>
              <a:rPr lang="en-US" sz="2000" dirty="0">
                <a:hlinkClick r:id="rId6"/>
              </a:rPr>
              <a:t>https://github.com/awesomelistsio/awesome-nlp</a:t>
            </a:r>
            <a:endParaRPr lang="en-US" sz="2000" dirty="0"/>
          </a:p>
          <a:p>
            <a:pPr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b="1" dirty="0"/>
              <a:t>Google:</a:t>
            </a:r>
          </a:p>
          <a:p>
            <a:pPr>
              <a:lnSpc>
                <a:spcPct val="90000"/>
              </a:lnSpc>
              <a:spcAft>
                <a:spcPts val="600"/>
              </a:spcAft>
            </a:pPr>
            <a:endParaRPr lang="en-US" sz="2000" dirty="0"/>
          </a:p>
          <a:p>
            <a:pPr marL="342900" indent="-342900">
              <a:lnSpc>
                <a:spcPct val="90000"/>
              </a:lnSpc>
              <a:spcAft>
                <a:spcPts val="600"/>
              </a:spcAft>
              <a:buFont typeface="Arial" panose="020B0604020202020204" pitchFamily="34" charset="0"/>
              <a:buChar char="•"/>
            </a:pPr>
            <a:r>
              <a:rPr lang="en-US" sz="2000" dirty="0">
                <a:hlinkClick r:id="rId7"/>
              </a:rPr>
              <a:t>https://developers.google.com/machine-learning/crash-course/embeddings</a:t>
            </a:r>
            <a:endParaRPr lang="en-US" sz="2000" dirty="0"/>
          </a:p>
        </p:txBody>
      </p:sp>
    </p:spTree>
    <p:extLst>
      <p:ext uri="{BB962C8B-B14F-4D97-AF65-F5344CB8AC3E}">
        <p14:creationId xmlns:p14="http://schemas.microsoft.com/office/powerpoint/2010/main" val="28741807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945</TotalTime>
  <Words>2661</Words>
  <Application>Microsoft Office PowerPoint</Application>
  <PresentationFormat>Widescreen</PresentationFormat>
  <Paragraphs>234</Paragraphs>
  <Slides>39</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Aptos</vt:lpstr>
      <vt:lpstr>Aptos Display</vt:lpstr>
      <vt:lpstr>Arial</vt:lpstr>
      <vt:lpstr>Calibri</vt:lpstr>
      <vt:lpstr>Office Theme</vt:lpstr>
      <vt:lpstr>ITAI-2373 Natural Language Processing in 2026</vt:lpstr>
      <vt:lpstr>Welcome</vt:lpstr>
      <vt:lpstr>Course Assessment &amp; Expectations</vt:lpstr>
      <vt:lpstr>PowerPoint Presentation</vt:lpstr>
      <vt:lpstr>PowerPoint Presentation</vt:lpstr>
      <vt:lpstr>The Robotics Connection</vt:lpstr>
      <vt:lpstr>1. Human-Robot Interaction (HRI)</vt:lpstr>
      <vt:lpstr>2. Knowledge Retrieval</vt:lpstr>
      <vt:lpstr>3. Multimodality</vt:lpstr>
      <vt:lpstr>PowerPoint Presentation</vt:lpstr>
      <vt:lpstr>PowerPoint Presentation</vt:lpstr>
      <vt:lpstr>PowerPoint Presentation</vt:lpstr>
      <vt:lpstr>What is Natural Language Processing?</vt:lpstr>
      <vt:lpstr>The "Two Eras" of NLP</vt:lpstr>
      <vt:lpstr>PowerPoint Presentation</vt:lpstr>
      <vt:lpstr>PowerPoint Presentation</vt:lpstr>
      <vt:lpstr>PowerPoint Presentation</vt:lpstr>
      <vt:lpstr>PowerPoint Presentation</vt:lpstr>
      <vt:lpstr>PowerPoint Presentation</vt:lpstr>
      <vt:lpstr>The Evolution Timeline</vt:lpstr>
      <vt:lpstr>The Paradigm Shift: Computing</vt:lpstr>
      <vt:lpstr>PowerPoint Presentation</vt:lpstr>
      <vt:lpstr>PowerPoint Presentation</vt:lpstr>
      <vt:lpstr>PowerPoint Presentation</vt:lpstr>
      <vt:lpstr>PowerPoint Presentation</vt:lpstr>
      <vt:lpstr>PowerPoint Presentation</vt:lpstr>
      <vt:lpstr>PowerPoint Presentation</vt:lpstr>
      <vt:lpstr>The Traditional NLP Pipeline (The "Old" Way)</vt:lpstr>
      <vt:lpstr>The Modern NLP Pipeline (The "New" Way)</vt:lpstr>
      <vt:lpstr>Anatomy of a Modern App (The RAG Architecture)</vt:lpstr>
      <vt:lpstr>Why Learn the Fundamentals?</vt:lpstr>
      <vt:lpstr>PowerPoint Presentation</vt:lpstr>
      <vt:lpstr>The Tool stack for this Course</vt:lpstr>
      <vt:lpstr>Ethics First</vt:lpstr>
      <vt:lpstr>Lab Preview: Today's Objective</vt:lpstr>
      <vt:lpstr>Lab Setup</vt:lpstr>
      <vt:lpstr>Example: The Hugging Face "Pipeline"</vt:lpstr>
      <vt:lpstr> Before Next Week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Bhakthan</dc:creator>
  <cp:lastModifiedBy>srikanth.bhakthan</cp:lastModifiedBy>
  <cp:revision>28</cp:revision>
  <dcterms:created xsi:type="dcterms:W3CDTF">2025-11-19T14:14:14Z</dcterms:created>
  <dcterms:modified xsi:type="dcterms:W3CDTF">2026-01-07T22:35:57Z</dcterms:modified>
</cp:coreProperties>
</file>