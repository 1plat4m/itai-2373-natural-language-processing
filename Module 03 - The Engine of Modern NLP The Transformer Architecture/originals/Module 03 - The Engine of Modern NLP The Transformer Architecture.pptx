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1" r:id="rId3"/>
    <p:sldId id="260" r:id="rId4"/>
    <p:sldId id="262" r:id="rId5"/>
    <p:sldId id="263" r:id="rId6"/>
    <p:sldId id="257" r:id="rId7"/>
    <p:sldId id="269" r:id="rId8"/>
    <p:sldId id="267" r:id="rId9"/>
    <p:sldId id="265" r:id="rId10"/>
    <p:sldId id="266" r:id="rId11"/>
    <p:sldId id="270" r:id="rId12"/>
    <p:sldId id="271" r:id="rId13"/>
    <p:sldId id="258" r:id="rId14"/>
    <p:sldId id="273" r:id="rId15"/>
    <p:sldId id="272" r:id="rId16"/>
    <p:sldId id="274" r:id="rId17"/>
    <p:sldId id="275" r:id="rId18"/>
    <p:sldId id="259" r:id="rId19"/>
    <p:sldId id="277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4" autoAdjust="0"/>
  </p:normalViewPr>
  <p:slideViewPr>
    <p:cSldViewPr snapToGrid="0">
      <p:cViewPr varScale="1">
        <p:scale>
          <a:sx n="77" d="100"/>
          <a:sy n="77" d="100"/>
        </p:scale>
        <p:origin x="9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hyperlink" Target="https://arxiv.org/abs/1706.03762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D7D2DB-CEFF-4FBE-9127-19BA2F78FC5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339F409-8A9E-416A-92BF-23033461356B}">
      <dgm:prSet/>
      <dgm:spPr/>
      <dgm:t>
        <a:bodyPr/>
        <a:lstStyle/>
        <a:p>
          <a:pPr>
            <a:defRPr cap="all"/>
          </a:pPr>
          <a:r>
            <a:rPr lang="en-US">
              <a:hlinkClick xmlns:r="http://schemas.openxmlformats.org/officeDocument/2006/relationships" r:id="rId1"/>
            </a:rPr>
            <a:t>https://arxiv.org/abs/1706.03762</a:t>
          </a:r>
          <a:endParaRPr lang="en-US"/>
        </a:p>
      </dgm:t>
    </dgm:pt>
    <dgm:pt modelId="{1C9448C8-BDE8-4EE3-BC0A-CE8F34C8B5B3}" type="parTrans" cxnId="{CBD9E881-38DF-4FB6-8742-25FA466B8926}">
      <dgm:prSet/>
      <dgm:spPr/>
      <dgm:t>
        <a:bodyPr/>
        <a:lstStyle/>
        <a:p>
          <a:endParaRPr lang="en-US"/>
        </a:p>
      </dgm:t>
    </dgm:pt>
    <dgm:pt modelId="{5CAF88CD-C97F-4C27-BCAD-DB9DF5398B5A}" type="sibTrans" cxnId="{CBD9E881-38DF-4FB6-8742-25FA466B8926}">
      <dgm:prSet/>
      <dgm:spPr/>
      <dgm:t>
        <a:bodyPr/>
        <a:lstStyle/>
        <a:p>
          <a:endParaRPr lang="en-US"/>
        </a:p>
      </dgm:t>
    </dgm:pt>
    <dgm:pt modelId="{5E403553-0BE7-41C1-9760-8A2457C9AEF6}">
      <dgm:prSet/>
      <dgm:spPr/>
      <dgm:t>
        <a:bodyPr/>
        <a:lstStyle/>
        <a:p>
          <a:pPr>
            <a:defRPr cap="all"/>
          </a:pPr>
          <a:r>
            <a:rPr lang="en-US"/>
            <a:t>From Sequential RNNs to "Attention Is All You Need"</a:t>
          </a:r>
        </a:p>
      </dgm:t>
    </dgm:pt>
    <dgm:pt modelId="{28056DB1-E407-4D14-A2B2-96290D010D95}" type="parTrans" cxnId="{4E579269-6B6A-4DDB-829C-B9BAD9398DCD}">
      <dgm:prSet/>
      <dgm:spPr/>
      <dgm:t>
        <a:bodyPr/>
        <a:lstStyle/>
        <a:p>
          <a:endParaRPr lang="en-US"/>
        </a:p>
      </dgm:t>
    </dgm:pt>
    <dgm:pt modelId="{E68E42A1-377E-4880-9869-7B31D8F868AD}" type="sibTrans" cxnId="{4E579269-6B6A-4DDB-829C-B9BAD9398DCD}">
      <dgm:prSet/>
      <dgm:spPr/>
      <dgm:t>
        <a:bodyPr/>
        <a:lstStyle/>
        <a:p>
          <a:endParaRPr lang="en-US"/>
        </a:p>
      </dgm:t>
    </dgm:pt>
    <dgm:pt modelId="{02293BC3-10AD-406A-B3DB-794ECB52BF74}" type="pres">
      <dgm:prSet presAssocID="{5FD7D2DB-CEFF-4FBE-9127-19BA2F78FC5F}" presName="root" presStyleCnt="0">
        <dgm:presLayoutVars>
          <dgm:dir/>
          <dgm:resizeHandles val="exact"/>
        </dgm:presLayoutVars>
      </dgm:prSet>
      <dgm:spPr/>
    </dgm:pt>
    <dgm:pt modelId="{627895D0-6026-4F43-A51B-01F81CD72AF1}" type="pres">
      <dgm:prSet presAssocID="{2339F409-8A9E-416A-92BF-23033461356B}" presName="compNode" presStyleCnt="0"/>
      <dgm:spPr/>
    </dgm:pt>
    <dgm:pt modelId="{305C9B51-3AAF-4245-B72D-7CA468970F90}" type="pres">
      <dgm:prSet presAssocID="{2339F409-8A9E-416A-92BF-23033461356B}" presName="iconBgRect" presStyleLbl="bgShp" presStyleIdx="0" presStyleCnt="2"/>
      <dgm:spPr/>
    </dgm:pt>
    <dgm:pt modelId="{37D48897-BAAD-4C47-B649-1A2C99044007}" type="pres">
      <dgm:prSet presAssocID="{2339F409-8A9E-416A-92BF-23033461356B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5D350477-EA0B-4B80-AC31-FDC09212080F}" type="pres">
      <dgm:prSet presAssocID="{2339F409-8A9E-416A-92BF-23033461356B}" presName="spaceRect" presStyleCnt="0"/>
      <dgm:spPr/>
    </dgm:pt>
    <dgm:pt modelId="{D7B469E7-819D-4630-8F9A-610B8F4E77D9}" type="pres">
      <dgm:prSet presAssocID="{2339F409-8A9E-416A-92BF-23033461356B}" presName="textRect" presStyleLbl="revTx" presStyleIdx="0" presStyleCnt="2">
        <dgm:presLayoutVars>
          <dgm:chMax val="1"/>
          <dgm:chPref val="1"/>
        </dgm:presLayoutVars>
      </dgm:prSet>
      <dgm:spPr/>
    </dgm:pt>
    <dgm:pt modelId="{5708F1D9-5791-42E2-A820-983B546F7F64}" type="pres">
      <dgm:prSet presAssocID="{5CAF88CD-C97F-4C27-BCAD-DB9DF5398B5A}" presName="sibTrans" presStyleCnt="0"/>
      <dgm:spPr/>
    </dgm:pt>
    <dgm:pt modelId="{9E38A244-DAFD-4F86-A2E2-453B034AFED4}" type="pres">
      <dgm:prSet presAssocID="{5E403553-0BE7-41C1-9760-8A2457C9AEF6}" presName="compNode" presStyleCnt="0"/>
      <dgm:spPr/>
    </dgm:pt>
    <dgm:pt modelId="{EE05AB3B-BDCB-40A9-A1E1-DE3D40EE2EB6}" type="pres">
      <dgm:prSet presAssocID="{5E403553-0BE7-41C1-9760-8A2457C9AEF6}" presName="iconBgRect" presStyleLbl="bgShp" presStyleIdx="1" presStyleCnt="2"/>
      <dgm:spPr/>
    </dgm:pt>
    <dgm:pt modelId="{51734B26-75ED-4E8A-B7B4-119730D3226B}" type="pres">
      <dgm:prSet presAssocID="{5E403553-0BE7-41C1-9760-8A2457C9AEF6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BCCB70BC-2725-450F-8AB4-6CA03C4FE5F1}" type="pres">
      <dgm:prSet presAssocID="{5E403553-0BE7-41C1-9760-8A2457C9AEF6}" presName="spaceRect" presStyleCnt="0"/>
      <dgm:spPr/>
    </dgm:pt>
    <dgm:pt modelId="{CF433FBE-868B-4BDA-9E90-D9D3A51F3579}" type="pres">
      <dgm:prSet presAssocID="{5E403553-0BE7-41C1-9760-8A2457C9AEF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E579269-6B6A-4DDB-829C-B9BAD9398DCD}" srcId="{5FD7D2DB-CEFF-4FBE-9127-19BA2F78FC5F}" destId="{5E403553-0BE7-41C1-9760-8A2457C9AEF6}" srcOrd="1" destOrd="0" parTransId="{28056DB1-E407-4D14-A2B2-96290D010D95}" sibTransId="{E68E42A1-377E-4880-9869-7B31D8F868AD}"/>
    <dgm:cxn modelId="{CBD9E881-38DF-4FB6-8742-25FA466B8926}" srcId="{5FD7D2DB-CEFF-4FBE-9127-19BA2F78FC5F}" destId="{2339F409-8A9E-416A-92BF-23033461356B}" srcOrd="0" destOrd="0" parTransId="{1C9448C8-BDE8-4EE3-BC0A-CE8F34C8B5B3}" sibTransId="{5CAF88CD-C97F-4C27-BCAD-DB9DF5398B5A}"/>
    <dgm:cxn modelId="{814C7F96-1F34-4F0E-BDF9-0A35750F5FB8}" type="presOf" srcId="{5FD7D2DB-CEFF-4FBE-9127-19BA2F78FC5F}" destId="{02293BC3-10AD-406A-B3DB-794ECB52BF74}" srcOrd="0" destOrd="0" presId="urn:microsoft.com/office/officeart/2018/5/layout/IconCircleLabelList"/>
    <dgm:cxn modelId="{4E9D90D5-87E8-4BB0-8ECF-D820917CA280}" type="presOf" srcId="{5E403553-0BE7-41C1-9760-8A2457C9AEF6}" destId="{CF433FBE-868B-4BDA-9E90-D9D3A51F3579}" srcOrd="0" destOrd="0" presId="urn:microsoft.com/office/officeart/2018/5/layout/IconCircleLabelList"/>
    <dgm:cxn modelId="{C6D679DF-BD62-45F6-A313-F29907248605}" type="presOf" srcId="{2339F409-8A9E-416A-92BF-23033461356B}" destId="{D7B469E7-819D-4630-8F9A-610B8F4E77D9}" srcOrd="0" destOrd="0" presId="urn:microsoft.com/office/officeart/2018/5/layout/IconCircleLabelList"/>
    <dgm:cxn modelId="{B5958B5E-C452-49F9-AD67-05614CD4E37C}" type="presParOf" srcId="{02293BC3-10AD-406A-B3DB-794ECB52BF74}" destId="{627895D0-6026-4F43-A51B-01F81CD72AF1}" srcOrd="0" destOrd="0" presId="urn:microsoft.com/office/officeart/2018/5/layout/IconCircleLabelList"/>
    <dgm:cxn modelId="{02941EEC-9B70-41B8-92BF-B2E6FE9A337C}" type="presParOf" srcId="{627895D0-6026-4F43-A51B-01F81CD72AF1}" destId="{305C9B51-3AAF-4245-B72D-7CA468970F90}" srcOrd="0" destOrd="0" presId="urn:microsoft.com/office/officeart/2018/5/layout/IconCircleLabelList"/>
    <dgm:cxn modelId="{BCED7D58-D580-401E-8981-B5D1DF774A15}" type="presParOf" srcId="{627895D0-6026-4F43-A51B-01F81CD72AF1}" destId="{37D48897-BAAD-4C47-B649-1A2C99044007}" srcOrd="1" destOrd="0" presId="urn:microsoft.com/office/officeart/2018/5/layout/IconCircleLabelList"/>
    <dgm:cxn modelId="{0B9426DE-6B95-48BE-837A-D637E3C2F41A}" type="presParOf" srcId="{627895D0-6026-4F43-A51B-01F81CD72AF1}" destId="{5D350477-EA0B-4B80-AC31-FDC09212080F}" srcOrd="2" destOrd="0" presId="urn:microsoft.com/office/officeart/2018/5/layout/IconCircleLabelList"/>
    <dgm:cxn modelId="{C47496F5-103D-43E8-BA9B-C18CCE171E05}" type="presParOf" srcId="{627895D0-6026-4F43-A51B-01F81CD72AF1}" destId="{D7B469E7-819D-4630-8F9A-610B8F4E77D9}" srcOrd="3" destOrd="0" presId="urn:microsoft.com/office/officeart/2018/5/layout/IconCircleLabelList"/>
    <dgm:cxn modelId="{65E4301C-1AB3-4031-AD91-5A9A1603779E}" type="presParOf" srcId="{02293BC3-10AD-406A-B3DB-794ECB52BF74}" destId="{5708F1D9-5791-42E2-A820-983B546F7F64}" srcOrd="1" destOrd="0" presId="urn:microsoft.com/office/officeart/2018/5/layout/IconCircleLabelList"/>
    <dgm:cxn modelId="{9178F21D-D03A-42BA-B8F6-B120EB47F263}" type="presParOf" srcId="{02293BC3-10AD-406A-B3DB-794ECB52BF74}" destId="{9E38A244-DAFD-4F86-A2E2-453B034AFED4}" srcOrd="2" destOrd="0" presId="urn:microsoft.com/office/officeart/2018/5/layout/IconCircleLabelList"/>
    <dgm:cxn modelId="{F4342BD2-B670-48ED-A932-70DC3C983A7E}" type="presParOf" srcId="{9E38A244-DAFD-4F86-A2E2-453B034AFED4}" destId="{EE05AB3B-BDCB-40A9-A1E1-DE3D40EE2EB6}" srcOrd="0" destOrd="0" presId="urn:microsoft.com/office/officeart/2018/5/layout/IconCircleLabelList"/>
    <dgm:cxn modelId="{3B7239B1-A69C-4AED-A182-2798639E7294}" type="presParOf" srcId="{9E38A244-DAFD-4F86-A2E2-453B034AFED4}" destId="{51734B26-75ED-4E8A-B7B4-119730D3226B}" srcOrd="1" destOrd="0" presId="urn:microsoft.com/office/officeart/2018/5/layout/IconCircleLabelList"/>
    <dgm:cxn modelId="{B2804D55-0BFE-4E30-9B9F-4B312A0894A9}" type="presParOf" srcId="{9E38A244-DAFD-4F86-A2E2-453B034AFED4}" destId="{BCCB70BC-2725-450F-8AB4-6CA03C4FE5F1}" srcOrd="2" destOrd="0" presId="urn:microsoft.com/office/officeart/2018/5/layout/IconCircleLabelList"/>
    <dgm:cxn modelId="{17AE96F8-E6A6-47A4-9479-ADFA65C40BD0}" type="presParOf" srcId="{9E38A244-DAFD-4F86-A2E2-453B034AFED4}" destId="{CF433FBE-868B-4BDA-9E90-D9D3A51F35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5EFB7C-8458-438D-B277-B9C11F8808B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CF9BD1-F773-45B9-9E81-E1ED81BA2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Problem:</a:t>
          </a:r>
          <a:r>
            <a:rPr lang="en-US"/>
            <a:t> Recurrent Neural Networks (RNNs/LSTMs) process data sequentially.</a:t>
          </a:r>
        </a:p>
      </dgm:t>
    </dgm:pt>
    <dgm:pt modelId="{76D543CF-F54D-4FF5-B683-236ACB1469A8}" type="parTrans" cxnId="{1EA1E952-9EEC-4784-B350-00BA9BC1AA7F}">
      <dgm:prSet/>
      <dgm:spPr/>
      <dgm:t>
        <a:bodyPr/>
        <a:lstStyle/>
        <a:p>
          <a:endParaRPr lang="en-US"/>
        </a:p>
      </dgm:t>
    </dgm:pt>
    <dgm:pt modelId="{0A3755BC-5589-4D95-9E67-EA58B988ABD5}" type="sibTrans" cxnId="{1EA1E952-9EEC-4784-B350-00BA9BC1AA7F}">
      <dgm:prSet/>
      <dgm:spPr/>
      <dgm:t>
        <a:bodyPr/>
        <a:lstStyle/>
        <a:p>
          <a:endParaRPr lang="en-US"/>
        </a:p>
      </dgm:t>
    </dgm:pt>
    <dgm:pt modelId="{D28BBE95-9C98-4BFC-8DE5-A5907E50C83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i="1" dirty="0">
              <a:solidFill>
                <a:schemeClr val="accent4">
                  <a:lumMod val="75000"/>
                </a:schemeClr>
              </a:solidFill>
            </a:rPr>
            <a:t>Analogy</a:t>
          </a:r>
          <a:r>
            <a:rPr lang="en-US" sz="1600" i="1" dirty="0"/>
            <a:t>:</a:t>
          </a:r>
          <a:r>
            <a:rPr lang="en-US" sz="1600" dirty="0"/>
            <a:t> It’s like reading a book through a drinking straw. You only see one word at a time, and by the time you reach the end of a long sentence, you’ve forgotten the beginning.</a:t>
          </a:r>
        </a:p>
      </dgm:t>
    </dgm:pt>
    <dgm:pt modelId="{F07F8E4D-B9C1-4402-B8CC-908CF80020E7}" type="parTrans" cxnId="{522D0215-1AB5-4249-85F4-490628151A86}">
      <dgm:prSet/>
      <dgm:spPr/>
      <dgm:t>
        <a:bodyPr/>
        <a:lstStyle/>
        <a:p>
          <a:endParaRPr lang="en-US"/>
        </a:p>
      </dgm:t>
    </dgm:pt>
    <dgm:pt modelId="{3DC81AB6-C1CD-4464-9541-1E5827EF9E76}" type="sibTrans" cxnId="{522D0215-1AB5-4249-85F4-490628151A86}">
      <dgm:prSet/>
      <dgm:spPr/>
      <dgm:t>
        <a:bodyPr/>
        <a:lstStyle/>
        <a:p>
          <a:endParaRPr lang="en-US"/>
        </a:p>
      </dgm:t>
    </dgm:pt>
    <dgm:pt modelId="{AC8EB185-CA92-4496-9EC5-659C8CFEA8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Vanishing Gradient:</a:t>
          </a:r>
          <a:r>
            <a:rPr lang="en-US"/>
            <a:t> Mathematically, the signal from the first word gets weaker as it travels through time.</a:t>
          </a:r>
        </a:p>
      </dgm:t>
    </dgm:pt>
    <dgm:pt modelId="{CC3A2872-B34E-434E-98FE-E1BD0BC545AA}" type="parTrans" cxnId="{85EC7EA5-82F3-44B5-8609-9DDA1D8B6475}">
      <dgm:prSet/>
      <dgm:spPr/>
      <dgm:t>
        <a:bodyPr/>
        <a:lstStyle/>
        <a:p>
          <a:endParaRPr lang="en-US"/>
        </a:p>
      </dgm:t>
    </dgm:pt>
    <dgm:pt modelId="{166828D5-3BBC-43D5-827B-17DB7C3BA10B}" type="sibTrans" cxnId="{85EC7EA5-82F3-44B5-8609-9DDA1D8B6475}">
      <dgm:prSet/>
      <dgm:spPr/>
      <dgm:t>
        <a:bodyPr/>
        <a:lstStyle/>
        <a:p>
          <a:endParaRPr lang="en-US"/>
        </a:p>
      </dgm:t>
    </dgm:pt>
    <dgm:pt modelId="{AB577312-8C5E-41F8-8B13-8E820978ED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Imagine:</a:t>
          </a:r>
          <a:r>
            <a:rPr lang="en-US"/>
            <a:t> A game of "Telephone" where the message gets distorted at the end of the line</a:t>
          </a:r>
          <a:br>
            <a:rPr lang="en-US"/>
          </a:br>
          <a:endParaRPr lang="en-US" dirty="0"/>
        </a:p>
      </dgm:t>
    </dgm:pt>
    <dgm:pt modelId="{F92A69D2-DBE2-4292-B5AF-F0A15EF78964}" type="parTrans" cxnId="{18625C37-E76A-44C9-B88E-E588489020C9}">
      <dgm:prSet/>
      <dgm:spPr/>
      <dgm:t>
        <a:bodyPr/>
        <a:lstStyle/>
        <a:p>
          <a:endParaRPr lang="en-US"/>
        </a:p>
      </dgm:t>
    </dgm:pt>
    <dgm:pt modelId="{42B89428-49C5-4ECA-8874-6F1642C1A191}" type="sibTrans" cxnId="{18625C37-E76A-44C9-B88E-E588489020C9}">
      <dgm:prSet/>
      <dgm:spPr/>
      <dgm:t>
        <a:bodyPr/>
        <a:lstStyle/>
        <a:p>
          <a:endParaRPr lang="en-US"/>
        </a:p>
      </dgm:t>
    </dgm:pt>
    <dgm:pt modelId="{220B9BCD-9344-4B8C-969D-E8A9B0D7BF07}" type="pres">
      <dgm:prSet presAssocID="{DD5EFB7C-8458-438D-B277-B9C11F8808B8}" presName="root" presStyleCnt="0">
        <dgm:presLayoutVars>
          <dgm:dir/>
          <dgm:resizeHandles val="exact"/>
        </dgm:presLayoutVars>
      </dgm:prSet>
      <dgm:spPr/>
    </dgm:pt>
    <dgm:pt modelId="{1A3C2E5B-C353-4648-BF46-77E6C0C21F7E}" type="pres">
      <dgm:prSet presAssocID="{D3CF9BD1-F773-45B9-9E81-E1ED81BA2FEF}" presName="compNode" presStyleCnt="0"/>
      <dgm:spPr/>
    </dgm:pt>
    <dgm:pt modelId="{1A817439-0339-4A69-8B8A-E4F7166C777E}" type="pres">
      <dgm:prSet presAssocID="{D3CF9BD1-F773-45B9-9E81-E1ED81BA2FEF}" presName="bgRect" presStyleLbl="bgShp" presStyleIdx="0" presStyleCnt="3"/>
      <dgm:spPr/>
    </dgm:pt>
    <dgm:pt modelId="{F8DE6B65-517A-4AC3-B27A-6E670D03E4A7}" type="pres">
      <dgm:prSet presAssocID="{D3CF9BD1-F773-45B9-9E81-E1ED81BA2F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5A90A35-D9D6-41A6-AD5A-D48C53FA844C}" type="pres">
      <dgm:prSet presAssocID="{D3CF9BD1-F773-45B9-9E81-E1ED81BA2FEF}" presName="spaceRect" presStyleCnt="0"/>
      <dgm:spPr/>
    </dgm:pt>
    <dgm:pt modelId="{0CB6F379-6A31-49F6-B563-FBFCD03B1135}" type="pres">
      <dgm:prSet presAssocID="{D3CF9BD1-F773-45B9-9E81-E1ED81BA2FEF}" presName="parTx" presStyleLbl="revTx" presStyleIdx="0" presStyleCnt="4">
        <dgm:presLayoutVars>
          <dgm:chMax val="0"/>
          <dgm:chPref val="0"/>
        </dgm:presLayoutVars>
      </dgm:prSet>
      <dgm:spPr/>
    </dgm:pt>
    <dgm:pt modelId="{DF5E5B30-36CF-477F-B0DE-1C0D436ED26C}" type="pres">
      <dgm:prSet presAssocID="{D3CF9BD1-F773-45B9-9E81-E1ED81BA2FEF}" presName="desTx" presStyleLbl="revTx" presStyleIdx="1" presStyleCnt="4">
        <dgm:presLayoutVars/>
      </dgm:prSet>
      <dgm:spPr/>
    </dgm:pt>
    <dgm:pt modelId="{6DB95373-2D23-4DB5-B724-C0008185EE48}" type="pres">
      <dgm:prSet presAssocID="{0A3755BC-5589-4D95-9E67-EA58B988ABD5}" presName="sibTrans" presStyleCnt="0"/>
      <dgm:spPr/>
    </dgm:pt>
    <dgm:pt modelId="{B8DA5497-7B5A-41A8-B29A-05184AF6A2EE}" type="pres">
      <dgm:prSet presAssocID="{AC8EB185-CA92-4496-9EC5-659C8CFEA818}" presName="compNode" presStyleCnt="0"/>
      <dgm:spPr/>
    </dgm:pt>
    <dgm:pt modelId="{63EE1D96-900A-49DF-B2A6-B10F4CF23B3B}" type="pres">
      <dgm:prSet presAssocID="{AC8EB185-CA92-4496-9EC5-659C8CFEA818}" presName="bgRect" presStyleLbl="bgShp" presStyleIdx="1" presStyleCnt="3"/>
      <dgm:spPr/>
    </dgm:pt>
    <dgm:pt modelId="{90C6FB1C-A0CD-4B68-87C6-02C97C669721}" type="pres">
      <dgm:prSet presAssocID="{AC8EB185-CA92-4496-9EC5-659C8CFEA81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ED5AA023-C063-45D5-8A4B-515C5FFA3C4C}" type="pres">
      <dgm:prSet presAssocID="{AC8EB185-CA92-4496-9EC5-659C8CFEA818}" presName="spaceRect" presStyleCnt="0"/>
      <dgm:spPr/>
    </dgm:pt>
    <dgm:pt modelId="{251725BE-0789-4B42-B538-848037DAFBB5}" type="pres">
      <dgm:prSet presAssocID="{AC8EB185-CA92-4496-9EC5-659C8CFEA818}" presName="parTx" presStyleLbl="revTx" presStyleIdx="2" presStyleCnt="4">
        <dgm:presLayoutVars>
          <dgm:chMax val="0"/>
          <dgm:chPref val="0"/>
        </dgm:presLayoutVars>
      </dgm:prSet>
      <dgm:spPr/>
    </dgm:pt>
    <dgm:pt modelId="{3E2A0B9C-E42A-4DE7-94CB-4E3D1A7D0B8D}" type="pres">
      <dgm:prSet presAssocID="{166828D5-3BBC-43D5-827B-17DB7C3BA10B}" presName="sibTrans" presStyleCnt="0"/>
      <dgm:spPr/>
    </dgm:pt>
    <dgm:pt modelId="{FF5AA947-27D9-4C8B-BA97-B398E4744E22}" type="pres">
      <dgm:prSet presAssocID="{AB577312-8C5E-41F8-8B13-8E820978ED1B}" presName="compNode" presStyleCnt="0"/>
      <dgm:spPr/>
    </dgm:pt>
    <dgm:pt modelId="{6327DD14-495A-4E40-80C9-7A35BC1D0B6A}" type="pres">
      <dgm:prSet presAssocID="{AB577312-8C5E-41F8-8B13-8E820978ED1B}" presName="bgRect" presStyleLbl="bgShp" presStyleIdx="2" presStyleCnt="3"/>
      <dgm:spPr/>
    </dgm:pt>
    <dgm:pt modelId="{5BA0D5A7-C7F2-4799-BCD2-F59BF74B6362}" type="pres">
      <dgm:prSet presAssocID="{AB577312-8C5E-41F8-8B13-8E820978ED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C1AF407-0DC0-4C48-BD3D-83F6698EB852}" type="pres">
      <dgm:prSet presAssocID="{AB577312-8C5E-41F8-8B13-8E820978ED1B}" presName="spaceRect" presStyleCnt="0"/>
      <dgm:spPr/>
    </dgm:pt>
    <dgm:pt modelId="{98816EB5-AA5C-4BCA-92C1-A741776E74E5}" type="pres">
      <dgm:prSet presAssocID="{AB577312-8C5E-41F8-8B13-8E820978ED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B556C0A-2597-455A-91B7-88DE7B1E96DD}" type="presOf" srcId="{AC8EB185-CA92-4496-9EC5-659C8CFEA818}" destId="{251725BE-0789-4B42-B538-848037DAFBB5}" srcOrd="0" destOrd="0" presId="urn:microsoft.com/office/officeart/2018/2/layout/IconVerticalSolidList"/>
    <dgm:cxn modelId="{522D0215-1AB5-4249-85F4-490628151A86}" srcId="{D3CF9BD1-F773-45B9-9E81-E1ED81BA2FEF}" destId="{D28BBE95-9C98-4BFC-8DE5-A5907E50C834}" srcOrd="0" destOrd="0" parTransId="{F07F8E4D-B9C1-4402-B8CC-908CF80020E7}" sibTransId="{3DC81AB6-C1CD-4464-9541-1E5827EF9E76}"/>
    <dgm:cxn modelId="{18625C37-E76A-44C9-B88E-E588489020C9}" srcId="{DD5EFB7C-8458-438D-B277-B9C11F8808B8}" destId="{AB577312-8C5E-41F8-8B13-8E820978ED1B}" srcOrd="2" destOrd="0" parTransId="{F92A69D2-DBE2-4292-B5AF-F0A15EF78964}" sibTransId="{42B89428-49C5-4ECA-8874-6F1642C1A191}"/>
    <dgm:cxn modelId="{3ADE8062-6A0C-4C2A-86E5-F063FF3F5E2F}" type="presOf" srcId="{DD5EFB7C-8458-438D-B277-B9C11F8808B8}" destId="{220B9BCD-9344-4B8C-969D-E8A9B0D7BF07}" srcOrd="0" destOrd="0" presId="urn:microsoft.com/office/officeart/2018/2/layout/IconVerticalSolidList"/>
    <dgm:cxn modelId="{1EA1E952-9EEC-4784-B350-00BA9BC1AA7F}" srcId="{DD5EFB7C-8458-438D-B277-B9C11F8808B8}" destId="{D3CF9BD1-F773-45B9-9E81-E1ED81BA2FEF}" srcOrd="0" destOrd="0" parTransId="{76D543CF-F54D-4FF5-B683-236ACB1469A8}" sibTransId="{0A3755BC-5589-4D95-9E67-EA58B988ABD5}"/>
    <dgm:cxn modelId="{E2B1508D-F7B7-46B9-9431-BB9375CD0C56}" type="presOf" srcId="{D3CF9BD1-F773-45B9-9E81-E1ED81BA2FEF}" destId="{0CB6F379-6A31-49F6-B563-FBFCD03B1135}" srcOrd="0" destOrd="0" presId="urn:microsoft.com/office/officeart/2018/2/layout/IconVerticalSolidList"/>
    <dgm:cxn modelId="{85EC7EA5-82F3-44B5-8609-9DDA1D8B6475}" srcId="{DD5EFB7C-8458-438D-B277-B9C11F8808B8}" destId="{AC8EB185-CA92-4496-9EC5-659C8CFEA818}" srcOrd="1" destOrd="0" parTransId="{CC3A2872-B34E-434E-98FE-E1BD0BC545AA}" sibTransId="{166828D5-3BBC-43D5-827B-17DB7C3BA10B}"/>
    <dgm:cxn modelId="{386CB0E8-0FDA-446C-967B-EFCDBD5C12E5}" type="presOf" srcId="{AB577312-8C5E-41F8-8B13-8E820978ED1B}" destId="{98816EB5-AA5C-4BCA-92C1-A741776E74E5}" srcOrd="0" destOrd="0" presId="urn:microsoft.com/office/officeart/2018/2/layout/IconVerticalSolidList"/>
    <dgm:cxn modelId="{26BF7CF9-2B8B-4691-9813-EE4AA43CD11F}" type="presOf" srcId="{D28BBE95-9C98-4BFC-8DE5-A5907E50C834}" destId="{DF5E5B30-36CF-477F-B0DE-1C0D436ED26C}" srcOrd="0" destOrd="0" presId="urn:microsoft.com/office/officeart/2018/2/layout/IconVerticalSolidList"/>
    <dgm:cxn modelId="{BC2049CC-74D8-49E5-B578-FA0F70984097}" type="presParOf" srcId="{220B9BCD-9344-4B8C-969D-E8A9B0D7BF07}" destId="{1A3C2E5B-C353-4648-BF46-77E6C0C21F7E}" srcOrd="0" destOrd="0" presId="urn:microsoft.com/office/officeart/2018/2/layout/IconVerticalSolidList"/>
    <dgm:cxn modelId="{07494660-DA24-4648-BADE-3E623F6CDEB5}" type="presParOf" srcId="{1A3C2E5B-C353-4648-BF46-77E6C0C21F7E}" destId="{1A817439-0339-4A69-8B8A-E4F7166C777E}" srcOrd="0" destOrd="0" presId="urn:microsoft.com/office/officeart/2018/2/layout/IconVerticalSolidList"/>
    <dgm:cxn modelId="{963CCA50-36D1-4D46-8044-A1FA3C650879}" type="presParOf" srcId="{1A3C2E5B-C353-4648-BF46-77E6C0C21F7E}" destId="{F8DE6B65-517A-4AC3-B27A-6E670D03E4A7}" srcOrd="1" destOrd="0" presId="urn:microsoft.com/office/officeart/2018/2/layout/IconVerticalSolidList"/>
    <dgm:cxn modelId="{413EFD1C-82C6-4987-9095-1E3356EF535C}" type="presParOf" srcId="{1A3C2E5B-C353-4648-BF46-77E6C0C21F7E}" destId="{A5A90A35-D9D6-41A6-AD5A-D48C53FA844C}" srcOrd="2" destOrd="0" presId="urn:microsoft.com/office/officeart/2018/2/layout/IconVerticalSolidList"/>
    <dgm:cxn modelId="{8DB6DB77-A2EC-46D4-9801-07203777B878}" type="presParOf" srcId="{1A3C2E5B-C353-4648-BF46-77E6C0C21F7E}" destId="{0CB6F379-6A31-49F6-B563-FBFCD03B1135}" srcOrd="3" destOrd="0" presId="urn:microsoft.com/office/officeart/2018/2/layout/IconVerticalSolidList"/>
    <dgm:cxn modelId="{D2C6EAAF-B937-4E49-A1D5-D437893B9A20}" type="presParOf" srcId="{1A3C2E5B-C353-4648-BF46-77E6C0C21F7E}" destId="{DF5E5B30-36CF-477F-B0DE-1C0D436ED26C}" srcOrd="4" destOrd="0" presId="urn:microsoft.com/office/officeart/2018/2/layout/IconVerticalSolidList"/>
    <dgm:cxn modelId="{ED9D0167-B555-4AD8-892B-CE55A21AD6CB}" type="presParOf" srcId="{220B9BCD-9344-4B8C-969D-E8A9B0D7BF07}" destId="{6DB95373-2D23-4DB5-B724-C0008185EE48}" srcOrd="1" destOrd="0" presId="urn:microsoft.com/office/officeart/2018/2/layout/IconVerticalSolidList"/>
    <dgm:cxn modelId="{19C22888-C507-4193-ACC9-0C6CF41C53C7}" type="presParOf" srcId="{220B9BCD-9344-4B8C-969D-E8A9B0D7BF07}" destId="{B8DA5497-7B5A-41A8-B29A-05184AF6A2EE}" srcOrd="2" destOrd="0" presId="urn:microsoft.com/office/officeart/2018/2/layout/IconVerticalSolidList"/>
    <dgm:cxn modelId="{7E1BCDFF-8EF1-4BFD-9566-46F589E575DE}" type="presParOf" srcId="{B8DA5497-7B5A-41A8-B29A-05184AF6A2EE}" destId="{63EE1D96-900A-49DF-B2A6-B10F4CF23B3B}" srcOrd="0" destOrd="0" presId="urn:microsoft.com/office/officeart/2018/2/layout/IconVerticalSolidList"/>
    <dgm:cxn modelId="{C4BEE444-FAB9-4192-A9B4-18B7876DC88A}" type="presParOf" srcId="{B8DA5497-7B5A-41A8-B29A-05184AF6A2EE}" destId="{90C6FB1C-A0CD-4B68-87C6-02C97C669721}" srcOrd="1" destOrd="0" presId="urn:microsoft.com/office/officeart/2018/2/layout/IconVerticalSolidList"/>
    <dgm:cxn modelId="{27B94157-9F18-4D7C-89DB-E774AE881D51}" type="presParOf" srcId="{B8DA5497-7B5A-41A8-B29A-05184AF6A2EE}" destId="{ED5AA023-C063-45D5-8A4B-515C5FFA3C4C}" srcOrd="2" destOrd="0" presId="urn:microsoft.com/office/officeart/2018/2/layout/IconVerticalSolidList"/>
    <dgm:cxn modelId="{57CA416F-11EB-48E5-AB2E-41C671EC8EB6}" type="presParOf" srcId="{B8DA5497-7B5A-41A8-B29A-05184AF6A2EE}" destId="{251725BE-0789-4B42-B538-848037DAFBB5}" srcOrd="3" destOrd="0" presId="urn:microsoft.com/office/officeart/2018/2/layout/IconVerticalSolidList"/>
    <dgm:cxn modelId="{1F528E38-8D7B-45F1-B3CD-B5F5ED77F566}" type="presParOf" srcId="{220B9BCD-9344-4B8C-969D-E8A9B0D7BF07}" destId="{3E2A0B9C-E42A-4DE7-94CB-4E3D1A7D0B8D}" srcOrd="3" destOrd="0" presId="urn:microsoft.com/office/officeart/2018/2/layout/IconVerticalSolidList"/>
    <dgm:cxn modelId="{0DE67EE8-EE2F-4B26-8E16-62740BB9D2B4}" type="presParOf" srcId="{220B9BCD-9344-4B8C-969D-E8A9B0D7BF07}" destId="{FF5AA947-27D9-4C8B-BA97-B398E4744E22}" srcOrd="4" destOrd="0" presId="urn:microsoft.com/office/officeart/2018/2/layout/IconVerticalSolidList"/>
    <dgm:cxn modelId="{374231D6-74C0-4B9E-9053-4F779B43344A}" type="presParOf" srcId="{FF5AA947-27D9-4C8B-BA97-B398E4744E22}" destId="{6327DD14-495A-4E40-80C9-7A35BC1D0B6A}" srcOrd="0" destOrd="0" presId="urn:microsoft.com/office/officeart/2018/2/layout/IconVerticalSolidList"/>
    <dgm:cxn modelId="{C4DB6319-9ED4-460B-ACDE-63EC93B67761}" type="presParOf" srcId="{FF5AA947-27D9-4C8B-BA97-B398E4744E22}" destId="{5BA0D5A7-C7F2-4799-BCD2-F59BF74B6362}" srcOrd="1" destOrd="0" presId="urn:microsoft.com/office/officeart/2018/2/layout/IconVerticalSolidList"/>
    <dgm:cxn modelId="{2F8FCDC7-63EA-4B3D-AE60-235707422734}" type="presParOf" srcId="{FF5AA947-27D9-4C8B-BA97-B398E4744E22}" destId="{2C1AF407-0DC0-4C48-BD3D-83F6698EB852}" srcOrd="2" destOrd="0" presId="urn:microsoft.com/office/officeart/2018/2/layout/IconVerticalSolidList"/>
    <dgm:cxn modelId="{40C7DA09-96E0-4E92-B58A-8AE107470745}" type="presParOf" srcId="{FF5AA947-27D9-4C8B-BA97-B398E4744E22}" destId="{98816EB5-AA5C-4BCA-92C1-A741776E74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84F7BA-962E-4FFB-A945-6657FA01B26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85B317-D691-42C4-87E5-292CA87A524A}">
      <dgm:prSet/>
      <dgm:spPr/>
      <dgm:t>
        <a:bodyPr/>
        <a:lstStyle/>
        <a:p>
          <a:r>
            <a:rPr lang="en-US" b="1"/>
            <a:t>The Transformer Proposal (2017):</a:t>
          </a:r>
          <a:endParaRPr lang="en-US"/>
        </a:p>
      </dgm:t>
    </dgm:pt>
    <dgm:pt modelId="{BBED01D4-83A6-470B-839E-8B67198B88BB}" type="parTrans" cxnId="{7C7AA519-6997-48B4-9B5C-D5159CEE6322}">
      <dgm:prSet/>
      <dgm:spPr/>
      <dgm:t>
        <a:bodyPr/>
        <a:lstStyle/>
        <a:p>
          <a:endParaRPr lang="en-US"/>
        </a:p>
      </dgm:t>
    </dgm:pt>
    <dgm:pt modelId="{6EE9B10E-D333-42F7-AA4A-5CC1221B5C5F}" type="sibTrans" cxnId="{7C7AA519-6997-48B4-9B5C-D5159CEE6322}">
      <dgm:prSet/>
      <dgm:spPr/>
      <dgm:t>
        <a:bodyPr/>
        <a:lstStyle/>
        <a:p>
          <a:endParaRPr lang="en-US"/>
        </a:p>
      </dgm:t>
    </dgm:pt>
    <dgm:pt modelId="{C6D0DDC5-95FE-4332-898D-4F605694C70A}">
      <dgm:prSet/>
      <dgm:spPr/>
      <dgm:t>
        <a:bodyPr/>
        <a:lstStyle/>
        <a:p>
          <a:r>
            <a:rPr lang="en-US" b="1"/>
            <a:t>Parallelism:</a:t>
          </a:r>
          <a:r>
            <a:rPr lang="en-US"/>
            <a:t> Process the </a:t>
          </a:r>
          <a:r>
            <a:rPr lang="en-US" i="1"/>
            <a:t>entire</a:t>
          </a:r>
          <a:r>
            <a:rPr lang="en-US"/>
            <a:t> sentence at the same time. No more steps.</a:t>
          </a:r>
        </a:p>
      </dgm:t>
    </dgm:pt>
    <dgm:pt modelId="{C33D3216-977B-4CD8-87E5-6E77320DC298}" type="parTrans" cxnId="{4EDC1533-2C42-4646-815B-FDEBBF911AC4}">
      <dgm:prSet/>
      <dgm:spPr/>
      <dgm:t>
        <a:bodyPr/>
        <a:lstStyle/>
        <a:p>
          <a:endParaRPr lang="en-US"/>
        </a:p>
      </dgm:t>
    </dgm:pt>
    <dgm:pt modelId="{37E37B69-EDCA-4F58-B85B-C4A5CE9964D9}" type="sibTrans" cxnId="{4EDC1533-2C42-4646-815B-FDEBBF911AC4}">
      <dgm:prSet/>
      <dgm:spPr/>
      <dgm:t>
        <a:bodyPr/>
        <a:lstStyle/>
        <a:p>
          <a:endParaRPr lang="en-US"/>
        </a:p>
      </dgm:t>
    </dgm:pt>
    <dgm:pt modelId="{93AF881D-0317-407A-8B86-B3403FA79BF7}">
      <dgm:prSet/>
      <dgm:spPr/>
      <dgm:t>
        <a:bodyPr/>
        <a:lstStyle/>
        <a:p>
          <a:r>
            <a:rPr lang="en-US" b="1"/>
            <a:t>Attention:</a:t>
          </a:r>
          <a:r>
            <a:rPr lang="en-US"/>
            <a:t> Instead of relying on memory, look at every other word directly to find context.</a:t>
          </a:r>
        </a:p>
      </dgm:t>
    </dgm:pt>
    <dgm:pt modelId="{2FC5E752-4B34-4A99-98D0-8AABF435D035}" type="parTrans" cxnId="{CD061279-5E88-4C48-AD61-C06EAC3CBAAD}">
      <dgm:prSet/>
      <dgm:spPr/>
      <dgm:t>
        <a:bodyPr/>
        <a:lstStyle/>
        <a:p>
          <a:endParaRPr lang="en-US"/>
        </a:p>
      </dgm:t>
    </dgm:pt>
    <dgm:pt modelId="{76C7F7BB-58F1-4295-A11D-B9576CD2C5E1}" type="sibTrans" cxnId="{CD061279-5E88-4C48-AD61-C06EAC3CBAAD}">
      <dgm:prSet/>
      <dgm:spPr/>
      <dgm:t>
        <a:bodyPr/>
        <a:lstStyle/>
        <a:p>
          <a:endParaRPr lang="en-US"/>
        </a:p>
      </dgm:t>
    </dgm:pt>
    <dgm:pt modelId="{03E52199-E3D3-49B0-8116-F24ED82E829F}">
      <dgm:prSet/>
      <dgm:spPr/>
      <dgm:t>
        <a:bodyPr/>
        <a:lstStyle/>
        <a:p>
          <a:r>
            <a:rPr lang="en-US" b="1"/>
            <a:t>Impact:</a:t>
          </a:r>
          <a:r>
            <a:rPr lang="en-US"/>
            <a:t> This allowed models to train on the entire internet (Wikipedia, Common Crawl) efficiently</a:t>
          </a:r>
        </a:p>
      </dgm:t>
    </dgm:pt>
    <dgm:pt modelId="{DAF89BC4-7E55-446B-BAE1-F98EA0A4B06E}" type="parTrans" cxnId="{2820DCEC-606F-4E35-8D14-09F39C984D2D}">
      <dgm:prSet/>
      <dgm:spPr/>
      <dgm:t>
        <a:bodyPr/>
        <a:lstStyle/>
        <a:p>
          <a:endParaRPr lang="en-US"/>
        </a:p>
      </dgm:t>
    </dgm:pt>
    <dgm:pt modelId="{7514D8DA-1BCC-4450-8FB9-4654C787D49C}" type="sibTrans" cxnId="{2820DCEC-606F-4E35-8D14-09F39C984D2D}">
      <dgm:prSet/>
      <dgm:spPr/>
      <dgm:t>
        <a:bodyPr/>
        <a:lstStyle/>
        <a:p>
          <a:endParaRPr lang="en-US"/>
        </a:p>
      </dgm:t>
    </dgm:pt>
    <dgm:pt modelId="{B336444C-18E0-40A1-ADE3-46147A27CF8F}" type="pres">
      <dgm:prSet presAssocID="{9D84F7BA-962E-4FFB-A945-6657FA01B266}" presName="Name0" presStyleCnt="0">
        <dgm:presLayoutVars>
          <dgm:dir/>
          <dgm:animLvl val="lvl"/>
          <dgm:resizeHandles val="exact"/>
        </dgm:presLayoutVars>
      </dgm:prSet>
      <dgm:spPr/>
    </dgm:pt>
    <dgm:pt modelId="{DD99EB94-2CFC-463D-9C43-BFF1DB3726FB}" type="pres">
      <dgm:prSet presAssocID="{03E52199-E3D3-49B0-8116-F24ED82E829F}" presName="boxAndChildren" presStyleCnt="0"/>
      <dgm:spPr/>
    </dgm:pt>
    <dgm:pt modelId="{ECF03C0B-90B9-4C04-B44F-A58D6086D80B}" type="pres">
      <dgm:prSet presAssocID="{03E52199-E3D3-49B0-8116-F24ED82E829F}" presName="parentTextBox" presStyleLbl="node1" presStyleIdx="0" presStyleCnt="2"/>
      <dgm:spPr/>
    </dgm:pt>
    <dgm:pt modelId="{9CD2D30B-848F-4DA0-829E-F2347D1ECDE9}" type="pres">
      <dgm:prSet presAssocID="{6EE9B10E-D333-42F7-AA4A-5CC1221B5C5F}" presName="sp" presStyleCnt="0"/>
      <dgm:spPr/>
    </dgm:pt>
    <dgm:pt modelId="{3244BA9A-9B63-4EE7-94AF-1060074A014F}" type="pres">
      <dgm:prSet presAssocID="{7A85B317-D691-42C4-87E5-292CA87A524A}" presName="arrowAndChildren" presStyleCnt="0"/>
      <dgm:spPr/>
    </dgm:pt>
    <dgm:pt modelId="{F110CAB5-328F-49E6-94EE-9AB6C32AA6E0}" type="pres">
      <dgm:prSet presAssocID="{7A85B317-D691-42C4-87E5-292CA87A524A}" presName="parentTextArrow" presStyleLbl="node1" presStyleIdx="0" presStyleCnt="2"/>
      <dgm:spPr/>
    </dgm:pt>
    <dgm:pt modelId="{ED89F173-8D5C-406F-931E-B812C97D84A5}" type="pres">
      <dgm:prSet presAssocID="{7A85B317-D691-42C4-87E5-292CA87A524A}" presName="arrow" presStyleLbl="node1" presStyleIdx="1" presStyleCnt="2"/>
      <dgm:spPr/>
    </dgm:pt>
    <dgm:pt modelId="{A23B05E2-3DD1-43E6-BBCC-FFB600E8F242}" type="pres">
      <dgm:prSet presAssocID="{7A85B317-D691-42C4-87E5-292CA87A524A}" presName="descendantArrow" presStyleCnt="0"/>
      <dgm:spPr/>
    </dgm:pt>
    <dgm:pt modelId="{18A8B770-266B-44B8-B102-0BD587379170}" type="pres">
      <dgm:prSet presAssocID="{C6D0DDC5-95FE-4332-898D-4F605694C70A}" presName="childTextArrow" presStyleLbl="fgAccFollowNode1" presStyleIdx="0" presStyleCnt="2">
        <dgm:presLayoutVars>
          <dgm:bulletEnabled val="1"/>
        </dgm:presLayoutVars>
      </dgm:prSet>
      <dgm:spPr/>
    </dgm:pt>
    <dgm:pt modelId="{0DB96D98-3F4C-4733-AE19-93F506D26BC1}" type="pres">
      <dgm:prSet presAssocID="{93AF881D-0317-407A-8B86-B3403FA79BF7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7C7AA519-6997-48B4-9B5C-D5159CEE6322}" srcId="{9D84F7BA-962E-4FFB-A945-6657FA01B266}" destId="{7A85B317-D691-42C4-87E5-292CA87A524A}" srcOrd="0" destOrd="0" parTransId="{BBED01D4-83A6-470B-839E-8B67198B88BB}" sibTransId="{6EE9B10E-D333-42F7-AA4A-5CC1221B5C5F}"/>
    <dgm:cxn modelId="{BB91E71E-6BEA-4A45-A3C3-87A45EA11D5F}" type="presOf" srcId="{03E52199-E3D3-49B0-8116-F24ED82E829F}" destId="{ECF03C0B-90B9-4C04-B44F-A58D6086D80B}" srcOrd="0" destOrd="0" presId="urn:microsoft.com/office/officeart/2005/8/layout/process4"/>
    <dgm:cxn modelId="{4EDC1533-2C42-4646-815B-FDEBBF911AC4}" srcId="{7A85B317-D691-42C4-87E5-292CA87A524A}" destId="{C6D0DDC5-95FE-4332-898D-4F605694C70A}" srcOrd="0" destOrd="0" parTransId="{C33D3216-977B-4CD8-87E5-6E77320DC298}" sibTransId="{37E37B69-EDCA-4F58-B85B-C4A5CE9964D9}"/>
    <dgm:cxn modelId="{1FEEBB4C-C9DC-476C-B0D7-2DAA500DAB7A}" type="presOf" srcId="{C6D0DDC5-95FE-4332-898D-4F605694C70A}" destId="{18A8B770-266B-44B8-B102-0BD587379170}" srcOrd="0" destOrd="0" presId="urn:microsoft.com/office/officeart/2005/8/layout/process4"/>
    <dgm:cxn modelId="{CD061279-5E88-4C48-AD61-C06EAC3CBAAD}" srcId="{7A85B317-D691-42C4-87E5-292CA87A524A}" destId="{93AF881D-0317-407A-8B86-B3403FA79BF7}" srcOrd="1" destOrd="0" parTransId="{2FC5E752-4B34-4A99-98D0-8AABF435D035}" sibTransId="{76C7F7BB-58F1-4295-A11D-B9576CD2C5E1}"/>
    <dgm:cxn modelId="{9502E67E-0FEE-4F96-8FB1-CCC32BBADDD6}" type="presOf" srcId="{93AF881D-0317-407A-8B86-B3403FA79BF7}" destId="{0DB96D98-3F4C-4733-AE19-93F506D26BC1}" srcOrd="0" destOrd="0" presId="urn:microsoft.com/office/officeart/2005/8/layout/process4"/>
    <dgm:cxn modelId="{48C056A3-85B0-4F35-AD31-371631372C64}" type="presOf" srcId="{9D84F7BA-962E-4FFB-A945-6657FA01B266}" destId="{B336444C-18E0-40A1-ADE3-46147A27CF8F}" srcOrd="0" destOrd="0" presId="urn:microsoft.com/office/officeart/2005/8/layout/process4"/>
    <dgm:cxn modelId="{6676DBC0-51FF-4F6E-BAC1-256EE4C71355}" type="presOf" srcId="{7A85B317-D691-42C4-87E5-292CA87A524A}" destId="{F110CAB5-328F-49E6-94EE-9AB6C32AA6E0}" srcOrd="0" destOrd="0" presId="urn:microsoft.com/office/officeart/2005/8/layout/process4"/>
    <dgm:cxn modelId="{7349F7C3-6DA1-4B27-9686-63DECE5955D1}" type="presOf" srcId="{7A85B317-D691-42C4-87E5-292CA87A524A}" destId="{ED89F173-8D5C-406F-931E-B812C97D84A5}" srcOrd="1" destOrd="0" presId="urn:microsoft.com/office/officeart/2005/8/layout/process4"/>
    <dgm:cxn modelId="{2820DCEC-606F-4E35-8D14-09F39C984D2D}" srcId="{9D84F7BA-962E-4FFB-A945-6657FA01B266}" destId="{03E52199-E3D3-49B0-8116-F24ED82E829F}" srcOrd="1" destOrd="0" parTransId="{DAF89BC4-7E55-446B-BAE1-F98EA0A4B06E}" sibTransId="{7514D8DA-1BCC-4450-8FB9-4654C787D49C}"/>
    <dgm:cxn modelId="{CA073BC4-8322-463E-AFE8-12410A80D12D}" type="presParOf" srcId="{B336444C-18E0-40A1-ADE3-46147A27CF8F}" destId="{DD99EB94-2CFC-463D-9C43-BFF1DB3726FB}" srcOrd="0" destOrd="0" presId="urn:microsoft.com/office/officeart/2005/8/layout/process4"/>
    <dgm:cxn modelId="{E868868E-549E-4CC1-A818-BE39E1D9F568}" type="presParOf" srcId="{DD99EB94-2CFC-463D-9C43-BFF1DB3726FB}" destId="{ECF03C0B-90B9-4C04-B44F-A58D6086D80B}" srcOrd="0" destOrd="0" presId="urn:microsoft.com/office/officeart/2005/8/layout/process4"/>
    <dgm:cxn modelId="{EBA09D01-9A13-4C48-87D1-3D521895C73A}" type="presParOf" srcId="{B336444C-18E0-40A1-ADE3-46147A27CF8F}" destId="{9CD2D30B-848F-4DA0-829E-F2347D1ECDE9}" srcOrd="1" destOrd="0" presId="urn:microsoft.com/office/officeart/2005/8/layout/process4"/>
    <dgm:cxn modelId="{A49A2FFF-D5E1-467A-83D7-7179D16AFE2C}" type="presParOf" srcId="{B336444C-18E0-40A1-ADE3-46147A27CF8F}" destId="{3244BA9A-9B63-4EE7-94AF-1060074A014F}" srcOrd="2" destOrd="0" presId="urn:microsoft.com/office/officeart/2005/8/layout/process4"/>
    <dgm:cxn modelId="{743AAEC4-DBF4-49EC-827F-F78F86B87DCA}" type="presParOf" srcId="{3244BA9A-9B63-4EE7-94AF-1060074A014F}" destId="{F110CAB5-328F-49E6-94EE-9AB6C32AA6E0}" srcOrd="0" destOrd="0" presId="urn:microsoft.com/office/officeart/2005/8/layout/process4"/>
    <dgm:cxn modelId="{88EBEE37-4944-4DF3-A27D-643E7EB410BB}" type="presParOf" srcId="{3244BA9A-9B63-4EE7-94AF-1060074A014F}" destId="{ED89F173-8D5C-406F-931E-B812C97D84A5}" srcOrd="1" destOrd="0" presId="urn:microsoft.com/office/officeart/2005/8/layout/process4"/>
    <dgm:cxn modelId="{AA8EF70D-DB9D-4B20-BE9C-FD1B480D869D}" type="presParOf" srcId="{3244BA9A-9B63-4EE7-94AF-1060074A014F}" destId="{A23B05E2-3DD1-43E6-BBCC-FFB600E8F242}" srcOrd="2" destOrd="0" presId="urn:microsoft.com/office/officeart/2005/8/layout/process4"/>
    <dgm:cxn modelId="{C4183C40-B5C7-47EC-B6F7-629BA3B2F0FB}" type="presParOf" srcId="{A23B05E2-3DD1-43E6-BBCC-FFB600E8F242}" destId="{18A8B770-266B-44B8-B102-0BD587379170}" srcOrd="0" destOrd="0" presId="urn:microsoft.com/office/officeart/2005/8/layout/process4"/>
    <dgm:cxn modelId="{F0187E0B-8ECA-4C35-B7BD-40CC12AFFC03}" type="presParOf" srcId="{A23B05E2-3DD1-43E6-BBCC-FFB600E8F242}" destId="{0DB96D98-3F4C-4733-AE19-93F506D26BC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2807EC-05C4-4B6E-9D43-37FA2A0570D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0DA25A-5793-411E-93F4-12B37FB4B03E}">
      <dgm:prSet/>
      <dgm:spPr/>
      <dgm:t>
        <a:bodyPr/>
        <a:lstStyle/>
        <a:p>
          <a:r>
            <a:rPr lang="en-US" i="1"/>
            <a:t>This is the most critical concept to teach correctly.</a:t>
          </a:r>
          <a:endParaRPr lang="en-US"/>
        </a:p>
      </dgm:t>
    </dgm:pt>
    <dgm:pt modelId="{AD7A8164-3972-44E7-84F5-6D1D1EB962E4}" type="parTrans" cxnId="{9894A63E-963E-4E70-BE91-D61B55F983D6}">
      <dgm:prSet/>
      <dgm:spPr/>
      <dgm:t>
        <a:bodyPr/>
        <a:lstStyle/>
        <a:p>
          <a:endParaRPr lang="en-US"/>
        </a:p>
      </dgm:t>
    </dgm:pt>
    <dgm:pt modelId="{692D2F7F-C91F-484B-8921-DBA9E750ABCB}" type="sibTrans" cxnId="{9894A63E-963E-4E70-BE91-D61B55F983D6}">
      <dgm:prSet/>
      <dgm:spPr/>
      <dgm:t>
        <a:bodyPr/>
        <a:lstStyle/>
        <a:p>
          <a:endParaRPr lang="en-US"/>
        </a:p>
      </dgm:t>
    </dgm:pt>
    <dgm:pt modelId="{57235017-1ECB-4AE6-B21E-CDFE56C31684}">
      <dgm:prSet/>
      <dgm:spPr/>
      <dgm:t>
        <a:bodyPr/>
        <a:lstStyle/>
        <a:p>
          <a:r>
            <a:rPr lang="en-US"/>
            <a:t>Every word produces three vectors:</a:t>
          </a:r>
        </a:p>
      </dgm:t>
    </dgm:pt>
    <dgm:pt modelId="{39AA0F42-E86A-49E9-88D7-7C76072F66EB}" type="parTrans" cxnId="{1C11A114-2510-4C0C-A23F-E4F5039181C2}">
      <dgm:prSet/>
      <dgm:spPr/>
      <dgm:t>
        <a:bodyPr/>
        <a:lstStyle/>
        <a:p>
          <a:endParaRPr lang="en-US"/>
        </a:p>
      </dgm:t>
    </dgm:pt>
    <dgm:pt modelId="{96C5E59E-FABF-42E2-89AC-17ECF4689C4C}" type="sibTrans" cxnId="{1C11A114-2510-4C0C-A23F-E4F5039181C2}">
      <dgm:prSet/>
      <dgm:spPr/>
      <dgm:t>
        <a:bodyPr/>
        <a:lstStyle/>
        <a:p>
          <a:endParaRPr lang="en-US"/>
        </a:p>
      </dgm:t>
    </dgm:pt>
    <dgm:pt modelId="{77CFF8ED-6234-425B-81A8-5AC77A000725}">
      <dgm:prSet custT="1"/>
      <dgm:spPr/>
      <dgm:t>
        <a:bodyPr/>
        <a:lstStyle/>
        <a:p>
          <a:r>
            <a:rPr lang="en-US" sz="1800" b="1"/>
            <a:t>Query (Q):</a:t>
          </a:r>
          <a:r>
            <a:rPr lang="en-US" sz="1800"/>
            <a:t> What am I looking for? (</a:t>
          </a:r>
          <a:r>
            <a:rPr lang="en-US" sz="1800" i="1"/>
            <a:t>"I am a pronoun looking for the noun I replace."</a:t>
          </a:r>
          <a:r>
            <a:rPr lang="en-US" sz="1800"/>
            <a:t>)</a:t>
          </a:r>
        </a:p>
      </dgm:t>
    </dgm:pt>
    <dgm:pt modelId="{B85236F3-2F82-4CD0-B357-D7DECCAE07C5}" type="parTrans" cxnId="{FD1284C2-7464-4D9B-ABDE-1A122BA3E818}">
      <dgm:prSet/>
      <dgm:spPr/>
      <dgm:t>
        <a:bodyPr/>
        <a:lstStyle/>
        <a:p>
          <a:endParaRPr lang="en-US"/>
        </a:p>
      </dgm:t>
    </dgm:pt>
    <dgm:pt modelId="{B224EC6E-07B4-4CA6-B795-156645AB0B0C}" type="sibTrans" cxnId="{FD1284C2-7464-4D9B-ABDE-1A122BA3E818}">
      <dgm:prSet/>
      <dgm:spPr/>
      <dgm:t>
        <a:bodyPr/>
        <a:lstStyle/>
        <a:p>
          <a:endParaRPr lang="en-US"/>
        </a:p>
      </dgm:t>
    </dgm:pt>
    <dgm:pt modelId="{B0777639-45A6-411C-AE68-15CB646D9EEF}">
      <dgm:prSet custT="1"/>
      <dgm:spPr/>
      <dgm:t>
        <a:bodyPr/>
        <a:lstStyle/>
        <a:p>
          <a:r>
            <a:rPr lang="en-US" sz="1800" b="1"/>
            <a:t>Key (K):</a:t>
          </a:r>
          <a:r>
            <a:rPr lang="en-US" sz="1800"/>
            <a:t> What defines me? (</a:t>
          </a:r>
          <a:r>
            <a:rPr lang="en-US" sz="1800" i="1"/>
            <a:t>"I am a noun, specifically an animal."</a:t>
          </a:r>
          <a:r>
            <a:rPr lang="en-US" sz="1800"/>
            <a:t>)</a:t>
          </a:r>
        </a:p>
      </dgm:t>
    </dgm:pt>
    <dgm:pt modelId="{AC0F19D3-017B-4CBB-92E0-2C566C316E29}" type="parTrans" cxnId="{F845755F-471B-42B4-AC70-55022ED26E7B}">
      <dgm:prSet/>
      <dgm:spPr/>
      <dgm:t>
        <a:bodyPr/>
        <a:lstStyle/>
        <a:p>
          <a:endParaRPr lang="en-US"/>
        </a:p>
      </dgm:t>
    </dgm:pt>
    <dgm:pt modelId="{D5BC1DEB-4D69-4391-9968-B53A4243B890}" type="sibTrans" cxnId="{F845755F-471B-42B4-AC70-55022ED26E7B}">
      <dgm:prSet/>
      <dgm:spPr/>
      <dgm:t>
        <a:bodyPr/>
        <a:lstStyle/>
        <a:p>
          <a:endParaRPr lang="en-US"/>
        </a:p>
      </dgm:t>
    </dgm:pt>
    <dgm:pt modelId="{5797C436-C3F3-4DC3-AF52-18FDD2B4F752}">
      <dgm:prSet custT="1"/>
      <dgm:spPr/>
      <dgm:t>
        <a:bodyPr/>
        <a:lstStyle/>
        <a:p>
          <a:r>
            <a:rPr lang="en-US" sz="1800" b="1"/>
            <a:t>Value (V):</a:t>
          </a:r>
          <a:r>
            <a:rPr lang="en-US" sz="1800"/>
            <a:t> What information do I hold? (</a:t>
          </a:r>
          <a:r>
            <a:rPr lang="en-US" sz="1800" i="1"/>
            <a:t>"I am the vector representation of 'Animal'."</a:t>
          </a:r>
          <a:r>
            <a:rPr lang="en-US" sz="1800"/>
            <a:t>)</a:t>
          </a:r>
        </a:p>
      </dgm:t>
    </dgm:pt>
    <dgm:pt modelId="{E86C8A52-6F93-46E8-9DAE-9B4605D859B1}" type="parTrans" cxnId="{A3FAA7D1-707A-42A8-ADFD-BC6111CD1AA5}">
      <dgm:prSet/>
      <dgm:spPr/>
      <dgm:t>
        <a:bodyPr/>
        <a:lstStyle/>
        <a:p>
          <a:endParaRPr lang="en-US"/>
        </a:p>
      </dgm:t>
    </dgm:pt>
    <dgm:pt modelId="{944370D2-F8E3-41A4-B590-44C1C9DDDA4C}" type="sibTrans" cxnId="{A3FAA7D1-707A-42A8-ADFD-BC6111CD1AA5}">
      <dgm:prSet/>
      <dgm:spPr/>
      <dgm:t>
        <a:bodyPr/>
        <a:lstStyle/>
        <a:p>
          <a:endParaRPr lang="en-US"/>
        </a:p>
      </dgm:t>
    </dgm:pt>
    <dgm:pt modelId="{60DDF443-A165-4678-A120-73F6BFC804F5}">
      <dgm:prSet/>
      <dgm:spPr/>
      <dgm:t>
        <a:bodyPr/>
        <a:lstStyle/>
        <a:p>
          <a:r>
            <a:rPr lang="en-US" b="1"/>
            <a:t>The Mechanism:</a:t>
          </a:r>
          <a:endParaRPr lang="en-US"/>
        </a:p>
      </dgm:t>
    </dgm:pt>
    <dgm:pt modelId="{412BEC63-EF28-436B-8322-ADF835E87280}" type="parTrans" cxnId="{3BB88878-0405-46C7-8A70-26E6DF297622}">
      <dgm:prSet/>
      <dgm:spPr/>
      <dgm:t>
        <a:bodyPr/>
        <a:lstStyle/>
        <a:p>
          <a:endParaRPr lang="en-US"/>
        </a:p>
      </dgm:t>
    </dgm:pt>
    <dgm:pt modelId="{10201BA2-5AFD-44DD-8628-026BF04DADBF}" type="sibTrans" cxnId="{3BB88878-0405-46C7-8A70-26E6DF297622}">
      <dgm:prSet/>
      <dgm:spPr/>
      <dgm:t>
        <a:bodyPr/>
        <a:lstStyle/>
        <a:p>
          <a:endParaRPr lang="en-US"/>
        </a:p>
      </dgm:t>
    </dgm:pt>
    <dgm:pt modelId="{174945A4-AF86-40EF-A61D-7CEF72473326}">
      <dgm:prSet/>
      <dgm:spPr/>
      <dgm:t>
        <a:bodyPr/>
        <a:lstStyle/>
        <a:p>
          <a:r>
            <a:rPr lang="en-US"/>
            <a:t>We compare the </a:t>
          </a:r>
          <a:r>
            <a:rPr lang="en-US" b="1"/>
            <a:t>Query</a:t>
          </a:r>
          <a:r>
            <a:rPr lang="en-US"/>
            <a:t> of word A with the </a:t>
          </a:r>
          <a:r>
            <a:rPr lang="en-US" b="1"/>
            <a:t>Keys</a:t>
          </a:r>
          <a:r>
            <a:rPr lang="en-US"/>
            <a:t> of every other word.</a:t>
          </a:r>
        </a:p>
      </dgm:t>
    </dgm:pt>
    <dgm:pt modelId="{0D93303C-A337-4CF1-AAE6-F9701F33CC7C}" type="parTrans" cxnId="{649FAF3F-9339-4E29-A772-592850B0E67B}">
      <dgm:prSet/>
      <dgm:spPr/>
      <dgm:t>
        <a:bodyPr/>
        <a:lstStyle/>
        <a:p>
          <a:endParaRPr lang="en-US"/>
        </a:p>
      </dgm:t>
    </dgm:pt>
    <dgm:pt modelId="{F548C426-53B3-461D-9612-4492AE7E45B8}" type="sibTrans" cxnId="{649FAF3F-9339-4E29-A772-592850B0E67B}">
      <dgm:prSet/>
      <dgm:spPr/>
      <dgm:t>
        <a:bodyPr/>
        <a:lstStyle/>
        <a:p>
          <a:endParaRPr lang="en-US"/>
        </a:p>
      </dgm:t>
    </dgm:pt>
    <dgm:pt modelId="{D3F9F134-4359-4CE7-85A6-C00D503D12D0}">
      <dgm:prSet/>
      <dgm:spPr/>
      <dgm:t>
        <a:bodyPr/>
        <a:lstStyle/>
        <a:p>
          <a:r>
            <a:rPr lang="en-US"/>
            <a:t>High match = High Attention Score.</a:t>
          </a:r>
        </a:p>
      </dgm:t>
    </dgm:pt>
    <dgm:pt modelId="{CBAE7FEE-C203-4238-92CA-015623606192}" type="parTrans" cxnId="{81781E7A-3212-4583-BED3-64D10CBFA703}">
      <dgm:prSet/>
      <dgm:spPr/>
      <dgm:t>
        <a:bodyPr/>
        <a:lstStyle/>
        <a:p>
          <a:endParaRPr lang="en-US"/>
        </a:p>
      </dgm:t>
    </dgm:pt>
    <dgm:pt modelId="{0F6276AC-2C68-4FE5-B1D5-B5628A96E4D1}" type="sibTrans" cxnId="{81781E7A-3212-4583-BED3-64D10CBFA703}">
      <dgm:prSet/>
      <dgm:spPr/>
      <dgm:t>
        <a:bodyPr/>
        <a:lstStyle/>
        <a:p>
          <a:endParaRPr lang="en-US"/>
        </a:p>
      </dgm:t>
    </dgm:pt>
    <dgm:pt modelId="{BB357BF3-60CF-4605-90D9-F3AE7E485896}" type="pres">
      <dgm:prSet presAssocID="{3E2807EC-05C4-4B6E-9D43-37FA2A0570D3}" presName="linear" presStyleCnt="0">
        <dgm:presLayoutVars>
          <dgm:dir/>
          <dgm:animLvl val="lvl"/>
          <dgm:resizeHandles val="exact"/>
        </dgm:presLayoutVars>
      </dgm:prSet>
      <dgm:spPr/>
    </dgm:pt>
    <dgm:pt modelId="{8E584F7A-696B-4B1E-8CB4-B15D4B94096D}" type="pres">
      <dgm:prSet presAssocID="{690DA25A-5793-411E-93F4-12B37FB4B03E}" presName="parentLin" presStyleCnt="0"/>
      <dgm:spPr/>
    </dgm:pt>
    <dgm:pt modelId="{3F535A01-7B43-4A90-93E5-4DBFE5834821}" type="pres">
      <dgm:prSet presAssocID="{690DA25A-5793-411E-93F4-12B37FB4B03E}" presName="parentLeftMargin" presStyleLbl="node1" presStyleIdx="0" presStyleCnt="3"/>
      <dgm:spPr/>
    </dgm:pt>
    <dgm:pt modelId="{9AB0E536-0719-4854-B2CC-2F3608D4EF90}" type="pres">
      <dgm:prSet presAssocID="{690DA25A-5793-411E-93F4-12B37FB4B03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005BC2C-5302-454B-9574-5B67EDACA6B7}" type="pres">
      <dgm:prSet presAssocID="{690DA25A-5793-411E-93F4-12B37FB4B03E}" presName="negativeSpace" presStyleCnt="0"/>
      <dgm:spPr/>
    </dgm:pt>
    <dgm:pt modelId="{A83BB8F6-E5CE-4512-93F7-4DC179A71324}" type="pres">
      <dgm:prSet presAssocID="{690DA25A-5793-411E-93F4-12B37FB4B03E}" presName="childText" presStyleLbl="conFgAcc1" presStyleIdx="0" presStyleCnt="3">
        <dgm:presLayoutVars>
          <dgm:bulletEnabled val="1"/>
        </dgm:presLayoutVars>
      </dgm:prSet>
      <dgm:spPr/>
    </dgm:pt>
    <dgm:pt modelId="{672D65E2-20DB-4572-A8D3-05A1ECF0A718}" type="pres">
      <dgm:prSet presAssocID="{692D2F7F-C91F-484B-8921-DBA9E750ABCB}" presName="spaceBetweenRectangles" presStyleCnt="0"/>
      <dgm:spPr/>
    </dgm:pt>
    <dgm:pt modelId="{AC682924-E736-41DD-8AFA-9C546C96F1D9}" type="pres">
      <dgm:prSet presAssocID="{57235017-1ECB-4AE6-B21E-CDFE56C31684}" presName="parentLin" presStyleCnt="0"/>
      <dgm:spPr/>
    </dgm:pt>
    <dgm:pt modelId="{FC27AA34-090A-43D0-8743-2F465C3AC8B5}" type="pres">
      <dgm:prSet presAssocID="{57235017-1ECB-4AE6-B21E-CDFE56C31684}" presName="parentLeftMargin" presStyleLbl="node1" presStyleIdx="0" presStyleCnt="3"/>
      <dgm:spPr/>
    </dgm:pt>
    <dgm:pt modelId="{FF44A97F-FFB2-454D-B451-9070E094E931}" type="pres">
      <dgm:prSet presAssocID="{57235017-1ECB-4AE6-B21E-CDFE56C3168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2ED72D-1834-43FE-9FAF-D89FA404C658}" type="pres">
      <dgm:prSet presAssocID="{57235017-1ECB-4AE6-B21E-CDFE56C31684}" presName="negativeSpace" presStyleCnt="0"/>
      <dgm:spPr/>
    </dgm:pt>
    <dgm:pt modelId="{3DADB20D-CDC9-4F7C-821C-814E29D51717}" type="pres">
      <dgm:prSet presAssocID="{57235017-1ECB-4AE6-B21E-CDFE56C31684}" presName="childText" presStyleLbl="conFgAcc1" presStyleIdx="1" presStyleCnt="3">
        <dgm:presLayoutVars>
          <dgm:bulletEnabled val="1"/>
        </dgm:presLayoutVars>
      </dgm:prSet>
      <dgm:spPr/>
    </dgm:pt>
    <dgm:pt modelId="{52D64FED-5A62-47AA-9CDD-01279DDB107F}" type="pres">
      <dgm:prSet presAssocID="{96C5E59E-FABF-42E2-89AC-17ECF4689C4C}" presName="spaceBetweenRectangles" presStyleCnt="0"/>
      <dgm:spPr/>
    </dgm:pt>
    <dgm:pt modelId="{886BC0C6-DE13-4A23-81ED-67D656ED7C86}" type="pres">
      <dgm:prSet presAssocID="{60DDF443-A165-4678-A120-73F6BFC804F5}" presName="parentLin" presStyleCnt="0"/>
      <dgm:spPr/>
    </dgm:pt>
    <dgm:pt modelId="{AC1879B6-944D-4B17-A9B0-C3217E347E39}" type="pres">
      <dgm:prSet presAssocID="{60DDF443-A165-4678-A120-73F6BFC804F5}" presName="parentLeftMargin" presStyleLbl="node1" presStyleIdx="1" presStyleCnt="3"/>
      <dgm:spPr/>
    </dgm:pt>
    <dgm:pt modelId="{2BD0A771-DDD6-4BB4-A56A-B6933F8B85BF}" type="pres">
      <dgm:prSet presAssocID="{60DDF443-A165-4678-A120-73F6BFC804F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EEDADC1-CFD6-45F6-B3A6-FAE61902094A}" type="pres">
      <dgm:prSet presAssocID="{60DDF443-A165-4678-A120-73F6BFC804F5}" presName="negativeSpace" presStyleCnt="0"/>
      <dgm:spPr/>
    </dgm:pt>
    <dgm:pt modelId="{D639FFFC-2D74-41DA-9815-AAD3009FB7D6}" type="pres">
      <dgm:prSet presAssocID="{60DDF443-A165-4678-A120-73F6BFC804F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C11A114-2510-4C0C-A23F-E4F5039181C2}" srcId="{3E2807EC-05C4-4B6E-9D43-37FA2A0570D3}" destId="{57235017-1ECB-4AE6-B21E-CDFE56C31684}" srcOrd="1" destOrd="0" parTransId="{39AA0F42-E86A-49E9-88D7-7C76072F66EB}" sibTransId="{96C5E59E-FABF-42E2-89AC-17ECF4689C4C}"/>
    <dgm:cxn modelId="{70AA6117-46A9-4F41-A8E1-E3A43E7A90A5}" type="presOf" srcId="{B0777639-45A6-411C-AE68-15CB646D9EEF}" destId="{3DADB20D-CDC9-4F7C-821C-814E29D51717}" srcOrd="0" destOrd="1" presId="urn:microsoft.com/office/officeart/2005/8/layout/list1"/>
    <dgm:cxn modelId="{4EBB741F-4FFB-424F-8CD9-4986B8CBC25E}" type="presOf" srcId="{690DA25A-5793-411E-93F4-12B37FB4B03E}" destId="{9AB0E536-0719-4854-B2CC-2F3608D4EF90}" srcOrd="1" destOrd="0" presId="urn:microsoft.com/office/officeart/2005/8/layout/list1"/>
    <dgm:cxn modelId="{9894A63E-963E-4E70-BE91-D61B55F983D6}" srcId="{3E2807EC-05C4-4B6E-9D43-37FA2A0570D3}" destId="{690DA25A-5793-411E-93F4-12B37FB4B03E}" srcOrd="0" destOrd="0" parTransId="{AD7A8164-3972-44E7-84F5-6D1D1EB962E4}" sibTransId="{692D2F7F-C91F-484B-8921-DBA9E750ABCB}"/>
    <dgm:cxn modelId="{649FAF3F-9339-4E29-A772-592850B0E67B}" srcId="{60DDF443-A165-4678-A120-73F6BFC804F5}" destId="{174945A4-AF86-40EF-A61D-7CEF72473326}" srcOrd="0" destOrd="0" parTransId="{0D93303C-A337-4CF1-AAE6-F9701F33CC7C}" sibTransId="{F548C426-53B3-461D-9612-4492AE7E45B8}"/>
    <dgm:cxn modelId="{F845755F-471B-42B4-AC70-55022ED26E7B}" srcId="{57235017-1ECB-4AE6-B21E-CDFE56C31684}" destId="{B0777639-45A6-411C-AE68-15CB646D9EEF}" srcOrd="1" destOrd="0" parTransId="{AC0F19D3-017B-4CBB-92E0-2C566C316E29}" sibTransId="{D5BC1DEB-4D69-4391-9968-B53A4243B890}"/>
    <dgm:cxn modelId="{4C721242-A126-49FF-9DCC-CCC1B0A99A05}" type="presOf" srcId="{60DDF443-A165-4678-A120-73F6BFC804F5}" destId="{2BD0A771-DDD6-4BB4-A56A-B6933F8B85BF}" srcOrd="1" destOrd="0" presId="urn:microsoft.com/office/officeart/2005/8/layout/list1"/>
    <dgm:cxn modelId="{B51C966A-0A72-45E1-A0A5-B63665D45F06}" type="presOf" srcId="{57235017-1ECB-4AE6-B21E-CDFE56C31684}" destId="{FF44A97F-FFB2-454D-B451-9070E094E931}" srcOrd="1" destOrd="0" presId="urn:microsoft.com/office/officeart/2005/8/layout/list1"/>
    <dgm:cxn modelId="{D685D375-92EC-4632-BC13-F58C03101C2F}" type="presOf" srcId="{57235017-1ECB-4AE6-B21E-CDFE56C31684}" destId="{FC27AA34-090A-43D0-8743-2F465C3AC8B5}" srcOrd="0" destOrd="0" presId="urn:microsoft.com/office/officeart/2005/8/layout/list1"/>
    <dgm:cxn modelId="{3BB88878-0405-46C7-8A70-26E6DF297622}" srcId="{3E2807EC-05C4-4B6E-9D43-37FA2A0570D3}" destId="{60DDF443-A165-4678-A120-73F6BFC804F5}" srcOrd="2" destOrd="0" parTransId="{412BEC63-EF28-436B-8322-ADF835E87280}" sibTransId="{10201BA2-5AFD-44DD-8628-026BF04DADBF}"/>
    <dgm:cxn modelId="{81781E7A-3212-4583-BED3-64D10CBFA703}" srcId="{60DDF443-A165-4678-A120-73F6BFC804F5}" destId="{D3F9F134-4359-4CE7-85A6-C00D503D12D0}" srcOrd="1" destOrd="0" parTransId="{CBAE7FEE-C203-4238-92CA-015623606192}" sibTransId="{0F6276AC-2C68-4FE5-B1D5-B5628A96E4D1}"/>
    <dgm:cxn modelId="{6A282B81-6FB1-4EE2-A977-2D7FA882FC9C}" type="presOf" srcId="{5797C436-C3F3-4DC3-AF52-18FDD2B4F752}" destId="{3DADB20D-CDC9-4F7C-821C-814E29D51717}" srcOrd="0" destOrd="2" presId="urn:microsoft.com/office/officeart/2005/8/layout/list1"/>
    <dgm:cxn modelId="{8E3DA799-9B66-40FA-AF73-913DFE92BB32}" type="presOf" srcId="{690DA25A-5793-411E-93F4-12B37FB4B03E}" destId="{3F535A01-7B43-4A90-93E5-4DBFE5834821}" srcOrd="0" destOrd="0" presId="urn:microsoft.com/office/officeart/2005/8/layout/list1"/>
    <dgm:cxn modelId="{A56416A5-E182-4F2C-A235-E63F4CE328D1}" type="presOf" srcId="{77CFF8ED-6234-425B-81A8-5AC77A000725}" destId="{3DADB20D-CDC9-4F7C-821C-814E29D51717}" srcOrd="0" destOrd="0" presId="urn:microsoft.com/office/officeart/2005/8/layout/list1"/>
    <dgm:cxn modelId="{4AA9C7B6-BFAD-4B14-87D7-D4E4F23592A8}" type="presOf" srcId="{3E2807EC-05C4-4B6E-9D43-37FA2A0570D3}" destId="{BB357BF3-60CF-4605-90D9-F3AE7E485896}" srcOrd="0" destOrd="0" presId="urn:microsoft.com/office/officeart/2005/8/layout/list1"/>
    <dgm:cxn modelId="{FD1284C2-7464-4D9B-ABDE-1A122BA3E818}" srcId="{57235017-1ECB-4AE6-B21E-CDFE56C31684}" destId="{77CFF8ED-6234-425B-81A8-5AC77A000725}" srcOrd="0" destOrd="0" parTransId="{B85236F3-2F82-4CD0-B357-D7DECCAE07C5}" sibTransId="{B224EC6E-07B4-4CA6-B795-156645AB0B0C}"/>
    <dgm:cxn modelId="{A3FAA7D1-707A-42A8-ADFD-BC6111CD1AA5}" srcId="{57235017-1ECB-4AE6-B21E-CDFE56C31684}" destId="{5797C436-C3F3-4DC3-AF52-18FDD2B4F752}" srcOrd="2" destOrd="0" parTransId="{E86C8A52-6F93-46E8-9DAE-9B4605D859B1}" sibTransId="{944370D2-F8E3-41A4-B590-44C1C9DDDA4C}"/>
    <dgm:cxn modelId="{052A38D3-3E21-47D9-947D-0FAAC960EBC8}" type="presOf" srcId="{174945A4-AF86-40EF-A61D-7CEF72473326}" destId="{D639FFFC-2D74-41DA-9815-AAD3009FB7D6}" srcOrd="0" destOrd="0" presId="urn:microsoft.com/office/officeart/2005/8/layout/list1"/>
    <dgm:cxn modelId="{93F173D7-7788-4F86-9FA3-D32B3A81FF0C}" type="presOf" srcId="{60DDF443-A165-4678-A120-73F6BFC804F5}" destId="{AC1879B6-944D-4B17-A9B0-C3217E347E39}" srcOrd="0" destOrd="0" presId="urn:microsoft.com/office/officeart/2005/8/layout/list1"/>
    <dgm:cxn modelId="{A32449FD-5327-4D93-B4EE-086CB3852681}" type="presOf" srcId="{D3F9F134-4359-4CE7-85A6-C00D503D12D0}" destId="{D639FFFC-2D74-41DA-9815-AAD3009FB7D6}" srcOrd="0" destOrd="1" presId="urn:microsoft.com/office/officeart/2005/8/layout/list1"/>
    <dgm:cxn modelId="{B4DDF235-D194-41FA-A8BE-567537FE135C}" type="presParOf" srcId="{BB357BF3-60CF-4605-90D9-F3AE7E485896}" destId="{8E584F7A-696B-4B1E-8CB4-B15D4B94096D}" srcOrd="0" destOrd="0" presId="urn:microsoft.com/office/officeart/2005/8/layout/list1"/>
    <dgm:cxn modelId="{74B2133A-4A10-4700-8CD4-82EDC7021C17}" type="presParOf" srcId="{8E584F7A-696B-4B1E-8CB4-B15D4B94096D}" destId="{3F535A01-7B43-4A90-93E5-4DBFE5834821}" srcOrd="0" destOrd="0" presId="urn:microsoft.com/office/officeart/2005/8/layout/list1"/>
    <dgm:cxn modelId="{F5BF49FE-137D-4881-8064-BFB7E57F9863}" type="presParOf" srcId="{8E584F7A-696B-4B1E-8CB4-B15D4B94096D}" destId="{9AB0E536-0719-4854-B2CC-2F3608D4EF90}" srcOrd="1" destOrd="0" presId="urn:microsoft.com/office/officeart/2005/8/layout/list1"/>
    <dgm:cxn modelId="{DDB264F8-70DD-41E2-9517-75F3F2B7708A}" type="presParOf" srcId="{BB357BF3-60CF-4605-90D9-F3AE7E485896}" destId="{3005BC2C-5302-454B-9574-5B67EDACA6B7}" srcOrd="1" destOrd="0" presId="urn:microsoft.com/office/officeart/2005/8/layout/list1"/>
    <dgm:cxn modelId="{815ED56D-6C0D-45BF-AF79-5C61D7157E55}" type="presParOf" srcId="{BB357BF3-60CF-4605-90D9-F3AE7E485896}" destId="{A83BB8F6-E5CE-4512-93F7-4DC179A71324}" srcOrd="2" destOrd="0" presId="urn:microsoft.com/office/officeart/2005/8/layout/list1"/>
    <dgm:cxn modelId="{35A6D9FC-5258-4C04-9512-AEB65D7A77CA}" type="presParOf" srcId="{BB357BF3-60CF-4605-90D9-F3AE7E485896}" destId="{672D65E2-20DB-4572-A8D3-05A1ECF0A718}" srcOrd="3" destOrd="0" presId="urn:microsoft.com/office/officeart/2005/8/layout/list1"/>
    <dgm:cxn modelId="{73ED4170-7EA4-4D6B-BD7B-99EC5DF80900}" type="presParOf" srcId="{BB357BF3-60CF-4605-90D9-F3AE7E485896}" destId="{AC682924-E736-41DD-8AFA-9C546C96F1D9}" srcOrd="4" destOrd="0" presId="urn:microsoft.com/office/officeart/2005/8/layout/list1"/>
    <dgm:cxn modelId="{D5658E3B-FFB5-4788-B26D-CF7987964EE5}" type="presParOf" srcId="{AC682924-E736-41DD-8AFA-9C546C96F1D9}" destId="{FC27AA34-090A-43D0-8743-2F465C3AC8B5}" srcOrd="0" destOrd="0" presId="urn:microsoft.com/office/officeart/2005/8/layout/list1"/>
    <dgm:cxn modelId="{34B94DB7-5BCC-42DC-A8E2-E2D3DB138DCB}" type="presParOf" srcId="{AC682924-E736-41DD-8AFA-9C546C96F1D9}" destId="{FF44A97F-FFB2-454D-B451-9070E094E931}" srcOrd="1" destOrd="0" presId="urn:microsoft.com/office/officeart/2005/8/layout/list1"/>
    <dgm:cxn modelId="{5369FC76-9E5C-4328-AF69-BA554E6ADFF2}" type="presParOf" srcId="{BB357BF3-60CF-4605-90D9-F3AE7E485896}" destId="{012ED72D-1834-43FE-9FAF-D89FA404C658}" srcOrd="5" destOrd="0" presId="urn:microsoft.com/office/officeart/2005/8/layout/list1"/>
    <dgm:cxn modelId="{41D41CB8-FFB4-467E-866D-8A481F786759}" type="presParOf" srcId="{BB357BF3-60CF-4605-90D9-F3AE7E485896}" destId="{3DADB20D-CDC9-4F7C-821C-814E29D51717}" srcOrd="6" destOrd="0" presId="urn:microsoft.com/office/officeart/2005/8/layout/list1"/>
    <dgm:cxn modelId="{B10AD873-EC79-46D8-9123-76B60A2FE10A}" type="presParOf" srcId="{BB357BF3-60CF-4605-90D9-F3AE7E485896}" destId="{52D64FED-5A62-47AA-9CDD-01279DDB107F}" srcOrd="7" destOrd="0" presId="urn:microsoft.com/office/officeart/2005/8/layout/list1"/>
    <dgm:cxn modelId="{567C8A28-4DF3-4C01-A80F-5E8DB213608A}" type="presParOf" srcId="{BB357BF3-60CF-4605-90D9-F3AE7E485896}" destId="{886BC0C6-DE13-4A23-81ED-67D656ED7C86}" srcOrd="8" destOrd="0" presId="urn:microsoft.com/office/officeart/2005/8/layout/list1"/>
    <dgm:cxn modelId="{094FE81F-0A07-4DD6-B87E-B5BE3A1D8CE0}" type="presParOf" srcId="{886BC0C6-DE13-4A23-81ED-67D656ED7C86}" destId="{AC1879B6-944D-4B17-A9B0-C3217E347E39}" srcOrd="0" destOrd="0" presId="urn:microsoft.com/office/officeart/2005/8/layout/list1"/>
    <dgm:cxn modelId="{8B072CC4-DDCB-48C9-98AC-CEE6BE79297D}" type="presParOf" srcId="{886BC0C6-DE13-4A23-81ED-67D656ED7C86}" destId="{2BD0A771-DDD6-4BB4-A56A-B6933F8B85BF}" srcOrd="1" destOrd="0" presId="urn:microsoft.com/office/officeart/2005/8/layout/list1"/>
    <dgm:cxn modelId="{FD372C44-16E7-4525-8C78-62675F4EAB7D}" type="presParOf" srcId="{BB357BF3-60CF-4605-90D9-F3AE7E485896}" destId="{AEEDADC1-CFD6-45F6-B3A6-FAE61902094A}" srcOrd="9" destOrd="0" presId="urn:microsoft.com/office/officeart/2005/8/layout/list1"/>
    <dgm:cxn modelId="{0799D9CF-2C50-47D2-B66A-1DDD34766C3E}" type="presParOf" srcId="{BB357BF3-60CF-4605-90D9-F3AE7E485896}" destId="{D639FFFC-2D74-41DA-9815-AAD3009FB7D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9A6BE7-78F0-4E23-9810-F28BC38EE1F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53A3BA-DDE4-44BC-84EB-47903405EFA1}">
      <dgm:prSet/>
      <dgm:spPr/>
      <dgm:t>
        <a:bodyPr/>
        <a:lstStyle/>
        <a:p>
          <a:r>
            <a:rPr lang="en-US" b="1"/>
            <a:t>Scenario:</a:t>
          </a:r>
          <a:r>
            <a:rPr lang="en-US"/>
            <a:t> You are at a noisy party.</a:t>
          </a:r>
        </a:p>
      </dgm:t>
    </dgm:pt>
    <dgm:pt modelId="{BBB60201-64CD-4375-BDAC-F0207C92F633}" type="parTrans" cxnId="{19DBAF44-407D-400B-97CB-37F3BE73C9E1}">
      <dgm:prSet/>
      <dgm:spPr/>
      <dgm:t>
        <a:bodyPr/>
        <a:lstStyle/>
        <a:p>
          <a:endParaRPr lang="en-US"/>
        </a:p>
      </dgm:t>
    </dgm:pt>
    <dgm:pt modelId="{B6260FE8-1FA0-4B57-8517-540E7EB9053F}" type="sibTrans" cxnId="{19DBAF44-407D-400B-97CB-37F3BE73C9E1}">
      <dgm:prSet/>
      <dgm:spPr/>
      <dgm:t>
        <a:bodyPr/>
        <a:lstStyle/>
        <a:p>
          <a:endParaRPr lang="en-US"/>
        </a:p>
      </dgm:t>
    </dgm:pt>
    <dgm:pt modelId="{5D147511-9366-4278-92D6-921ECFA519DD}">
      <dgm:prSet/>
      <dgm:spPr/>
      <dgm:t>
        <a:bodyPr/>
        <a:lstStyle/>
        <a:p>
          <a:r>
            <a:rPr lang="en-US" b="1"/>
            <a:t>Q (Your Focus):</a:t>
          </a:r>
          <a:r>
            <a:rPr lang="en-US"/>
            <a:t> You are listening for your name or a specific topic (e.g., "Robotics").</a:t>
          </a:r>
        </a:p>
      </dgm:t>
    </dgm:pt>
    <dgm:pt modelId="{BB6432C6-F284-4CE7-9036-0F5B6C2375F4}" type="parTrans" cxnId="{EFDE9000-3573-4737-922B-9112028ED64C}">
      <dgm:prSet/>
      <dgm:spPr/>
      <dgm:t>
        <a:bodyPr/>
        <a:lstStyle/>
        <a:p>
          <a:endParaRPr lang="en-US"/>
        </a:p>
      </dgm:t>
    </dgm:pt>
    <dgm:pt modelId="{E471CB36-3807-43C0-95E0-32C060E60AC1}" type="sibTrans" cxnId="{EFDE9000-3573-4737-922B-9112028ED64C}">
      <dgm:prSet/>
      <dgm:spPr/>
      <dgm:t>
        <a:bodyPr/>
        <a:lstStyle/>
        <a:p>
          <a:endParaRPr lang="en-US"/>
        </a:p>
      </dgm:t>
    </dgm:pt>
    <dgm:pt modelId="{5A826C29-057D-4550-BA9C-37A081C66CDE}">
      <dgm:prSet/>
      <dgm:spPr/>
      <dgm:t>
        <a:bodyPr/>
        <a:lstStyle/>
        <a:p>
          <a:r>
            <a:rPr lang="en-US" b="1"/>
            <a:t>K (Voices):</a:t>
          </a:r>
          <a:r>
            <a:rPr lang="en-US"/>
            <a:t> Everyone else speaking acts as a "Key".</a:t>
          </a:r>
        </a:p>
      </dgm:t>
    </dgm:pt>
    <dgm:pt modelId="{E1A64644-0911-4279-A832-576DCD074E31}" type="parTrans" cxnId="{6F3A06A9-9452-44E9-AAF5-E4AAA0B439A3}">
      <dgm:prSet/>
      <dgm:spPr/>
      <dgm:t>
        <a:bodyPr/>
        <a:lstStyle/>
        <a:p>
          <a:endParaRPr lang="en-US"/>
        </a:p>
      </dgm:t>
    </dgm:pt>
    <dgm:pt modelId="{DA1A39D4-5175-4F84-A17B-2A982D29C8A0}" type="sibTrans" cxnId="{6F3A06A9-9452-44E9-AAF5-E4AAA0B439A3}">
      <dgm:prSet/>
      <dgm:spPr/>
      <dgm:t>
        <a:bodyPr/>
        <a:lstStyle/>
        <a:p>
          <a:endParaRPr lang="en-US"/>
        </a:p>
      </dgm:t>
    </dgm:pt>
    <dgm:pt modelId="{72F63171-68F6-40AB-A421-74D9D9B9CAA2}">
      <dgm:prSet/>
      <dgm:spPr/>
      <dgm:t>
        <a:bodyPr/>
        <a:lstStyle/>
        <a:p>
          <a:r>
            <a:rPr lang="en-US" b="1"/>
            <a:t>Score:</a:t>
          </a:r>
          <a:r>
            <a:rPr lang="en-US"/>
            <a:t> When someone says "Robotics" (High match between Q and K), you "attend" to them.</a:t>
          </a:r>
        </a:p>
      </dgm:t>
    </dgm:pt>
    <dgm:pt modelId="{F7DBF6AC-D282-46BE-A068-A7DFBBA1E582}" type="parTrans" cxnId="{CC22DC61-E527-460C-AC63-A4FBB86805C2}">
      <dgm:prSet/>
      <dgm:spPr/>
      <dgm:t>
        <a:bodyPr/>
        <a:lstStyle/>
        <a:p>
          <a:endParaRPr lang="en-US"/>
        </a:p>
      </dgm:t>
    </dgm:pt>
    <dgm:pt modelId="{37284905-ED99-4BF7-B344-949FFA9D080A}" type="sibTrans" cxnId="{CC22DC61-E527-460C-AC63-A4FBB86805C2}">
      <dgm:prSet/>
      <dgm:spPr/>
      <dgm:t>
        <a:bodyPr/>
        <a:lstStyle/>
        <a:p>
          <a:endParaRPr lang="en-US"/>
        </a:p>
      </dgm:t>
    </dgm:pt>
    <dgm:pt modelId="{CE633C7F-CAAE-4209-BAE7-A8651D9702C0}">
      <dgm:prSet/>
      <dgm:spPr/>
      <dgm:t>
        <a:bodyPr/>
        <a:lstStyle/>
        <a:p>
          <a:r>
            <a:rPr lang="en-US" b="1"/>
            <a:t>V (Content):</a:t>
          </a:r>
          <a:r>
            <a:rPr lang="en-US"/>
            <a:t> You absorb the information they are saying.</a:t>
          </a:r>
        </a:p>
      </dgm:t>
    </dgm:pt>
    <dgm:pt modelId="{53854210-F84A-426D-89ED-4BCA0E8869DA}" type="parTrans" cxnId="{5E843FC3-4AF4-483E-8B77-0A3449359E54}">
      <dgm:prSet/>
      <dgm:spPr/>
      <dgm:t>
        <a:bodyPr/>
        <a:lstStyle/>
        <a:p>
          <a:endParaRPr lang="en-US"/>
        </a:p>
      </dgm:t>
    </dgm:pt>
    <dgm:pt modelId="{E20C89FA-969F-4761-86AB-44BE1C325B5B}" type="sibTrans" cxnId="{5E843FC3-4AF4-483E-8B77-0A3449359E54}">
      <dgm:prSet/>
      <dgm:spPr/>
      <dgm:t>
        <a:bodyPr/>
        <a:lstStyle/>
        <a:p>
          <a:endParaRPr lang="en-US"/>
        </a:p>
      </dgm:t>
    </dgm:pt>
    <dgm:pt modelId="{FE066696-E686-41D7-9B09-27F719EF1645}" type="pres">
      <dgm:prSet presAssocID="{E19A6BE7-78F0-4E23-9810-F28BC38EE1FB}" presName="vert0" presStyleCnt="0">
        <dgm:presLayoutVars>
          <dgm:dir/>
          <dgm:animOne val="branch"/>
          <dgm:animLvl val="lvl"/>
        </dgm:presLayoutVars>
      </dgm:prSet>
      <dgm:spPr/>
    </dgm:pt>
    <dgm:pt modelId="{9264C9C6-F416-4797-9AD6-C84103D2DFBA}" type="pres">
      <dgm:prSet presAssocID="{1F53A3BA-DDE4-44BC-84EB-47903405EFA1}" presName="thickLine" presStyleLbl="alignNode1" presStyleIdx="0" presStyleCnt="5"/>
      <dgm:spPr/>
    </dgm:pt>
    <dgm:pt modelId="{FA1B7C05-F733-4E5A-AFDC-01FC0EF83AA2}" type="pres">
      <dgm:prSet presAssocID="{1F53A3BA-DDE4-44BC-84EB-47903405EFA1}" presName="horz1" presStyleCnt="0"/>
      <dgm:spPr/>
    </dgm:pt>
    <dgm:pt modelId="{713E6CB8-AF29-4F89-A953-CAE0B12F90CB}" type="pres">
      <dgm:prSet presAssocID="{1F53A3BA-DDE4-44BC-84EB-47903405EFA1}" presName="tx1" presStyleLbl="revTx" presStyleIdx="0" presStyleCnt="5"/>
      <dgm:spPr/>
    </dgm:pt>
    <dgm:pt modelId="{9A98A98A-5D54-41B0-BD34-5FE4048E79A1}" type="pres">
      <dgm:prSet presAssocID="{1F53A3BA-DDE4-44BC-84EB-47903405EFA1}" presName="vert1" presStyleCnt="0"/>
      <dgm:spPr/>
    </dgm:pt>
    <dgm:pt modelId="{AFB909A4-15DD-4649-9F0D-A9BCC134E64F}" type="pres">
      <dgm:prSet presAssocID="{5D147511-9366-4278-92D6-921ECFA519DD}" presName="thickLine" presStyleLbl="alignNode1" presStyleIdx="1" presStyleCnt="5"/>
      <dgm:spPr/>
    </dgm:pt>
    <dgm:pt modelId="{EEAA7423-82BA-42BF-B7EA-43A32F35CC4D}" type="pres">
      <dgm:prSet presAssocID="{5D147511-9366-4278-92D6-921ECFA519DD}" presName="horz1" presStyleCnt="0"/>
      <dgm:spPr/>
    </dgm:pt>
    <dgm:pt modelId="{2E3DA8C7-CCA5-4942-850C-36042DDAB038}" type="pres">
      <dgm:prSet presAssocID="{5D147511-9366-4278-92D6-921ECFA519DD}" presName="tx1" presStyleLbl="revTx" presStyleIdx="1" presStyleCnt="5"/>
      <dgm:spPr/>
    </dgm:pt>
    <dgm:pt modelId="{E5D09ADB-3724-43BC-8D3E-9A46C8E285FE}" type="pres">
      <dgm:prSet presAssocID="{5D147511-9366-4278-92D6-921ECFA519DD}" presName="vert1" presStyleCnt="0"/>
      <dgm:spPr/>
    </dgm:pt>
    <dgm:pt modelId="{D2B99ACA-599A-4135-A729-A1374C65139A}" type="pres">
      <dgm:prSet presAssocID="{5A826C29-057D-4550-BA9C-37A081C66CDE}" presName="thickLine" presStyleLbl="alignNode1" presStyleIdx="2" presStyleCnt="5"/>
      <dgm:spPr/>
    </dgm:pt>
    <dgm:pt modelId="{6FC0E6A2-4FAF-48E2-9337-97925B827B1A}" type="pres">
      <dgm:prSet presAssocID="{5A826C29-057D-4550-BA9C-37A081C66CDE}" presName="horz1" presStyleCnt="0"/>
      <dgm:spPr/>
    </dgm:pt>
    <dgm:pt modelId="{7C963663-BF56-4DF1-B38B-16FCC0B26588}" type="pres">
      <dgm:prSet presAssocID="{5A826C29-057D-4550-BA9C-37A081C66CDE}" presName="tx1" presStyleLbl="revTx" presStyleIdx="2" presStyleCnt="5"/>
      <dgm:spPr/>
    </dgm:pt>
    <dgm:pt modelId="{60C07803-947E-442B-9772-596F672179ED}" type="pres">
      <dgm:prSet presAssocID="{5A826C29-057D-4550-BA9C-37A081C66CDE}" presName="vert1" presStyleCnt="0"/>
      <dgm:spPr/>
    </dgm:pt>
    <dgm:pt modelId="{775FDBB5-DB03-43ED-985F-64DC0E248375}" type="pres">
      <dgm:prSet presAssocID="{72F63171-68F6-40AB-A421-74D9D9B9CAA2}" presName="thickLine" presStyleLbl="alignNode1" presStyleIdx="3" presStyleCnt="5"/>
      <dgm:spPr/>
    </dgm:pt>
    <dgm:pt modelId="{4068755C-C687-49A4-82D6-BC96F3C44E4D}" type="pres">
      <dgm:prSet presAssocID="{72F63171-68F6-40AB-A421-74D9D9B9CAA2}" presName="horz1" presStyleCnt="0"/>
      <dgm:spPr/>
    </dgm:pt>
    <dgm:pt modelId="{D86B09C6-00B7-4B11-A278-AC4DC002F9A0}" type="pres">
      <dgm:prSet presAssocID="{72F63171-68F6-40AB-A421-74D9D9B9CAA2}" presName="tx1" presStyleLbl="revTx" presStyleIdx="3" presStyleCnt="5"/>
      <dgm:spPr/>
    </dgm:pt>
    <dgm:pt modelId="{8764D7C9-4673-41E0-8E77-F0118230DCA2}" type="pres">
      <dgm:prSet presAssocID="{72F63171-68F6-40AB-A421-74D9D9B9CAA2}" presName="vert1" presStyleCnt="0"/>
      <dgm:spPr/>
    </dgm:pt>
    <dgm:pt modelId="{A56E9DA8-8E80-4250-9BC2-B2DFBD6E0AA0}" type="pres">
      <dgm:prSet presAssocID="{CE633C7F-CAAE-4209-BAE7-A8651D9702C0}" presName="thickLine" presStyleLbl="alignNode1" presStyleIdx="4" presStyleCnt="5"/>
      <dgm:spPr/>
    </dgm:pt>
    <dgm:pt modelId="{C6A1E80F-0BFA-427C-A0A3-68F7B21FC753}" type="pres">
      <dgm:prSet presAssocID="{CE633C7F-CAAE-4209-BAE7-A8651D9702C0}" presName="horz1" presStyleCnt="0"/>
      <dgm:spPr/>
    </dgm:pt>
    <dgm:pt modelId="{A8E56949-A066-46F3-A3BE-1C4B264886EE}" type="pres">
      <dgm:prSet presAssocID="{CE633C7F-CAAE-4209-BAE7-A8651D9702C0}" presName="tx1" presStyleLbl="revTx" presStyleIdx="4" presStyleCnt="5"/>
      <dgm:spPr/>
    </dgm:pt>
    <dgm:pt modelId="{4F077DC2-733F-4A49-9DAF-DC506F4A6C53}" type="pres">
      <dgm:prSet presAssocID="{CE633C7F-CAAE-4209-BAE7-A8651D9702C0}" presName="vert1" presStyleCnt="0"/>
      <dgm:spPr/>
    </dgm:pt>
  </dgm:ptLst>
  <dgm:cxnLst>
    <dgm:cxn modelId="{EFDE9000-3573-4737-922B-9112028ED64C}" srcId="{E19A6BE7-78F0-4E23-9810-F28BC38EE1FB}" destId="{5D147511-9366-4278-92D6-921ECFA519DD}" srcOrd="1" destOrd="0" parTransId="{BB6432C6-F284-4CE7-9036-0F5B6C2375F4}" sibTransId="{E471CB36-3807-43C0-95E0-32C060E60AC1}"/>
    <dgm:cxn modelId="{9793E60C-B4E9-4666-9099-3869A2B45186}" type="presOf" srcId="{5A826C29-057D-4550-BA9C-37A081C66CDE}" destId="{7C963663-BF56-4DF1-B38B-16FCC0B26588}" srcOrd="0" destOrd="0" presId="urn:microsoft.com/office/officeart/2008/layout/LinedList"/>
    <dgm:cxn modelId="{06641111-C165-43AC-AA74-1878FE226E6E}" type="presOf" srcId="{72F63171-68F6-40AB-A421-74D9D9B9CAA2}" destId="{D86B09C6-00B7-4B11-A278-AC4DC002F9A0}" srcOrd="0" destOrd="0" presId="urn:microsoft.com/office/officeart/2008/layout/LinedList"/>
    <dgm:cxn modelId="{EA8E3A16-8E9D-417E-96CD-684F5AA62DF6}" type="presOf" srcId="{1F53A3BA-DDE4-44BC-84EB-47903405EFA1}" destId="{713E6CB8-AF29-4F89-A953-CAE0B12F90CB}" srcOrd="0" destOrd="0" presId="urn:microsoft.com/office/officeart/2008/layout/LinedList"/>
    <dgm:cxn modelId="{CC22DC61-E527-460C-AC63-A4FBB86805C2}" srcId="{E19A6BE7-78F0-4E23-9810-F28BC38EE1FB}" destId="{72F63171-68F6-40AB-A421-74D9D9B9CAA2}" srcOrd="3" destOrd="0" parTransId="{F7DBF6AC-D282-46BE-A068-A7DFBBA1E582}" sibTransId="{37284905-ED99-4BF7-B344-949FFA9D080A}"/>
    <dgm:cxn modelId="{19DBAF44-407D-400B-97CB-37F3BE73C9E1}" srcId="{E19A6BE7-78F0-4E23-9810-F28BC38EE1FB}" destId="{1F53A3BA-DDE4-44BC-84EB-47903405EFA1}" srcOrd="0" destOrd="0" parTransId="{BBB60201-64CD-4375-BDAC-F0207C92F633}" sibTransId="{B6260FE8-1FA0-4B57-8517-540E7EB9053F}"/>
    <dgm:cxn modelId="{E5F46946-0069-471B-BEC8-66947BD53124}" type="presOf" srcId="{CE633C7F-CAAE-4209-BAE7-A8651D9702C0}" destId="{A8E56949-A066-46F3-A3BE-1C4B264886EE}" srcOrd="0" destOrd="0" presId="urn:microsoft.com/office/officeart/2008/layout/LinedList"/>
    <dgm:cxn modelId="{8E31F485-F879-4486-9E62-E2586D795210}" type="presOf" srcId="{5D147511-9366-4278-92D6-921ECFA519DD}" destId="{2E3DA8C7-CCA5-4942-850C-36042DDAB038}" srcOrd="0" destOrd="0" presId="urn:microsoft.com/office/officeart/2008/layout/LinedList"/>
    <dgm:cxn modelId="{60975B90-41DE-40A4-B491-F274116BCEAF}" type="presOf" srcId="{E19A6BE7-78F0-4E23-9810-F28BC38EE1FB}" destId="{FE066696-E686-41D7-9B09-27F719EF1645}" srcOrd="0" destOrd="0" presId="urn:microsoft.com/office/officeart/2008/layout/LinedList"/>
    <dgm:cxn modelId="{6F3A06A9-9452-44E9-AAF5-E4AAA0B439A3}" srcId="{E19A6BE7-78F0-4E23-9810-F28BC38EE1FB}" destId="{5A826C29-057D-4550-BA9C-37A081C66CDE}" srcOrd="2" destOrd="0" parTransId="{E1A64644-0911-4279-A832-576DCD074E31}" sibTransId="{DA1A39D4-5175-4F84-A17B-2A982D29C8A0}"/>
    <dgm:cxn modelId="{5E843FC3-4AF4-483E-8B77-0A3449359E54}" srcId="{E19A6BE7-78F0-4E23-9810-F28BC38EE1FB}" destId="{CE633C7F-CAAE-4209-BAE7-A8651D9702C0}" srcOrd="4" destOrd="0" parTransId="{53854210-F84A-426D-89ED-4BCA0E8869DA}" sibTransId="{E20C89FA-969F-4761-86AB-44BE1C325B5B}"/>
    <dgm:cxn modelId="{7FECA840-2994-4B38-825C-B53884D1D9B3}" type="presParOf" srcId="{FE066696-E686-41D7-9B09-27F719EF1645}" destId="{9264C9C6-F416-4797-9AD6-C84103D2DFBA}" srcOrd="0" destOrd="0" presId="urn:microsoft.com/office/officeart/2008/layout/LinedList"/>
    <dgm:cxn modelId="{36676FF6-5AE1-4EEE-A3E4-3212B8914C3B}" type="presParOf" srcId="{FE066696-E686-41D7-9B09-27F719EF1645}" destId="{FA1B7C05-F733-4E5A-AFDC-01FC0EF83AA2}" srcOrd="1" destOrd="0" presId="urn:microsoft.com/office/officeart/2008/layout/LinedList"/>
    <dgm:cxn modelId="{912161C5-16AB-4471-9B26-4705E4AF6E32}" type="presParOf" srcId="{FA1B7C05-F733-4E5A-AFDC-01FC0EF83AA2}" destId="{713E6CB8-AF29-4F89-A953-CAE0B12F90CB}" srcOrd="0" destOrd="0" presId="urn:microsoft.com/office/officeart/2008/layout/LinedList"/>
    <dgm:cxn modelId="{07D1D94D-6142-4EAF-A3B0-E7DB8B65F507}" type="presParOf" srcId="{FA1B7C05-F733-4E5A-AFDC-01FC0EF83AA2}" destId="{9A98A98A-5D54-41B0-BD34-5FE4048E79A1}" srcOrd="1" destOrd="0" presId="urn:microsoft.com/office/officeart/2008/layout/LinedList"/>
    <dgm:cxn modelId="{066D2D15-4391-43FD-9191-B9665F20B4DC}" type="presParOf" srcId="{FE066696-E686-41D7-9B09-27F719EF1645}" destId="{AFB909A4-15DD-4649-9F0D-A9BCC134E64F}" srcOrd="2" destOrd="0" presId="urn:microsoft.com/office/officeart/2008/layout/LinedList"/>
    <dgm:cxn modelId="{54202E05-4527-4115-A1BE-7DDDC72CB90B}" type="presParOf" srcId="{FE066696-E686-41D7-9B09-27F719EF1645}" destId="{EEAA7423-82BA-42BF-B7EA-43A32F35CC4D}" srcOrd="3" destOrd="0" presId="urn:microsoft.com/office/officeart/2008/layout/LinedList"/>
    <dgm:cxn modelId="{5D07770D-81EB-4B72-929B-B8593AC3DBE9}" type="presParOf" srcId="{EEAA7423-82BA-42BF-B7EA-43A32F35CC4D}" destId="{2E3DA8C7-CCA5-4942-850C-36042DDAB038}" srcOrd="0" destOrd="0" presId="urn:microsoft.com/office/officeart/2008/layout/LinedList"/>
    <dgm:cxn modelId="{EE07D0A1-022E-4731-8B65-CCA3C6E26C85}" type="presParOf" srcId="{EEAA7423-82BA-42BF-B7EA-43A32F35CC4D}" destId="{E5D09ADB-3724-43BC-8D3E-9A46C8E285FE}" srcOrd="1" destOrd="0" presId="urn:microsoft.com/office/officeart/2008/layout/LinedList"/>
    <dgm:cxn modelId="{FB871B67-7F77-48CA-A47E-4DAFE14F7B06}" type="presParOf" srcId="{FE066696-E686-41D7-9B09-27F719EF1645}" destId="{D2B99ACA-599A-4135-A729-A1374C65139A}" srcOrd="4" destOrd="0" presId="urn:microsoft.com/office/officeart/2008/layout/LinedList"/>
    <dgm:cxn modelId="{AED207DA-8F53-4538-92D6-E5A6A5BE16B3}" type="presParOf" srcId="{FE066696-E686-41D7-9B09-27F719EF1645}" destId="{6FC0E6A2-4FAF-48E2-9337-97925B827B1A}" srcOrd="5" destOrd="0" presId="urn:microsoft.com/office/officeart/2008/layout/LinedList"/>
    <dgm:cxn modelId="{02FA1619-15DD-45FF-A6BD-A50633068004}" type="presParOf" srcId="{6FC0E6A2-4FAF-48E2-9337-97925B827B1A}" destId="{7C963663-BF56-4DF1-B38B-16FCC0B26588}" srcOrd="0" destOrd="0" presId="urn:microsoft.com/office/officeart/2008/layout/LinedList"/>
    <dgm:cxn modelId="{06E06A17-F2F3-4250-863E-373D37C6AB56}" type="presParOf" srcId="{6FC0E6A2-4FAF-48E2-9337-97925B827B1A}" destId="{60C07803-947E-442B-9772-596F672179ED}" srcOrd="1" destOrd="0" presId="urn:microsoft.com/office/officeart/2008/layout/LinedList"/>
    <dgm:cxn modelId="{F601BC7B-7D58-4CE8-8C2A-54899A8B674B}" type="presParOf" srcId="{FE066696-E686-41D7-9B09-27F719EF1645}" destId="{775FDBB5-DB03-43ED-985F-64DC0E248375}" srcOrd="6" destOrd="0" presId="urn:microsoft.com/office/officeart/2008/layout/LinedList"/>
    <dgm:cxn modelId="{4B2539DA-00CB-408F-AF8F-D37E129A0D1E}" type="presParOf" srcId="{FE066696-E686-41D7-9B09-27F719EF1645}" destId="{4068755C-C687-49A4-82D6-BC96F3C44E4D}" srcOrd="7" destOrd="0" presId="urn:microsoft.com/office/officeart/2008/layout/LinedList"/>
    <dgm:cxn modelId="{8C2B3D91-CD89-450B-963E-555546A7F833}" type="presParOf" srcId="{4068755C-C687-49A4-82D6-BC96F3C44E4D}" destId="{D86B09C6-00B7-4B11-A278-AC4DC002F9A0}" srcOrd="0" destOrd="0" presId="urn:microsoft.com/office/officeart/2008/layout/LinedList"/>
    <dgm:cxn modelId="{92CFF043-0C9D-4A4E-B833-2F4AB0DFAFA8}" type="presParOf" srcId="{4068755C-C687-49A4-82D6-BC96F3C44E4D}" destId="{8764D7C9-4673-41E0-8E77-F0118230DCA2}" srcOrd="1" destOrd="0" presId="urn:microsoft.com/office/officeart/2008/layout/LinedList"/>
    <dgm:cxn modelId="{E68CC5ED-55E8-4E37-82D1-2AC9466B4878}" type="presParOf" srcId="{FE066696-E686-41D7-9B09-27F719EF1645}" destId="{A56E9DA8-8E80-4250-9BC2-B2DFBD6E0AA0}" srcOrd="8" destOrd="0" presId="urn:microsoft.com/office/officeart/2008/layout/LinedList"/>
    <dgm:cxn modelId="{79165824-EFA0-4D43-B972-4AF2FFCAB2A0}" type="presParOf" srcId="{FE066696-E686-41D7-9B09-27F719EF1645}" destId="{C6A1E80F-0BFA-427C-A0A3-68F7B21FC753}" srcOrd="9" destOrd="0" presId="urn:microsoft.com/office/officeart/2008/layout/LinedList"/>
    <dgm:cxn modelId="{5C0EC479-1211-4E86-8C1D-C03ADE545DBA}" type="presParOf" srcId="{C6A1E80F-0BFA-427C-A0A3-68F7B21FC753}" destId="{A8E56949-A066-46F3-A3BE-1C4B264886EE}" srcOrd="0" destOrd="0" presId="urn:microsoft.com/office/officeart/2008/layout/LinedList"/>
    <dgm:cxn modelId="{DC896C94-8358-44BE-B0DB-E734ED1E8FBC}" type="presParOf" srcId="{C6A1E80F-0BFA-427C-A0A3-68F7B21FC753}" destId="{4F077DC2-733F-4A49-9DAF-DC506F4A6C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C9B51-3AAF-4245-B72D-7CA468970F90}">
      <dsp:nvSpPr>
        <dsp:cNvPr id="0" name=""/>
        <dsp:cNvSpPr/>
      </dsp:nvSpPr>
      <dsp:spPr>
        <a:xfrm>
          <a:off x="2365474" y="835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48897-BAAD-4C47-B649-1A2C99044007}">
      <dsp:nvSpPr>
        <dsp:cNvPr id="0" name=""/>
        <dsp:cNvSpPr/>
      </dsp:nvSpPr>
      <dsp:spPr>
        <a:xfrm>
          <a:off x="2833474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469E7-819D-4630-8F9A-610B8F4E77D9}">
      <dsp:nvSpPr>
        <dsp:cNvPr id="0" name=""/>
        <dsp:cNvSpPr/>
      </dsp:nvSpPr>
      <dsp:spPr>
        <a:xfrm>
          <a:off x="1663474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>
              <a:hlinkClick xmlns:r="http://schemas.openxmlformats.org/officeDocument/2006/relationships" r:id="rId3"/>
            </a:rPr>
            <a:t>https://arxiv.org/abs/1706.03762</a:t>
          </a:r>
          <a:endParaRPr lang="en-US" sz="1700" kern="1200"/>
        </a:p>
      </dsp:txBody>
      <dsp:txXfrm>
        <a:off x="1663474" y="2963569"/>
        <a:ext cx="3600000" cy="720000"/>
      </dsp:txXfrm>
    </dsp:sp>
    <dsp:sp modelId="{EE05AB3B-BDCB-40A9-A1E1-DE3D40EE2EB6}">
      <dsp:nvSpPr>
        <dsp:cNvPr id="0" name=""/>
        <dsp:cNvSpPr/>
      </dsp:nvSpPr>
      <dsp:spPr>
        <a:xfrm>
          <a:off x="6595475" y="835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34B26-75ED-4E8A-B7B4-119730D3226B}">
      <dsp:nvSpPr>
        <dsp:cNvPr id="0" name=""/>
        <dsp:cNvSpPr/>
      </dsp:nvSpPr>
      <dsp:spPr>
        <a:xfrm>
          <a:off x="7063475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33FBE-868B-4BDA-9E90-D9D3A51F3579}">
      <dsp:nvSpPr>
        <dsp:cNvPr id="0" name=""/>
        <dsp:cNvSpPr/>
      </dsp:nvSpPr>
      <dsp:spPr>
        <a:xfrm>
          <a:off x="5893475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From Sequential RNNs to "Attention Is All You Need"</a:t>
          </a:r>
        </a:p>
      </dsp:txBody>
      <dsp:txXfrm>
        <a:off x="5893475" y="29635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17439-0339-4A69-8B8A-E4F7166C777E}">
      <dsp:nvSpPr>
        <dsp:cNvPr id="0" name=""/>
        <dsp:cNvSpPr/>
      </dsp:nvSpPr>
      <dsp:spPr>
        <a:xfrm>
          <a:off x="0" y="2298"/>
          <a:ext cx="11155680" cy="10750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E6B65-517A-4AC3-B27A-6E670D03E4A7}">
      <dsp:nvSpPr>
        <dsp:cNvPr id="0" name=""/>
        <dsp:cNvSpPr/>
      </dsp:nvSpPr>
      <dsp:spPr>
        <a:xfrm>
          <a:off x="325207" y="244188"/>
          <a:ext cx="591286" cy="5912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6F379-6A31-49F6-B563-FBFCD03B1135}">
      <dsp:nvSpPr>
        <dsp:cNvPr id="0" name=""/>
        <dsp:cNvSpPr/>
      </dsp:nvSpPr>
      <dsp:spPr>
        <a:xfrm>
          <a:off x="1241700" y="2298"/>
          <a:ext cx="5020056" cy="1075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78" tIns="113778" rIns="113778" bIns="11377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The Problem:</a:t>
          </a:r>
          <a:r>
            <a:rPr lang="en-US" sz="2000" kern="1200"/>
            <a:t> Recurrent Neural Networks (RNNs/LSTMs) process data sequentially.</a:t>
          </a:r>
        </a:p>
      </dsp:txBody>
      <dsp:txXfrm>
        <a:off x="1241700" y="2298"/>
        <a:ext cx="5020056" cy="1075065"/>
      </dsp:txXfrm>
    </dsp:sp>
    <dsp:sp modelId="{DF5E5B30-36CF-477F-B0DE-1C0D436ED26C}">
      <dsp:nvSpPr>
        <dsp:cNvPr id="0" name=""/>
        <dsp:cNvSpPr/>
      </dsp:nvSpPr>
      <dsp:spPr>
        <a:xfrm>
          <a:off x="6261756" y="2298"/>
          <a:ext cx="4892709" cy="1075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78" tIns="113778" rIns="113778" bIns="1137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>
              <a:solidFill>
                <a:schemeClr val="accent4">
                  <a:lumMod val="75000"/>
                </a:schemeClr>
              </a:solidFill>
            </a:rPr>
            <a:t>Analogy</a:t>
          </a:r>
          <a:r>
            <a:rPr lang="en-US" sz="1600" i="1" kern="1200" dirty="0"/>
            <a:t>:</a:t>
          </a:r>
          <a:r>
            <a:rPr lang="en-US" sz="1600" kern="1200" dirty="0"/>
            <a:t> It’s like reading a book through a drinking straw. You only see one word at a time, and by the time you reach the end of a long sentence, you’ve forgotten the beginning.</a:t>
          </a:r>
        </a:p>
      </dsp:txBody>
      <dsp:txXfrm>
        <a:off x="6261756" y="2298"/>
        <a:ext cx="4892709" cy="1075065"/>
      </dsp:txXfrm>
    </dsp:sp>
    <dsp:sp modelId="{63EE1D96-900A-49DF-B2A6-B10F4CF23B3B}">
      <dsp:nvSpPr>
        <dsp:cNvPr id="0" name=""/>
        <dsp:cNvSpPr/>
      </dsp:nvSpPr>
      <dsp:spPr>
        <a:xfrm>
          <a:off x="0" y="1346131"/>
          <a:ext cx="11155680" cy="10750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6FB1C-A0CD-4B68-87C6-02C97C669721}">
      <dsp:nvSpPr>
        <dsp:cNvPr id="0" name=""/>
        <dsp:cNvSpPr/>
      </dsp:nvSpPr>
      <dsp:spPr>
        <a:xfrm>
          <a:off x="325207" y="1588020"/>
          <a:ext cx="591286" cy="5912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725BE-0789-4B42-B538-848037DAFBB5}">
      <dsp:nvSpPr>
        <dsp:cNvPr id="0" name=""/>
        <dsp:cNvSpPr/>
      </dsp:nvSpPr>
      <dsp:spPr>
        <a:xfrm>
          <a:off x="1241700" y="1346131"/>
          <a:ext cx="9912765" cy="1075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78" tIns="113778" rIns="113778" bIns="11377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The Vanishing Gradient:</a:t>
          </a:r>
          <a:r>
            <a:rPr lang="en-US" sz="2000" kern="1200"/>
            <a:t> Mathematically, the signal from the first word gets weaker as it travels through time.</a:t>
          </a:r>
        </a:p>
      </dsp:txBody>
      <dsp:txXfrm>
        <a:off x="1241700" y="1346131"/>
        <a:ext cx="9912765" cy="1075065"/>
      </dsp:txXfrm>
    </dsp:sp>
    <dsp:sp modelId="{6327DD14-495A-4E40-80C9-7A35BC1D0B6A}">
      <dsp:nvSpPr>
        <dsp:cNvPr id="0" name=""/>
        <dsp:cNvSpPr/>
      </dsp:nvSpPr>
      <dsp:spPr>
        <a:xfrm>
          <a:off x="0" y="2689963"/>
          <a:ext cx="11155680" cy="10750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0D5A7-C7F2-4799-BCD2-F59BF74B6362}">
      <dsp:nvSpPr>
        <dsp:cNvPr id="0" name=""/>
        <dsp:cNvSpPr/>
      </dsp:nvSpPr>
      <dsp:spPr>
        <a:xfrm>
          <a:off x="325207" y="2931853"/>
          <a:ext cx="591286" cy="5912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16EB5-AA5C-4BCA-92C1-A741776E74E5}">
      <dsp:nvSpPr>
        <dsp:cNvPr id="0" name=""/>
        <dsp:cNvSpPr/>
      </dsp:nvSpPr>
      <dsp:spPr>
        <a:xfrm>
          <a:off x="1241700" y="2689963"/>
          <a:ext cx="9912765" cy="1075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78" tIns="113778" rIns="113778" bIns="11377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Imagine:</a:t>
          </a:r>
          <a:r>
            <a:rPr lang="en-US" sz="2000" kern="1200"/>
            <a:t> A game of "Telephone" where the message gets distorted at the end of the line</a:t>
          </a:r>
          <a:br>
            <a:rPr lang="en-US" sz="2000" kern="1200"/>
          </a:br>
          <a:endParaRPr lang="en-US" sz="2000" kern="1200" dirty="0"/>
        </a:p>
      </dsp:txBody>
      <dsp:txXfrm>
        <a:off x="1241700" y="2689963"/>
        <a:ext cx="9912765" cy="10750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03C0B-90B9-4C04-B44F-A58D6086D80B}">
      <dsp:nvSpPr>
        <dsp:cNvPr id="0" name=""/>
        <dsp:cNvSpPr/>
      </dsp:nvSpPr>
      <dsp:spPr>
        <a:xfrm>
          <a:off x="0" y="2996756"/>
          <a:ext cx="6620255" cy="19661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Impact:</a:t>
          </a:r>
          <a:r>
            <a:rPr lang="en-US" sz="3000" kern="1200"/>
            <a:t> This allowed models to train on the entire internet (Wikipedia, Common Crawl) efficiently</a:t>
          </a:r>
        </a:p>
      </dsp:txBody>
      <dsp:txXfrm>
        <a:off x="0" y="2996756"/>
        <a:ext cx="6620255" cy="1966196"/>
      </dsp:txXfrm>
    </dsp:sp>
    <dsp:sp modelId="{ED89F173-8D5C-406F-931E-B812C97D84A5}">
      <dsp:nvSpPr>
        <dsp:cNvPr id="0" name=""/>
        <dsp:cNvSpPr/>
      </dsp:nvSpPr>
      <dsp:spPr>
        <a:xfrm rot="10800000">
          <a:off x="0" y="2238"/>
          <a:ext cx="6620255" cy="3024010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The Transformer Proposal (2017):</a:t>
          </a:r>
          <a:endParaRPr lang="en-US" sz="3000" kern="1200"/>
        </a:p>
      </dsp:txBody>
      <dsp:txXfrm rot="-10800000">
        <a:off x="0" y="2238"/>
        <a:ext cx="6620255" cy="1061427"/>
      </dsp:txXfrm>
    </dsp:sp>
    <dsp:sp modelId="{18A8B770-266B-44B8-B102-0BD587379170}">
      <dsp:nvSpPr>
        <dsp:cNvPr id="0" name=""/>
        <dsp:cNvSpPr/>
      </dsp:nvSpPr>
      <dsp:spPr>
        <a:xfrm>
          <a:off x="0" y="1063666"/>
          <a:ext cx="3310127" cy="9041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Parallelism:</a:t>
          </a:r>
          <a:r>
            <a:rPr lang="en-US" sz="1800" kern="1200"/>
            <a:t> Process the </a:t>
          </a:r>
          <a:r>
            <a:rPr lang="en-US" sz="1800" i="1" kern="1200"/>
            <a:t>entire</a:t>
          </a:r>
          <a:r>
            <a:rPr lang="en-US" sz="1800" kern="1200"/>
            <a:t> sentence at the same time. No more steps.</a:t>
          </a:r>
        </a:p>
      </dsp:txBody>
      <dsp:txXfrm>
        <a:off x="0" y="1063666"/>
        <a:ext cx="3310127" cy="904179"/>
      </dsp:txXfrm>
    </dsp:sp>
    <dsp:sp modelId="{0DB96D98-3F4C-4733-AE19-93F506D26BC1}">
      <dsp:nvSpPr>
        <dsp:cNvPr id="0" name=""/>
        <dsp:cNvSpPr/>
      </dsp:nvSpPr>
      <dsp:spPr>
        <a:xfrm>
          <a:off x="3310127" y="1063666"/>
          <a:ext cx="3310127" cy="904179"/>
        </a:xfrm>
        <a:prstGeom prst="rect">
          <a:avLst/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Attention:</a:t>
          </a:r>
          <a:r>
            <a:rPr lang="en-US" sz="1800" kern="1200"/>
            <a:t> Instead of relying on memory, look at every other word directly to find context.</a:t>
          </a:r>
        </a:p>
      </dsp:txBody>
      <dsp:txXfrm>
        <a:off x="3310127" y="1063666"/>
        <a:ext cx="3310127" cy="9041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BB8F6-E5CE-4512-93F7-4DC179A71324}">
      <dsp:nvSpPr>
        <dsp:cNvPr id="0" name=""/>
        <dsp:cNvSpPr/>
      </dsp:nvSpPr>
      <dsp:spPr>
        <a:xfrm>
          <a:off x="0" y="300783"/>
          <a:ext cx="1115695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0E536-0719-4854-B2CC-2F3608D4EF90}">
      <dsp:nvSpPr>
        <dsp:cNvPr id="0" name=""/>
        <dsp:cNvSpPr/>
      </dsp:nvSpPr>
      <dsp:spPr>
        <a:xfrm>
          <a:off x="557847" y="49863"/>
          <a:ext cx="7809865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194" tIns="0" rIns="295194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This is the most critical concept to teach correctly.</a:t>
          </a:r>
          <a:endParaRPr lang="en-US" sz="1700" kern="1200"/>
        </a:p>
      </dsp:txBody>
      <dsp:txXfrm>
        <a:off x="582345" y="74361"/>
        <a:ext cx="7760869" cy="452844"/>
      </dsp:txXfrm>
    </dsp:sp>
    <dsp:sp modelId="{3DADB20D-CDC9-4F7C-821C-814E29D51717}">
      <dsp:nvSpPr>
        <dsp:cNvPr id="0" name=""/>
        <dsp:cNvSpPr/>
      </dsp:nvSpPr>
      <dsp:spPr>
        <a:xfrm>
          <a:off x="0" y="1071904"/>
          <a:ext cx="11156950" cy="1311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03" tIns="354076" rIns="86590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Query (Q):</a:t>
          </a:r>
          <a:r>
            <a:rPr lang="en-US" sz="1800" kern="1200"/>
            <a:t> What am I looking for? (</a:t>
          </a:r>
          <a:r>
            <a:rPr lang="en-US" sz="1800" i="1" kern="1200"/>
            <a:t>"I am a pronoun looking for the noun I replace."</a:t>
          </a:r>
          <a:r>
            <a:rPr lang="en-US" sz="1800" kern="120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Key (K):</a:t>
          </a:r>
          <a:r>
            <a:rPr lang="en-US" sz="1800" kern="1200"/>
            <a:t> What defines me? (</a:t>
          </a:r>
          <a:r>
            <a:rPr lang="en-US" sz="1800" i="1" kern="1200"/>
            <a:t>"I am a noun, specifically an animal."</a:t>
          </a:r>
          <a:r>
            <a:rPr lang="en-US" sz="1800" kern="120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Value (V):</a:t>
          </a:r>
          <a:r>
            <a:rPr lang="en-US" sz="1800" kern="1200"/>
            <a:t> What information do I hold? (</a:t>
          </a:r>
          <a:r>
            <a:rPr lang="en-US" sz="1800" i="1" kern="1200"/>
            <a:t>"I am the vector representation of 'Animal'."</a:t>
          </a:r>
          <a:r>
            <a:rPr lang="en-US" sz="1800" kern="1200"/>
            <a:t>)</a:t>
          </a:r>
        </a:p>
      </dsp:txBody>
      <dsp:txXfrm>
        <a:off x="0" y="1071904"/>
        <a:ext cx="11156950" cy="1311975"/>
      </dsp:txXfrm>
    </dsp:sp>
    <dsp:sp modelId="{FF44A97F-FFB2-454D-B451-9070E094E931}">
      <dsp:nvSpPr>
        <dsp:cNvPr id="0" name=""/>
        <dsp:cNvSpPr/>
      </dsp:nvSpPr>
      <dsp:spPr>
        <a:xfrm>
          <a:off x="557847" y="820983"/>
          <a:ext cx="7809865" cy="501840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194" tIns="0" rIns="295194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Every word produces three vectors:</a:t>
          </a:r>
        </a:p>
      </dsp:txBody>
      <dsp:txXfrm>
        <a:off x="582345" y="845481"/>
        <a:ext cx="7760869" cy="452844"/>
      </dsp:txXfrm>
    </dsp:sp>
    <dsp:sp modelId="{D639FFFC-2D74-41DA-9815-AAD3009FB7D6}">
      <dsp:nvSpPr>
        <dsp:cNvPr id="0" name=""/>
        <dsp:cNvSpPr/>
      </dsp:nvSpPr>
      <dsp:spPr>
        <a:xfrm>
          <a:off x="0" y="2726599"/>
          <a:ext cx="1115695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03" tIns="354076" rIns="86590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We compare the </a:t>
          </a:r>
          <a:r>
            <a:rPr lang="en-US" sz="1700" b="1" kern="1200"/>
            <a:t>Query</a:t>
          </a:r>
          <a:r>
            <a:rPr lang="en-US" sz="1700" kern="1200"/>
            <a:t> of word A with the </a:t>
          </a:r>
          <a:r>
            <a:rPr lang="en-US" sz="1700" b="1" kern="1200"/>
            <a:t>Keys</a:t>
          </a:r>
          <a:r>
            <a:rPr lang="en-US" sz="1700" kern="1200"/>
            <a:t> of every other word.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High match = High Attention Score.</a:t>
          </a:r>
        </a:p>
      </dsp:txBody>
      <dsp:txXfrm>
        <a:off x="0" y="2726599"/>
        <a:ext cx="11156950" cy="990675"/>
      </dsp:txXfrm>
    </dsp:sp>
    <dsp:sp modelId="{2BD0A771-DDD6-4BB4-A56A-B6933F8B85BF}">
      <dsp:nvSpPr>
        <dsp:cNvPr id="0" name=""/>
        <dsp:cNvSpPr/>
      </dsp:nvSpPr>
      <dsp:spPr>
        <a:xfrm>
          <a:off x="557847" y="2475679"/>
          <a:ext cx="7809865" cy="50184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194" tIns="0" rIns="295194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The Mechanism:</a:t>
          </a:r>
          <a:endParaRPr lang="en-US" sz="1700" kern="1200"/>
        </a:p>
      </dsp:txBody>
      <dsp:txXfrm>
        <a:off x="582345" y="2500177"/>
        <a:ext cx="7760869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4C9C6-F416-4797-9AD6-C84103D2DFBA}">
      <dsp:nvSpPr>
        <dsp:cNvPr id="0" name=""/>
        <dsp:cNvSpPr/>
      </dsp:nvSpPr>
      <dsp:spPr>
        <a:xfrm>
          <a:off x="0" y="611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E6CB8-AF29-4F89-A953-CAE0B12F90CB}">
      <dsp:nvSpPr>
        <dsp:cNvPr id="0" name=""/>
        <dsp:cNvSpPr/>
      </dsp:nvSpPr>
      <dsp:spPr>
        <a:xfrm>
          <a:off x="0" y="611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Scenario:</a:t>
          </a:r>
          <a:r>
            <a:rPr lang="en-US" sz="2700" kern="1200"/>
            <a:t> You are at a noisy party.</a:t>
          </a:r>
        </a:p>
      </dsp:txBody>
      <dsp:txXfrm>
        <a:off x="0" y="611"/>
        <a:ext cx="7306056" cy="1001937"/>
      </dsp:txXfrm>
    </dsp:sp>
    <dsp:sp modelId="{AFB909A4-15DD-4649-9F0D-A9BCC134E64F}">
      <dsp:nvSpPr>
        <dsp:cNvPr id="0" name=""/>
        <dsp:cNvSpPr/>
      </dsp:nvSpPr>
      <dsp:spPr>
        <a:xfrm>
          <a:off x="0" y="1002549"/>
          <a:ext cx="7306056" cy="0"/>
        </a:xfrm>
        <a:prstGeom prst="line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accent2">
              <a:hueOff val="-2592252"/>
              <a:satOff val="-5102"/>
              <a:lumOff val="3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DA8C7-CCA5-4942-850C-36042DDAB038}">
      <dsp:nvSpPr>
        <dsp:cNvPr id="0" name=""/>
        <dsp:cNvSpPr/>
      </dsp:nvSpPr>
      <dsp:spPr>
        <a:xfrm>
          <a:off x="0" y="1002549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Q (Your Focus):</a:t>
          </a:r>
          <a:r>
            <a:rPr lang="en-US" sz="2700" kern="1200"/>
            <a:t> You are listening for your name or a specific topic (e.g., "Robotics").</a:t>
          </a:r>
        </a:p>
      </dsp:txBody>
      <dsp:txXfrm>
        <a:off x="0" y="1002549"/>
        <a:ext cx="7306056" cy="1001937"/>
      </dsp:txXfrm>
    </dsp:sp>
    <dsp:sp modelId="{D2B99ACA-599A-4135-A729-A1374C65139A}">
      <dsp:nvSpPr>
        <dsp:cNvPr id="0" name=""/>
        <dsp:cNvSpPr/>
      </dsp:nvSpPr>
      <dsp:spPr>
        <a:xfrm>
          <a:off x="0" y="2004487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63663-BF56-4DF1-B38B-16FCC0B26588}">
      <dsp:nvSpPr>
        <dsp:cNvPr id="0" name=""/>
        <dsp:cNvSpPr/>
      </dsp:nvSpPr>
      <dsp:spPr>
        <a:xfrm>
          <a:off x="0" y="2004487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K (Voices):</a:t>
          </a:r>
          <a:r>
            <a:rPr lang="en-US" sz="2700" kern="1200"/>
            <a:t> Everyone else speaking acts as a "Key".</a:t>
          </a:r>
        </a:p>
      </dsp:txBody>
      <dsp:txXfrm>
        <a:off x="0" y="2004487"/>
        <a:ext cx="7306056" cy="1001937"/>
      </dsp:txXfrm>
    </dsp:sp>
    <dsp:sp modelId="{775FDBB5-DB03-43ED-985F-64DC0E248375}">
      <dsp:nvSpPr>
        <dsp:cNvPr id="0" name=""/>
        <dsp:cNvSpPr/>
      </dsp:nvSpPr>
      <dsp:spPr>
        <a:xfrm>
          <a:off x="0" y="3006424"/>
          <a:ext cx="7306056" cy="0"/>
        </a:xfrm>
        <a:prstGeom prst="line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accent2">
              <a:hueOff val="-7776756"/>
              <a:satOff val="-15306"/>
              <a:lumOff val="9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B09C6-00B7-4B11-A278-AC4DC002F9A0}">
      <dsp:nvSpPr>
        <dsp:cNvPr id="0" name=""/>
        <dsp:cNvSpPr/>
      </dsp:nvSpPr>
      <dsp:spPr>
        <a:xfrm>
          <a:off x="0" y="3006424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Score:</a:t>
          </a:r>
          <a:r>
            <a:rPr lang="en-US" sz="2700" kern="1200"/>
            <a:t> When someone says "Robotics" (High match between Q and K), you "attend" to them.</a:t>
          </a:r>
        </a:p>
      </dsp:txBody>
      <dsp:txXfrm>
        <a:off x="0" y="3006424"/>
        <a:ext cx="7306056" cy="1001937"/>
      </dsp:txXfrm>
    </dsp:sp>
    <dsp:sp modelId="{A56E9DA8-8E80-4250-9BC2-B2DFBD6E0AA0}">
      <dsp:nvSpPr>
        <dsp:cNvPr id="0" name=""/>
        <dsp:cNvSpPr/>
      </dsp:nvSpPr>
      <dsp:spPr>
        <a:xfrm>
          <a:off x="0" y="4008362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56949-A066-46F3-A3BE-1C4B264886EE}">
      <dsp:nvSpPr>
        <dsp:cNvPr id="0" name=""/>
        <dsp:cNvSpPr/>
      </dsp:nvSpPr>
      <dsp:spPr>
        <a:xfrm>
          <a:off x="0" y="4008362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V (Content):</a:t>
          </a:r>
          <a:r>
            <a:rPr lang="en-US" sz="2700" kern="1200"/>
            <a:t> You absorb the information they are saying.</a:t>
          </a:r>
        </a:p>
      </dsp:txBody>
      <dsp:txXfrm>
        <a:off x="0" y="4008362"/>
        <a:ext cx="7306056" cy="1001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5BF66-91FE-4950-B15D-028F647057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1E942-586D-4DBF-98C0-322E75FC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8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https://arxiv.org/abs/1706.03762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Sequential RNNs to "Attention Is All You Need“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insight: In 2017, we stopped reading like humans (left-to-right) and started reading like computers (parallel matrix operations).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1E942-586D-4DBF-98C0-322E75FCF7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20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the new architecture is different and why attention mechanism?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Encoder-Only Models (BERT,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RoBERTa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DeBERTa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Understanding text, not generating it.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models use bidirectional self-attention: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token can attend to all other tokens, left and right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masking → the model sees the entire input at once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for: classification, NER, embeddings, sentence understanding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Architectural insight: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encoder layer = multi-head self-attention → feed-forward →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cross-attention. No autoregression. The encoder creates a rich semantic graph over the entire input sequence.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Decoder-Only Models (GPT,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Autoregressive generation.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models use causal (masked) self-attention: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token can attend only to tokens before it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tokens are masked (lower-triangular mask)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 no “look-ahead” cheating during generation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Architectural insight: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Decoder layers = masked self-attention → MLP → next-token prediction. No cross-attention blocks. Think of it as writing a sentence: you only see what you’ve written so far.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Encoder–Decoder Models (T5, BART, original Transformer)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Sequence-to-sequence tasks like translation,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Q&amp;A.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architecture combines three attention mechanisms: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a) Encoder Self-Attention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Bidirectional (like BERT) → deep understanding of the input.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 Decoder Self-Attention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Causal (like GPT) → generates step-by-step.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c) Cross-Attention (the real differentiator)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decoder queries the encoder’s outputs: Q comes from the decoder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and V come from the encoder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allows the decoder to “look back” at the input while generating.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Cross-attention is the key reason seq2seq models excel at translation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1E942-586D-4DBF-98C0-322E75FCF7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3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1E942-586D-4DBF-98C0-322E75FCF7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52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a file system or a Hash Map. You have a query, you look up a key, and you get a value. Attention is just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Hash Map where you get a mixture of values based on how well the keys match.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Read: https://medium.com/@jersy718/the-illustrated-transformer-jay-alammar-in-a-nut-shell-3b5d27225270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Math (4) and the Multi-head Attention (5)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1E942-586D-4DBF-98C0-322E75FCF7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15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Ignore the bracketed numbers as they were part of the original Gemini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1E942-586D-4DBF-98C0-322E75FCF7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90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https://x.com/NanoBanana/status/1991619646185963938/photo/1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1E942-586D-4DBF-98C0-322E75FCF7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71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1E942-586D-4DBF-98C0-322E75FCF7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7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5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10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78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7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7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2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6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9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6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3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arpitbhayani.me/blogs/qkv-matrices" TargetMode="Externa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transformer/" TargetMode="External"/><Relationship Id="rId7" Type="http://schemas.openxmlformats.org/officeDocument/2006/relationships/hyperlink" Target="https://poloclub.github.io/transformer-explainer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drive/1hXIQ77A4TYS4y3UthWF-Ci7V7vVUoxmQ?usp=sharing" TargetMode="External"/><Relationship Id="rId5" Type="http://schemas.openxmlformats.org/officeDocument/2006/relationships/hyperlink" Target="https://github.com/jessevig/bertviz" TargetMode="External"/><Relationship Id="rId4" Type="http://schemas.openxmlformats.org/officeDocument/2006/relationships/hyperlink" Target="http://nlp.seas.harvard.edu/2018/04/03/atten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3D Machine Parts">
            <a:extLst>
              <a:ext uri="{FF2B5EF4-FFF2-40B4-BE49-F238E27FC236}">
                <a16:creationId xmlns:a16="http://schemas.microsoft.com/office/drawing/2014/main" id="{9FCF6830-6283-35A1-D74F-08C20BBBF3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5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1066C-3196-C629-7477-3C8729D56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30951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The engine of Modern NLP:</a:t>
            </a:r>
            <a:br>
              <a:rPr lang="en-US" sz="5100">
                <a:solidFill>
                  <a:srgbClr val="FFFFFF"/>
                </a:solidFill>
              </a:rPr>
            </a:br>
            <a:r>
              <a:rPr lang="en-US" sz="5100">
                <a:solidFill>
                  <a:srgbClr val="FFFFFF"/>
                </a:solidFill>
              </a:rPr>
              <a:t>The Transformer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4A64-90B2-53DB-8A5C-2EBE8D41E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“Attention is all you need”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69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6570B3-DD1D-6B58-FC27-138EC5590834}"/>
              </a:ext>
            </a:extLst>
          </p:cNvPr>
          <p:cNvSpPr txBox="1"/>
          <p:nvPr/>
        </p:nvSpPr>
        <p:spPr>
          <a:xfrm>
            <a:off x="517869" y="978408"/>
            <a:ext cx="11153213" cy="34219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8800" b="1">
                <a:latin typeface="+mj-lt"/>
                <a:ea typeface="+mj-ea"/>
                <a:cs typeface="+mj-cs"/>
              </a:rPr>
              <a:t>The Paradigm Shift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2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9FF49-B2A0-5979-33DA-EADAAFBE2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b="0" dirty="0"/>
              <a:t>The Engine of Modern AI: The Transformer Architecture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4768B3-5BD5-B37E-108E-D368F466CE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20385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292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1E93-C93C-A7A5-710D-D0E34087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Bottleneck of RNNs (The "Straw" Problem)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9B9053-066E-9CF3-74B6-3CC3580F6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124700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470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FF6AE-845D-C959-1583-CD05F096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 The Solution: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Parallelism</a:t>
            </a:r>
            <a:r>
              <a:rPr lang="en-US" dirty="0"/>
              <a:t> &amp;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Attention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7B3E9D-BAE3-26DE-D4DD-8AB729C54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80503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0996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ollage of a diagram">
            <a:extLst>
              <a:ext uri="{FF2B5EF4-FFF2-40B4-BE49-F238E27FC236}">
                <a16:creationId xmlns:a16="http://schemas.microsoft.com/office/drawing/2014/main" id="{427C1645-1199-78FF-F93C-607EDA72C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75F50F-D4B7-5D7F-45FE-C05DD169FCB9}"/>
              </a:ext>
            </a:extLst>
          </p:cNvPr>
          <p:cNvSpPr/>
          <p:nvPr/>
        </p:nvSpPr>
        <p:spPr>
          <a:xfrm>
            <a:off x="9950245" y="2359742"/>
            <a:ext cx="1396181" cy="786581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2017</a:t>
            </a:r>
            <a:br>
              <a:rPr lang="en-US" dirty="0"/>
            </a:br>
            <a:r>
              <a:rPr lang="en-US" dirty="0"/>
              <a:t>onwards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0CDF84FA-F915-DE8D-9FCF-E89260CA8B6A}"/>
              </a:ext>
            </a:extLst>
          </p:cNvPr>
          <p:cNvCxnSpPr>
            <a:stCxn id="2" idx="0"/>
          </p:cNvCxnSpPr>
          <p:nvPr/>
        </p:nvCxnSpPr>
        <p:spPr>
          <a:xfrm rot="16200000" flipV="1">
            <a:off x="9929352" y="1640758"/>
            <a:ext cx="314632" cy="1123336"/>
          </a:xfrm>
          <a:prstGeom prst="curvedConnector2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95F351-35B6-51AB-A2B8-6D93EDD78E35}"/>
              </a:ext>
            </a:extLst>
          </p:cNvPr>
          <p:cNvSpPr txBox="1"/>
          <p:nvPr/>
        </p:nvSpPr>
        <p:spPr>
          <a:xfrm>
            <a:off x="9525000" y="3183956"/>
            <a:ext cx="2374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https://arxiv.org/abs/1706.03762</a:t>
            </a:r>
          </a:p>
        </p:txBody>
      </p:sp>
    </p:spTree>
    <p:extLst>
      <p:ext uri="{BB962C8B-B14F-4D97-AF65-F5344CB8AC3E}">
        <p14:creationId xmlns:p14="http://schemas.microsoft.com/office/powerpoint/2010/main" val="210787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white electrical box with wires">
            <a:extLst>
              <a:ext uri="{FF2B5EF4-FFF2-40B4-BE49-F238E27FC236}">
                <a16:creationId xmlns:a16="http://schemas.microsoft.com/office/drawing/2014/main" id="{69C98269-FC77-5B1E-3A57-B75934CF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19" r="-1" b="76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4D0897-D2F1-D58F-6955-0FBDD64E8D5F}"/>
              </a:ext>
            </a:extLst>
          </p:cNvPr>
          <p:cNvSpPr txBox="1"/>
          <p:nvPr/>
        </p:nvSpPr>
        <p:spPr>
          <a:xfrm>
            <a:off x="517870" y="978408"/>
            <a:ext cx="5021182" cy="2620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Architectures: Encoder, Decoder &amp; Bidirectional Transformer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46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FD63D20-8781-0E25-3DC9-2ED0468E1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138"/>
            <a:ext cx="12192000" cy="643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97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Bull shark and a diver underwater">
            <a:extLst>
              <a:ext uri="{FF2B5EF4-FFF2-40B4-BE49-F238E27FC236}">
                <a16:creationId xmlns:a16="http://schemas.microsoft.com/office/drawing/2014/main" id="{2E80E7E8-FBEB-417E-C244-49ACC4A8F8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27" b="840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BB629F-6FED-0F31-FB68-B5F8AE21A8ED}"/>
              </a:ext>
            </a:extLst>
          </p:cNvPr>
          <p:cNvSpPr txBox="1"/>
          <p:nvPr/>
        </p:nvSpPr>
        <p:spPr>
          <a:xfrm>
            <a:off x="7306780" y="978409"/>
            <a:ext cx="4496529" cy="36782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latin typeface="+mj-lt"/>
                <a:ea typeface="+mj-ea"/>
                <a:cs typeface="+mj-cs"/>
              </a:rPr>
              <a:t> Deep Dive into Self-Attention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6000" b="1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278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08EE-E275-A3D8-B405-2D8DD329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Self-Attention: The Core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B6F2A-5242-6527-9493-29EA39362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Definition:</a:t>
            </a:r>
            <a:r>
              <a:rPr lang="en-US" sz="2000" dirty="0"/>
              <a:t> A mechanism that allows a word to look at other words in the sentence to gather context.</a:t>
            </a:r>
          </a:p>
          <a:p>
            <a:r>
              <a:rPr lang="en-US" sz="2000" b="1" dirty="0"/>
              <a:t>Example:</a:t>
            </a:r>
            <a:r>
              <a:rPr lang="en-US" sz="2000" dirty="0"/>
              <a:t> "The </a:t>
            </a:r>
            <a:r>
              <a:rPr lang="en-US" sz="2000" b="1" dirty="0"/>
              <a:t>animal</a:t>
            </a:r>
            <a:r>
              <a:rPr lang="en-US" sz="2000" dirty="0"/>
              <a:t> didn't cross the </a:t>
            </a:r>
            <a:r>
              <a:rPr lang="en-US" sz="2000" b="1" dirty="0"/>
              <a:t>street</a:t>
            </a:r>
            <a:r>
              <a:rPr lang="en-US" sz="2000" dirty="0"/>
              <a:t> because </a:t>
            </a:r>
            <a:r>
              <a:rPr lang="en-US" sz="2000" b="1" dirty="0"/>
              <a:t>it</a:t>
            </a:r>
            <a:r>
              <a:rPr lang="en-US" sz="2000" dirty="0"/>
              <a:t> was too tired."</a:t>
            </a:r>
          </a:p>
          <a:p>
            <a:pPr lvl="1"/>
            <a:r>
              <a:rPr lang="en-US" sz="1800" i="1" dirty="0"/>
              <a:t>Question:</a:t>
            </a:r>
            <a:r>
              <a:rPr lang="en-US" sz="1800" dirty="0"/>
              <a:t> What does "</a:t>
            </a:r>
            <a:r>
              <a:rPr lang="en-US" sz="1800" b="1" dirty="0"/>
              <a:t>it</a:t>
            </a:r>
            <a:r>
              <a:rPr lang="en-US" sz="1800" dirty="0"/>
              <a:t>" refer to?</a:t>
            </a:r>
          </a:p>
          <a:p>
            <a:pPr lvl="1"/>
            <a:r>
              <a:rPr lang="en-US" sz="1800" i="1" dirty="0"/>
              <a:t>Attention:</a:t>
            </a:r>
            <a:r>
              <a:rPr lang="en-US" sz="1800" dirty="0"/>
              <a:t> The model builds a strong link between "</a:t>
            </a:r>
            <a:r>
              <a:rPr lang="en-US" sz="1800" b="1" dirty="0"/>
              <a:t>it</a:t>
            </a:r>
            <a:r>
              <a:rPr lang="en-US" sz="1800" dirty="0"/>
              <a:t>" and "</a:t>
            </a:r>
            <a:r>
              <a:rPr lang="en-US" sz="1800" b="1" dirty="0"/>
              <a:t>animal</a:t>
            </a:r>
            <a:r>
              <a:rPr lang="en-US" sz="1800" dirty="0"/>
              <a:t>" and a weak link between "</a:t>
            </a:r>
            <a:r>
              <a:rPr lang="en-US" sz="1800" b="1" dirty="0"/>
              <a:t>it</a:t>
            </a:r>
            <a:r>
              <a:rPr lang="en-US" sz="1800" dirty="0"/>
              <a:t>" and "</a:t>
            </a:r>
            <a:r>
              <a:rPr lang="en-US" sz="1800" b="1" dirty="0"/>
              <a:t>street</a:t>
            </a:r>
            <a:r>
              <a:rPr lang="en-US" sz="1800" dirty="0"/>
              <a:t>."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745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A1107-266F-CC8F-0537-CAAD5C6A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The Database Analogy (Q, K, V)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25C27C-7424-D65E-FCF0-A2D55F87C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50529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941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6771E-C679-E01A-CC4E-8290B93CD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 The "Cocktail Party" Analogy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BC3BD2-53EA-9D81-ACAE-DAF8AF4053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928219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BA7FBF-C774-C7F6-CEA5-8BFCC3756CBA}"/>
              </a:ext>
            </a:extLst>
          </p:cNvPr>
          <p:cNvSpPr txBox="1"/>
          <p:nvPr/>
        </p:nvSpPr>
        <p:spPr>
          <a:xfrm>
            <a:off x="7265505" y="6417333"/>
            <a:ext cx="506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8"/>
              </a:rPr>
              <a:t>Read: The Q, K, V matrices – Arpit Bhayani Blog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00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diagram of a computer">
            <a:extLst>
              <a:ext uri="{FF2B5EF4-FFF2-40B4-BE49-F238E27FC236}">
                <a16:creationId xmlns:a16="http://schemas.microsoft.com/office/drawing/2014/main" id="{F6DF7B8C-2C4C-CFA6-D91F-83248591B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81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Three people in front of a large window">
            <a:extLst>
              <a:ext uri="{FF2B5EF4-FFF2-40B4-BE49-F238E27FC236}">
                <a16:creationId xmlns:a16="http://schemas.microsoft.com/office/drawing/2014/main" id="{95A2EDF4-A389-E374-76D7-3DAA9822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0" b="1320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2C97A-8A00-922E-F4E9-C80E1341A302}"/>
              </a:ext>
            </a:extLst>
          </p:cNvPr>
          <p:cNvSpPr txBox="1"/>
          <p:nvPr/>
        </p:nvSpPr>
        <p:spPr>
          <a:xfrm>
            <a:off x="7154562" y="978409"/>
            <a:ext cx="4648747" cy="36782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i="0" dirty="0">
                <a:effectLst/>
                <a:latin typeface="+mj-lt"/>
                <a:ea typeface="+mj-ea"/>
                <a:cs typeface="+mj-cs"/>
              </a:rPr>
              <a:t>The Architecture Family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248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6398-97A2-D408-C7FD-7DD24F8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 Block (The Lego Brick)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B1A0-153A-0A35-D3CB-E9C57AE61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73643"/>
            <a:ext cx="11155680" cy="4072293"/>
          </a:xfrm>
        </p:spPr>
        <p:txBody>
          <a:bodyPr>
            <a:normAutofit lnSpcReduction="10000"/>
          </a:bodyPr>
          <a:lstStyle/>
          <a:p>
            <a:r>
              <a:rPr lang="en-US" sz="3600" b="1" dirty="0"/>
              <a:t>Anatomy:</a:t>
            </a:r>
            <a:endParaRPr lang="en-US" sz="3600" dirty="0"/>
          </a:p>
          <a:p>
            <a:pPr lvl="1"/>
            <a:r>
              <a:rPr lang="en-US" sz="3200" b="1" dirty="0"/>
              <a:t>Self-Attention:</a:t>
            </a:r>
            <a:r>
              <a:rPr lang="en-US" sz="3200" dirty="0"/>
              <a:t> Finds context.</a:t>
            </a:r>
          </a:p>
          <a:p>
            <a:pPr lvl="1"/>
            <a:r>
              <a:rPr lang="en-US" sz="3200" b="1" dirty="0"/>
              <a:t>Layer Norm:</a:t>
            </a:r>
            <a:r>
              <a:rPr lang="en-US" sz="3200" dirty="0"/>
              <a:t> Keeps numbers stable (crucial for deep networks).</a:t>
            </a:r>
          </a:p>
          <a:p>
            <a:pPr lvl="1"/>
            <a:r>
              <a:rPr lang="en-US" sz="3200" b="1" dirty="0"/>
              <a:t>Feed Forward Network:</a:t>
            </a:r>
            <a:r>
              <a:rPr lang="en-US" sz="3200" dirty="0"/>
              <a:t> Processes the information.</a:t>
            </a:r>
          </a:p>
          <a:p>
            <a:pPr lvl="1"/>
            <a:r>
              <a:rPr lang="en-US" sz="3200" b="1" dirty="0"/>
              <a:t>Residual Connection:</a:t>
            </a:r>
            <a:r>
              <a:rPr lang="en-US" sz="3200" dirty="0"/>
              <a:t> A "highway" that lets data skip layers (prevents signal loss).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77262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50D2-4BFD-10F9-2909-336835CE6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Positional Encodings (The Time Stamp)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9332-3320-3A54-B63A-14F50B94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Problem:</a:t>
            </a:r>
            <a:r>
              <a:rPr lang="en-US" sz="3600" dirty="0"/>
              <a:t> Since transformers look at everything at once, they don't know that "Man bites Dog" is different from "Dog bites Man."</a:t>
            </a:r>
          </a:p>
          <a:p>
            <a:r>
              <a:rPr lang="en-US" sz="3600" b="1" dirty="0"/>
              <a:t>The Fix:</a:t>
            </a:r>
            <a:r>
              <a:rPr lang="en-US" sz="3600" dirty="0"/>
              <a:t> We add a "timestamp" vector to every word so the model knows its order in the sequence.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47224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9B90-FBEA-14C1-EF7E-3697951F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Family Tree: Encoders vs. Decoders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4B7C-5D02-230B-9C7A-9A79A2795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63578"/>
            <a:ext cx="11155680" cy="4282358"/>
          </a:xfrm>
        </p:spPr>
        <p:txBody>
          <a:bodyPr>
            <a:normAutofit/>
          </a:bodyPr>
          <a:lstStyle/>
          <a:p>
            <a:r>
              <a:rPr lang="en-US" sz="2400" b="1" dirty="0"/>
              <a:t>Encoder-Only (BERT):</a:t>
            </a:r>
            <a:endParaRPr lang="en-US" sz="2400" dirty="0"/>
          </a:p>
          <a:p>
            <a:pPr lvl="1"/>
            <a:r>
              <a:rPr lang="en-US" sz="2000" i="1" dirty="0"/>
              <a:t>Visual:</a:t>
            </a:r>
            <a:r>
              <a:rPr lang="en-US" sz="2000" dirty="0"/>
              <a:t> Eyes looking both Left and Right (Bidirectional).</a:t>
            </a:r>
          </a:p>
          <a:p>
            <a:pPr lvl="1"/>
            <a:r>
              <a:rPr lang="en-US" sz="2000" b="1" dirty="0"/>
              <a:t>Use</a:t>
            </a:r>
            <a:r>
              <a:rPr lang="en-US" sz="2000" i="1" dirty="0"/>
              <a:t>:</a:t>
            </a:r>
            <a:r>
              <a:rPr lang="en-US" sz="2000" dirty="0"/>
              <a:t> Understanding, Classification, NER. "Fill in the blank."</a:t>
            </a:r>
          </a:p>
          <a:p>
            <a:r>
              <a:rPr lang="en-US" sz="2400" b="1" dirty="0"/>
              <a:t>Decoder-Only (GPT):</a:t>
            </a:r>
            <a:endParaRPr lang="en-US" sz="2400" dirty="0"/>
          </a:p>
          <a:p>
            <a:pPr lvl="1"/>
            <a:r>
              <a:rPr lang="en-US" sz="2000" i="1" dirty="0"/>
              <a:t>Visual:</a:t>
            </a:r>
            <a:r>
              <a:rPr lang="en-US" sz="2000" dirty="0"/>
              <a:t> Blinders on the right eye. Can only see what came before (Unidirectional).</a:t>
            </a:r>
          </a:p>
          <a:p>
            <a:pPr lvl="1"/>
            <a:r>
              <a:rPr lang="en-US" sz="2000" b="1" dirty="0"/>
              <a:t>Use</a:t>
            </a:r>
            <a:r>
              <a:rPr lang="en-US" sz="2000" i="1" dirty="0"/>
              <a:t>:</a:t>
            </a:r>
            <a:r>
              <a:rPr lang="en-US" sz="2000" dirty="0"/>
              <a:t> Generation, Chat, Writing code. "Predict the next word."</a:t>
            </a:r>
          </a:p>
          <a:p>
            <a:r>
              <a:rPr lang="en-US" sz="2400" b="1" dirty="0"/>
              <a:t>Encoder-Decoder (T5 &amp; BART)</a:t>
            </a:r>
          </a:p>
          <a:p>
            <a:pPr lvl="1"/>
            <a:r>
              <a:rPr lang="en-US" sz="2000" b="1" dirty="0"/>
              <a:t>The Hybrid:</a:t>
            </a:r>
            <a:r>
              <a:rPr lang="en-US" sz="2000" dirty="0"/>
              <a:t> Uses an Encoder to read the input (e.g., French) and a Decoder to write the output (e.g., English).</a:t>
            </a:r>
          </a:p>
          <a:p>
            <a:pPr lvl="1"/>
            <a:r>
              <a:rPr lang="en-US" sz="2000" b="1" dirty="0"/>
              <a:t>Use:</a:t>
            </a:r>
            <a:r>
              <a:rPr lang="en-US" sz="2000" dirty="0"/>
              <a:t> Translation, Summarization.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01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lock diagram">
            <a:extLst>
              <a:ext uri="{FF2B5EF4-FFF2-40B4-BE49-F238E27FC236}">
                <a16:creationId xmlns:a16="http://schemas.microsoft.com/office/drawing/2014/main" id="{E6BD6387-FEAC-6015-D614-ABF7AD47F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75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diagram of a computer system">
            <a:extLst>
              <a:ext uri="{FF2B5EF4-FFF2-40B4-BE49-F238E27FC236}">
                <a16:creationId xmlns:a16="http://schemas.microsoft.com/office/drawing/2014/main" id="{DD23AB1E-A257-8798-7E59-E13F623E3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188"/>
            <a:ext cx="12192000" cy="665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688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9EDA-BC77-7753-1F34-A7DC0971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744B0-2BCE-7075-3842-CD48B8D5B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The Gold Standard Visualization:</a:t>
            </a:r>
            <a:r>
              <a:rPr lang="en-US" sz="2400" dirty="0"/>
              <a:t> </a:t>
            </a:r>
            <a:r>
              <a:rPr lang="en-US" sz="2400" dirty="0">
                <a:hlinkClick r:id="rId3"/>
              </a:rPr>
              <a:t>The Illustrated Transformer by Jay </a:t>
            </a:r>
            <a:r>
              <a:rPr lang="en-US" sz="2400" dirty="0" err="1">
                <a:hlinkClick r:id="rId3"/>
              </a:rPr>
              <a:t>Alammar</a:t>
            </a:r>
            <a:r>
              <a:rPr lang="en-US" sz="2400" dirty="0">
                <a:hlinkClick r:id="rId3"/>
              </a:rPr>
              <a:t> </a:t>
            </a:r>
            <a:r>
              <a:rPr lang="en-US" sz="2400" dirty="0"/>
              <a:t>(Essential reading).</a:t>
            </a:r>
          </a:p>
          <a:p>
            <a:r>
              <a:rPr lang="en-US" sz="2400" b="1" dirty="0"/>
              <a:t>Interactive Code:</a:t>
            </a:r>
            <a:r>
              <a:rPr lang="en-US" sz="2400" dirty="0"/>
              <a:t> </a:t>
            </a:r>
            <a:r>
              <a:rPr lang="en-US" sz="2400" dirty="0">
                <a:hlinkClick r:id="rId4"/>
              </a:rPr>
              <a:t>The Annotated Transformer (Harvard NLP) </a:t>
            </a:r>
            <a:r>
              <a:rPr lang="en-US" sz="2400" dirty="0"/>
              <a:t>- A line-by-line </a:t>
            </a:r>
            <a:r>
              <a:rPr lang="en-US" sz="2400" dirty="0" err="1"/>
              <a:t>PyTorch</a:t>
            </a:r>
            <a:r>
              <a:rPr lang="en-US" sz="2400" dirty="0"/>
              <a:t> implementation.</a:t>
            </a:r>
          </a:p>
          <a:p>
            <a:r>
              <a:rPr lang="en-US" sz="2400" b="1" dirty="0"/>
              <a:t>Visualization Tool:</a:t>
            </a:r>
            <a:r>
              <a:rPr lang="en-US" sz="2400" dirty="0"/>
              <a:t> </a:t>
            </a:r>
            <a:r>
              <a:rPr lang="en-US" sz="2400" dirty="0" err="1">
                <a:hlinkClick r:id="rId5"/>
              </a:rPr>
              <a:t>BertViz</a:t>
            </a:r>
            <a:r>
              <a:rPr lang="en-US" sz="2400" dirty="0">
                <a:hlinkClick r:id="rId5"/>
              </a:rPr>
              <a:t> GitHub Repository </a:t>
            </a:r>
            <a:r>
              <a:rPr lang="en-US" sz="2400" dirty="0"/>
              <a:t>- For the </a:t>
            </a:r>
            <a:r>
              <a:rPr lang="en-US" sz="2400" dirty="0" err="1"/>
              <a:t>colab</a:t>
            </a:r>
            <a:r>
              <a:rPr lang="en-US" sz="2400" dirty="0"/>
              <a:t>: </a:t>
            </a:r>
            <a:r>
              <a:rPr lang="en-US" sz="2400" dirty="0">
                <a:hlinkClick r:id="rId6"/>
              </a:rPr>
              <a:t>https://colab.research.google.com/drive/1hXIQ77A4TYS4y3UthWF-Ci7V7vVUoxmQ?usp=sharing</a:t>
            </a:r>
            <a:endParaRPr lang="en-US" sz="2400" dirty="0"/>
          </a:p>
          <a:p>
            <a:r>
              <a:rPr lang="en-US" sz="2400" b="1" dirty="0"/>
              <a:t>Transformer Explainer: </a:t>
            </a:r>
            <a:r>
              <a:rPr lang="en-US" sz="2400" dirty="0">
                <a:hlinkClick r:id="rId7"/>
              </a:rPr>
              <a:t>https://poloclub.github.io/transformer-explainer/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692128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1329</Words>
  <Application>Microsoft Office PowerPoint</Application>
  <PresentationFormat>Widescreen</PresentationFormat>
  <Paragraphs>80</Paragraphs>
  <Slides>20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Bierstadt</vt:lpstr>
      <vt:lpstr>Neue Haas Grotesk Text Pro</vt:lpstr>
      <vt:lpstr>GestaltVTI</vt:lpstr>
      <vt:lpstr>The engine of Modern NLP: The Transformer Architecture</vt:lpstr>
      <vt:lpstr>PowerPoint Presentation</vt:lpstr>
      <vt:lpstr>The Engine of Modern AI: The Transformer Architecture</vt:lpstr>
      <vt:lpstr>The Bottleneck of RNNs (The "Straw" Problem)</vt:lpstr>
      <vt:lpstr> The Solution: Parallelism &amp; Attention</vt:lpstr>
      <vt:lpstr>PowerPoint Presentation</vt:lpstr>
      <vt:lpstr>PowerPoint Presentation</vt:lpstr>
      <vt:lpstr>PowerPoint Presentation</vt:lpstr>
      <vt:lpstr>PowerPoint Presentation</vt:lpstr>
      <vt:lpstr>Self-Attention: The Core Concept</vt:lpstr>
      <vt:lpstr>The Database Analogy (Q, K, V)</vt:lpstr>
      <vt:lpstr> The "Cocktail Party" Analogy</vt:lpstr>
      <vt:lpstr>PowerPoint Presentation</vt:lpstr>
      <vt:lpstr>PowerPoint Presentation</vt:lpstr>
      <vt:lpstr>The Transformer Block (The Lego Brick)</vt:lpstr>
      <vt:lpstr> Positional Encodings (The Time Stamp)</vt:lpstr>
      <vt:lpstr>The Family Tree: Encoders vs. Decoders</vt:lpstr>
      <vt:lpstr>PowerPoint Presentation</vt:lpstr>
      <vt:lpstr>PowerPoint Presentation</vt:lpstr>
      <vt:lpstr>Recommended Readings: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Bhakthan</dc:creator>
  <cp:lastModifiedBy>Srikanth Bhakthan</cp:lastModifiedBy>
  <cp:revision>6</cp:revision>
  <dcterms:created xsi:type="dcterms:W3CDTF">2025-11-23T20:09:44Z</dcterms:created>
  <dcterms:modified xsi:type="dcterms:W3CDTF">2025-11-28T00:40:26Z</dcterms:modified>
</cp:coreProperties>
</file>